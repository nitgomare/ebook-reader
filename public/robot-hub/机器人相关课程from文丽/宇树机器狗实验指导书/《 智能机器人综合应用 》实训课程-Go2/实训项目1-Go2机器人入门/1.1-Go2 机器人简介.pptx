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2.xml" ContentType="application/vnd.openxmlformats-officedocument.presentationml.tags+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6" r:id="rId1"/>
    <p:sldMasterId id="2147483678" r:id="rId2"/>
    <p:sldMasterId id="2147483710" r:id="rId3"/>
  </p:sldMasterIdLst>
  <p:notesMasterIdLst>
    <p:notesMasterId r:id="rId19"/>
  </p:notesMasterIdLst>
  <p:sldIdLst>
    <p:sldId id="11090117" r:id="rId4"/>
    <p:sldId id="11090128" r:id="rId5"/>
    <p:sldId id="11090121" r:id="rId6"/>
    <p:sldId id="284" r:id="rId7"/>
    <p:sldId id="11090122" r:id="rId8"/>
    <p:sldId id="11090124" r:id="rId9"/>
    <p:sldId id="310" r:id="rId10"/>
    <p:sldId id="11090119" r:id="rId11"/>
    <p:sldId id="11090120" r:id="rId12"/>
    <p:sldId id="11090123" r:id="rId13"/>
    <p:sldId id="11090126" r:id="rId14"/>
    <p:sldId id="11090127" r:id="rId15"/>
    <p:sldId id="309" r:id="rId16"/>
    <p:sldId id="273" r:id="rId17"/>
    <p:sldId id="288" r:id="rId18"/>
  </p:sldIdLst>
  <p:sldSz cx="12192000" cy="6858000"/>
  <p:notesSz cx="6858000" cy="9144000"/>
  <p:custDataLst>
    <p:tags r:id="rId20"/>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开始" id="{7734A1C5-2DA6-4A33-AF7F-D3C4DF2F5DA3}">
          <p14:sldIdLst>
            <p14:sldId id="11090117"/>
            <p14:sldId id="11090128"/>
            <p14:sldId id="11090121"/>
            <p14:sldId id="284"/>
            <p14:sldId id="11090122"/>
            <p14:sldId id="11090124"/>
            <p14:sldId id="310"/>
            <p14:sldId id="11090119"/>
            <p14:sldId id="11090120"/>
            <p14:sldId id="11090123"/>
            <p14:sldId id="11090126"/>
            <p14:sldId id="11090127"/>
            <p14:sldId id="309"/>
            <p14:sldId id="273"/>
            <p14:sldId id="288"/>
          </p14:sldIdLst>
        </p14:section>
        <p14:section name="结束" id="{E313DF9B-CE10-480F-B763-398289A0129C}">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8AFAB"/>
    <a:srgbClr val="E6E6EE"/>
    <a:srgbClr val="333333"/>
    <a:srgbClr val="6D93AB"/>
    <a:srgbClr val="657890"/>
    <a:srgbClr val="415264"/>
    <a:srgbClr val="6B7F97"/>
    <a:srgbClr val="F4B183"/>
    <a:srgbClr val="7C92AA"/>
    <a:srgbClr val="4F637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72" autoAdjust="0"/>
    <p:restoredTop sz="92023" autoAdjust="0"/>
  </p:normalViewPr>
  <p:slideViewPr>
    <p:cSldViewPr>
      <p:cViewPr varScale="1">
        <p:scale>
          <a:sx n="87" d="100"/>
          <a:sy n="87" d="100"/>
        </p:scale>
        <p:origin x="331" y="82"/>
      </p:cViewPr>
      <p:guideLst>
        <p:guide orient="horz" pos="2160"/>
        <p:guide pos="2880"/>
      </p:guideLst>
    </p:cSldViewPr>
  </p:slideViewPr>
  <p:outlineViewPr>
    <p:cViewPr>
      <p:scale>
        <a:sx n="33" d="100"/>
        <a:sy n="33" d="100"/>
      </p:scale>
      <p:origin x="0" y="0"/>
    </p:cViewPr>
  </p:outlineViewPr>
  <p:notesTextViewPr>
    <p:cViewPr>
      <p:scale>
        <a:sx n="3" d="2"/>
        <a:sy n="3" d="2"/>
      </p:scale>
      <p:origin x="0" y="0"/>
    </p:cViewPr>
  </p:notesTextViewPr>
  <p:sorterViewPr>
    <p:cViewPr varScale="1">
      <p:scale>
        <a:sx n="100" d="100"/>
        <a:sy n="100" d="100"/>
      </p:scale>
      <p:origin x="0" y="-197"/>
    </p:cViewPr>
  </p:sorterViewPr>
  <p:notesViewPr>
    <p:cSldViewPr>
      <p:cViewPr varScale="1">
        <p:scale>
          <a:sx n="79" d="100"/>
          <a:sy n="79" d="100"/>
        </p:scale>
        <p:origin x="1752" y="69"/>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3" Type="http://schemas.openxmlformats.org/officeDocument/2006/relationships/slideMaster" Target="slideMasters/slideMaster3.xml"/><Relationship Id="rId21" Type="http://schemas.openxmlformats.org/officeDocument/2006/relationships/presProps" Target="presProp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tableStyles" Target="tableStyle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theme" Target="theme/theme1.xml"/><Relationship Id="rId10" Type="http://schemas.openxmlformats.org/officeDocument/2006/relationships/slide" Target="slides/slide7.xml"/><Relationship Id="rId19" Type="http://schemas.openxmlformats.org/officeDocument/2006/relationships/notesMaster" Target="notesMasters/notesMaster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C78DFCC-589B-4A60-9C12-59D686ADFEC6}" type="datetimeFigureOut">
              <a:rPr lang="zh-CN" altLang="en-US" smtClean="0"/>
              <a:t>2024/10/14</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5CCC3E0-7DDF-45E7-A937-AD50A2B51CF3}" type="slidenum">
              <a:rPr lang="zh-CN" altLang="en-US" smtClean="0"/>
              <a:t>‹#›</a:t>
            </a:fld>
            <a:endParaRPr lang="zh-CN" altLang="en-US"/>
          </a:p>
        </p:txBody>
      </p:sp>
    </p:spTree>
    <p:extLst>
      <p:ext uri="{BB962C8B-B14F-4D97-AF65-F5344CB8AC3E}">
        <p14:creationId xmlns:p14="http://schemas.microsoft.com/office/powerpoint/2010/main" val="3854864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5CCC3E0-7DDF-45E7-A937-AD50A2B51CF3}" type="slidenum">
              <a:rPr lang="zh-CN" altLang="en-US" smtClean="0"/>
              <a:t>6</a:t>
            </a:fld>
            <a:endParaRPr lang="zh-CN" altLang="en-US"/>
          </a:p>
        </p:txBody>
      </p:sp>
    </p:spTree>
    <p:extLst>
      <p:ext uri="{BB962C8B-B14F-4D97-AF65-F5344CB8AC3E}">
        <p14:creationId xmlns:p14="http://schemas.microsoft.com/office/powerpoint/2010/main" val="18353627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5CCC3E0-7DDF-45E7-A937-AD50A2B51CF3}" type="slidenum">
              <a:rPr lang="zh-CN" altLang="en-US" smtClean="0"/>
              <a:t>8</a:t>
            </a:fld>
            <a:endParaRPr lang="zh-CN" altLang="en-US"/>
          </a:p>
        </p:txBody>
      </p:sp>
    </p:spTree>
    <p:extLst>
      <p:ext uri="{BB962C8B-B14F-4D97-AF65-F5344CB8AC3E}">
        <p14:creationId xmlns:p14="http://schemas.microsoft.com/office/powerpoint/2010/main" val="41471324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5CCC3E0-7DDF-45E7-A937-AD50A2B51CF3}" type="slidenum">
              <a:rPr lang="zh-CN" altLang="en-US" smtClean="0"/>
              <a:t>9</a:t>
            </a:fld>
            <a:endParaRPr lang="zh-CN" altLang="en-US"/>
          </a:p>
        </p:txBody>
      </p:sp>
    </p:spTree>
    <p:extLst>
      <p:ext uri="{BB962C8B-B14F-4D97-AF65-F5344CB8AC3E}">
        <p14:creationId xmlns:p14="http://schemas.microsoft.com/office/powerpoint/2010/main" val="6662799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0"/>
            <a:ext cx="0" cy="0"/>
          </a:xfrm>
        </p:spPr>
      </p:sp>
      <p:sp>
        <p:nvSpPr>
          <p:cNvPr id="3" name="Notes Placeholder 2"/>
          <p:cNvSpPr>
            <a:spLocks noGrp="1"/>
          </p:cNvSpPr>
          <p:nvPr>
            <p:ph type="body" idx="1"/>
          </p:nvPr>
        </p:nvSpPr>
        <p:spPr/>
        <p:txBody>
          <a:bodyPr>
            <a:normAutofit/>
          </a:bodyPr>
          <a:lstStyle/>
          <a:p>
            <a:endParaRPr/>
          </a:p>
        </p:txBody>
      </p:sp>
      <p:sp>
        <p:nvSpPr>
          <p:cNvPr id="4" name="Slide Number Placeholder 3"/>
          <p:cNvSpPr>
            <a:spLocks noGrp="1"/>
          </p:cNvSpPr>
          <p:nvPr>
            <p:ph type="sldNum" sz="quarter" idx="10"/>
          </p:nvPr>
        </p:nvSpPr>
        <p:spPr/>
        <p:txBody>
          <a:bodyPr/>
          <a:lstStyle/>
          <a:p>
            <a:fld id="{6101C5E1-D8E9-464D-A93E-CE21651935A7}" type="slidenum">
              <a:rPr lang="en-US" smtClean="0"/>
              <a:t>15</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空白">
    <p:bg>
      <p:bgPr>
        <a:blipFill>
          <a:blip r:embed="rId2"/>
          <a:stretch>
            <a:fillRect/>
          </a:stretch>
        </a:blipFill>
        <a:effectLst/>
      </p:bgPr>
    </p:bg>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D5CD993E-5DAD-69E8-F31D-B1ED5FB48DAE}"/>
              </a:ext>
            </a:extLst>
          </p:cNvPr>
          <p:cNvSpPr txBox="1"/>
          <p:nvPr userDrawn="1"/>
        </p:nvSpPr>
        <p:spPr>
          <a:xfrm>
            <a:off x="9575964" y="352690"/>
            <a:ext cx="1992149" cy="261610"/>
          </a:xfrm>
          <a:prstGeom prst="rect">
            <a:avLst/>
          </a:prstGeom>
          <a:noFill/>
        </p:spPr>
        <p:txBody>
          <a:bodyPr wrap="square" rtlCol="0">
            <a:spAutoFit/>
          </a:bodyPr>
          <a:lstStyle/>
          <a:p>
            <a:pPr algn="r"/>
            <a:r>
              <a:rPr lang="en-US" altLang="zh-CN" sz="1100" b="1" dirty="0">
                <a:solidFill>
                  <a:srgbClr val="6B7F97"/>
                </a:solidFill>
                <a:latin typeface="微软雅黑" panose="020B0503020204020204" pitchFamily="34" charset="-122"/>
                <a:ea typeface="微软雅黑" panose="020B0503020204020204" pitchFamily="34" charset="-122"/>
                <a:cs typeface="阿里巴巴普惠体 B" panose="00020600040101010101" pitchFamily="18" charset="-122"/>
              </a:rPr>
              <a:t>UNITREE</a:t>
            </a:r>
            <a:r>
              <a:rPr lang="en-US" altLang="zh-CN" sz="1100" b="1" dirty="0">
                <a:solidFill>
                  <a:srgbClr val="55606D"/>
                </a:solidFill>
                <a:latin typeface="微软雅黑" panose="020B0503020204020204" pitchFamily="34" charset="-122"/>
                <a:ea typeface="微软雅黑" panose="020B0503020204020204" pitchFamily="34" charset="-122"/>
                <a:cs typeface="阿里巴巴普惠体 B" panose="00020600040101010101" pitchFamily="18" charset="-122"/>
              </a:rPr>
              <a:t> </a:t>
            </a:r>
            <a:r>
              <a:rPr lang="en-US" altLang="zh-CN" sz="1100" b="1" dirty="0">
                <a:solidFill>
                  <a:srgbClr val="9FA8B3"/>
                </a:solidFill>
                <a:latin typeface="微软雅黑" panose="020B0503020204020204" pitchFamily="34" charset="-122"/>
                <a:ea typeface="微软雅黑" panose="020B0503020204020204" pitchFamily="34" charset="-122"/>
                <a:cs typeface="阿里巴巴普惠体 B" panose="00020600040101010101" pitchFamily="18" charset="-122"/>
              </a:rPr>
              <a:t>ROBOTICS</a:t>
            </a:r>
          </a:p>
        </p:txBody>
      </p:sp>
      <p:cxnSp>
        <p:nvCxnSpPr>
          <p:cNvPr id="7" name="直接连接符 6">
            <a:extLst>
              <a:ext uri="{FF2B5EF4-FFF2-40B4-BE49-F238E27FC236}">
                <a16:creationId xmlns:a16="http://schemas.microsoft.com/office/drawing/2014/main" id="{CAE168DC-9388-E468-B704-B2CB7D256052}"/>
              </a:ext>
            </a:extLst>
          </p:cNvPr>
          <p:cNvCxnSpPr/>
          <p:nvPr userDrawn="1"/>
        </p:nvCxnSpPr>
        <p:spPr>
          <a:xfrm>
            <a:off x="11650980" y="483495"/>
            <a:ext cx="541020" cy="0"/>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7565703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p159:morph option="byChar"/>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1_空白">
    <p:bg>
      <p:bgPr>
        <a:solidFill>
          <a:srgbClr val="E6E6EE"/>
        </a:solidFill>
        <a:effectLst/>
      </p:bgPr>
    </p:bg>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D5CD993E-5DAD-69E8-F31D-B1ED5FB48DAE}"/>
              </a:ext>
            </a:extLst>
          </p:cNvPr>
          <p:cNvSpPr txBox="1"/>
          <p:nvPr userDrawn="1"/>
        </p:nvSpPr>
        <p:spPr>
          <a:xfrm>
            <a:off x="9575964" y="352690"/>
            <a:ext cx="1992149" cy="261610"/>
          </a:xfrm>
          <a:prstGeom prst="rect">
            <a:avLst/>
          </a:prstGeom>
          <a:noFill/>
        </p:spPr>
        <p:txBody>
          <a:bodyPr wrap="square" rtlCol="0">
            <a:spAutoFit/>
          </a:bodyPr>
          <a:lstStyle/>
          <a:p>
            <a:pPr algn="r"/>
            <a:r>
              <a:rPr lang="en-US" altLang="zh-CN" sz="1100" b="1" dirty="0">
                <a:solidFill>
                  <a:srgbClr val="6B7F97"/>
                </a:solidFill>
                <a:latin typeface="微软雅黑" panose="020B0503020204020204" pitchFamily="34" charset="-122"/>
                <a:ea typeface="微软雅黑" panose="020B0503020204020204" pitchFamily="34" charset="-122"/>
                <a:cs typeface="阿里巴巴普惠体 B" panose="00020600040101010101" pitchFamily="18" charset="-122"/>
              </a:rPr>
              <a:t>UNITREE</a:t>
            </a:r>
            <a:r>
              <a:rPr lang="en-US" altLang="zh-CN" sz="1100" b="1" dirty="0">
                <a:solidFill>
                  <a:srgbClr val="55606D"/>
                </a:solidFill>
                <a:latin typeface="微软雅黑" panose="020B0503020204020204" pitchFamily="34" charset="-122"/>
                <a:ea typeface="微软雅黑" panose="020B0503020204020204" pitchFamily="34" charset="-122"/>
                <a:cs typeface="阿里巴巴普惠体 B" panose="00020600040101010101" pitchFamily="18" charset="-122"/>
              </a:rPr>
              <a:t> </a:t>
            </a:r>
            <a:r>
              <a:rPr lang="en-US" altLang="zh-CN" sz="1100" b="1" dirty="0">
                <a:solidFill>
                  <a:srgbClr val="9FA8B3"/>
                </a:solidFill>
                <a:latin typeface="微软雅黑" panose="020B0503020204020204" pitchFamily="34" charset="-122"/>
                <a:ea typeface="微软雅黑" panose="020B0503020204020204" pitchFamily="34" charset="-122"/>
                <a:cs typeface="阿里巴巴普惠体 B" panose="00020600040101010101" pitchFamily="18" charset="-122"/>
              </a:rPr>
              <a:t>ROBOTICS</a:t>
            </a:r>
          </a:p>
        </p:txBody>
      </p:sp>
      <p:cxnSp>
        <p:nvCxnSpPr>
          <p:cNvPr id="7" name="直接连接符 6">
            <a:extLst>
              <a:ext uri="{FF2B5EF4-FFF2-40B4-BE49-F238E27FC236}">
                <a16:creationId xmlns:a16="http://schemas.microsoft.com/office/drawing/2014/main" id="{CAE168DC-9388-E468-B704-B2CB7D256052}"/>
              </a:ext>
            </a:extLst>
          </p:cNvPr>
          <p:cNvCxnSpPr/>
          <p:nvPr userDrawn="1"/>
        </p:nvCxnSpPr>
        <p:spPr>
          <a:xfrm>
            <a:off x="11650980" y="483495"/>
            <a:ext cx="541020" cy="0"/>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6107689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p159:morph option="byChar"/>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自定义版式">
    <p:bg>
      <p:bgRef idx="1001">
        <a:schemeClr val="bg1"/>
      </p:bgRef>
    </p:bg>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7D5039D7-41B9-05E7-76B8-5CE2DABFDA99}"/>
              </a:ext>
            </a:extLst>
          </p:cNvPr>
          <p:cNvSpPr txBox="1"/>
          <p:nvPr userDrawn="1"/>
        </p:nvSpPr>
        <p:spPr>
          <a:xfrm>
            <a:off x="9575964" y="352690"/>
            <a:ext cx="1992149" cy="261610"/>
          </a:xfrm>
          <a:prstGeom prst="rect">
            <a:avLst/>
          </a:prstGeom>
          <a:noFill/>
        </p:spPr>
        <p:txBody>
          <a:bodyPr wrap="square" rtlCol="0">
            <a:spAutoFit/>
          </a:bodyPr>
          <a:lstStyle/>
          <a:p>
            <a:pPr algn="r"/>
            <a:r>
              <a:rPr lang="en-US" altLang="zh-CN" sz="1100" b="1" dirty="0">
                <a:solidFill>
                  <a:srgbClr val="6B7F97"/>
                </a:solidFill>
                <a:latin typeface="微软雅黑" panose="020B0503020204020204" pitchFamily="34" charset="-122"/>
                <a:ea typeface="微软雅黑" panose="020B0503020204020204" pitchFamily="34" charset="-122"/>
                <a:cs typeface="阿里巴巴普惠体 B" panose="00020600040101010101" pitchFamily="18" charset="-122"/>
              </a:rPr>
              <a:t>UNITREE</a:t>
            </a:r>
            <a:r>
              <a:rPr lang="en-US" altLang="zh-CN" sz="1100" b="1" dirty="0">
                <a:solidFill>
                  <a:srgbClr val="55606D"/>
                </a:solidFill>
                <a:latin typeface="微软雅黑" panose="020B0503020204020204" pitchFamily="34" charset="-122"/>
                <a:ea typeface="微软雅黑" panose="020B0503020204020204" pitchFamily="34" charset="-122"/>
                <a:cs typeface="阿里巴巴普惠体 B" panose="00020600040101010101" pitchFamily="18" charset="-122"/>
              </a:rPr>
              <a:t> </a:t>
            </a:r>
            <a:r>
              <a:rPr lang="en-US" altLang="zh-CN" sz="1100" b="1" dirty="0">
                <a:solidFill>
                  <a:srgbClr val="9FA8B3"/>
                </a:solidFill>
                <a:latin typeface="微软雅黑" panose="020B0503020204020204" pitchFamily="34" charset="-122"/>
                <a:ea typeface="微软雅黑" panose="020B0503020204020204" pitchFamily="34" charset="-122"/>
                <a:cs typeface="阿里巴巴普惠体 B" panose="00020600040101010101" pitchFamily="18" charset="-122"/>
              </a:rPr>
              <a:t>ROBOTICS</a:t>
            </a:r>
          </a:p>
        </p:txBody>
      </p:sp>
      <p:cxnSp>
        <p:nvCxnSpPr>
          <p:cNvPr id="4" name="直接连接符 3">
            <a:extLst>
              <a:ext uri="{FF2B5EF4-FFF2-40B4-BE49-F238E27FC236}">
                <a16:creationId xmlns:a16="http://schemas.microsoft.com/office/drawing/2014/main" id="{B5854293-DABE-4291-834E-A1631254A371}"/>
              </a:ext>
            </a:extLst>
          </p:cNvPr>
          <p:cNvCxnSpPr/>
          <p:nvPr userDrawn="1"/>
        </p:nvCxnSpPr>
        <p:spPr>
          <a:xfrm>
            <a:off x="11650980" y="483495"/>
            <a:ext cx="541020" cy="0"/>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9223512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p159:morph option="byChar"/>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6_自定义版式">
    <p:spTree>
      <p:nvGrpSpPr>
        <p:cNvPr id="1" name=""/>
        <p:cNvGrpSpPr/>
        <p:nvPr/>
      </p:nvGrpSpPr>
      <p:grpSpPr>
        <a:xfrm>
          <a:off x="0" y="0"/>
          <a:ext cx="0" cy="0"/>
          <a:chOff x="0" y="0"/>
          <a:chExt cx="0" cy="0"/>
        </a:xfrm>
      </p:grpSpPr>
      <p:sp>
        <p:nvSpPr>
          <p:cNvPr id="13" name="图片占位符 12"/>
          <p:cNvSpPr>
            <a:spLocks noGrp="1"/>
          </p:cNvSpPr>
          <p:nvPr>
            <p:ph type="pic" sz="quarter" idx="10"/>
          </p:nvPr>
        </p:nvSpPr>
        <p:spPr>
          <a:xfrm>
            <a:off x="1074057" y="1691297"/>
            <a:ext cx="2946400" cy="3270775"/>
          </a:xfrm>
          <a:custGeom>
            <a:avLst/>
            <a:gdLst>
              <a:gd name="connsiteX0" fmla="*/ 0 w 2946400"/>
              <a:gd name="connsiteY0" fmla="*/ 0 h 3270775"/>
              <a:gd name="connsiteX1" fmla="*/ 2946400 w 2946400"/>
              <a:gd name="connsiteY1" fmla="*/ 0 h 3270775"/>
              <a:gd name="connsiteX2" fmla="*/ 2946400 w 2946400"/>
              <a:gd name="connsiteY2" fmla="*/ 3270775 h 3270775"/>
              <a:gd name="connsiteX3" fmla="*/ 0 w 2946400"/>
              <a:gd name="connsiteY3" fmla="*/ 3270775 h 3270775"/>
            </a:gdLst>
            <a:ahLst/>
            <a:cxnLst>
              <a:cxn ang="0">
                <a:pos x="connsiteX0" y="connsiteY0"/>
              </a:cxn>
              <a:cxn ang="0">
                <a:pos x="connsiteX1" y="connsiteY1"/>
              </a:cxn>
              <a:cxn ang="0">
                <a:pos x="connsiteX2" y="connsiteY2"/>
              </a:cxn>
              <a:cxn ang="0">
                <a:pos x="connsiteX3" y="connsiteY3"/>
              </a:cxn>
            </a:cxnLst>
            <a:rect l="l" t="t" r="r" b="b"/>
            <a:pathLst>
              <a:path w="2946400" h="3270775">
                <a:moveTo>
                  <a:pt x="0" y="0"/>
                </a:moveTo>
                <a:lnTo>
                  <a:pt x="2946400" y="0"/>
                </a:lnTo>
                <a:lnTo>
                  <a:pt x="2946400" y="3270775"/>
                </a:lnTo>
                <a:lnTo>
                  <a:pt x="0" y="3270775"/>
                </a:lnTo>
                <a:close/>
              </a:path>
            </a:pathLst>
          </a:custGeom>
        </p:spPr>
        <p:txBody>
          <a:bodyPr wrap="square">
            <a:noAutofit/>
          </a:bodyPr>
          <a:lstStyle/>
          <a:p>
            <a:endParaRPr lang="zh-CN" altLang="en-US" dirty="0"/>
          </a:p>
        </p:txBody>
      </p:sp>
      <p:sp>
        <p:nvSpPr>
          <p:cNvPr id="14" name="图片占位符 13"/>
          <p:cNvSpPr>
            <a:spLocks noGrp="1"/>
          </p:cNvSpPr>
          <p:nvPr>
            <p:ph type="pic" sz="quarter" idx="11"/>
          </p:nvPr>
        </p:nvSpPr>
        <p:spPr>
          <a:xfrm>
            <a:off x="4622800" y="1691297"/>
            <a:ext cx="2946400" cy="3270775"/>
          </a:xfrm>
          <a:custGeom>
            <a:avLst/>
            <a:gdLst>
              <a:gd name="connsiteX0" fmla="*/ 0 w 2946400"/>
              <a:gd name="connsiteY0" fmla="*/ 0 h 3270775"/>
              <a:gd name="connsiteX1" fmla="*/ 2946400 w 2946400"/>
              <a:gd name="connsiteY1" fmla="*/ 0 h 3270775"/>
              <a:gd name="connsiteX2" fmla="*/ 2946400 w 2946400"/>
              <a:gd name="connsiteY2" fmla="*/ 3270775 h 3270775"/>
              <a:gd name="connsiteX3" fmla="*/ 0 w 2946400"/>
              <a:gd name="connsiteY3" fmla="*/ 3270775 h 3270775"/>
            </a:gdLst>
            <a:ahLst/>
            <a:cxnLst>
              <a:cxn ang="0">
                <a:pos x="connsiteX0" y="connsiteY0"/>
              </a:cxn>
              <a:cxn ang="0">
                <a:pos x="connsiteX1" y="connsiteY1"/>
              </a:cxn>
              <a:cxn ang="0">
                <a:pos x="connsiteX2" y="connsiteY2"/>
              </a:cxn>
              <a:cxn ang="0">
                <a:pos x="connsiteX3" y="connsiteY3"/>
              </a:cxn>
            </a:cxnLst>
            <a:rect l="l" t="t" r="r" b="b"/>
            <a:pathLst>
              <a:path w="2946400" h="3270775">
                <a:moveTo>
                  <a:pt x="0" y="0"/>
                </a:moveTo>
                <a:lnTo>
                  <a:pt x="2946400" y="0"/>
                </a:lnTo>
                <a:lnTo>
                  <a:pt x="2946400" y="3270775"/>
                </a:lnTo>
                <a:lnTo>
                  <a:pt x="0" y="3270775"/>
                </a:lnTo>
                <a:close/>
              </a:path>
            </a:pathLst>
          </a:custGeom>
        </p:spPr>
        <p:txBody>
          <a:bodyPr wrap="square">
            <a:noAutofit/>
          </a:bodyPr>
          <a:lstStyle/>
          <a:p>
            <a:endParaRPr lang="zh-CN" altLang="en-US" dirty="0"/>
          </a:p>
        </p:txBody>
      </p:sp>
      <p:sp>
        <p:nvSpPr>
          <p:cNvPr id="15" name="图片占位符 14"/>
          <p:cNvSpPr>
            <a:spLocks noGrp="1"/>
          </p:cNvSpPr>
          <p:nvPr>
            <p:ph type="pic" sz="quarter" idx="12"/>
          </p:nvPr>
        </p:nvSpPr>
        <p:spPr>
          <a:xfrm>
            <a:off x="8171543" y="1691297"/>
            <a:ext cx="2946400" cy="3270775"/>
          </a:xfrm>
          <a:custGeom>
            <a:avLst/>
            <a:gdLst>
              <a:gd name="connsiteX0" fmla="*/ 0 w 2946400"/>
              <a:gd name="connsiteY0" fmla="*/ 0 h 3270775"/>
              <a:gd name="connsiteX1" fmla="*/ 2946400 w 2946400"/>
              <a:gd name="connsiteY1" fmla="*/ 0 h 3270775"/>
              <a:gd name="connsiteX2" fmla="*/ 2946400 w 2946400"/>
              <a:gd name="connsiteY2" fmla="*/ 3270775 h 3270775"/>
              <a:gd name="connsiteX3" fmla="*/ 0 w 2946400"/>
              <a:gd name="connsiteY3" fmla="*/ 3270775 h 3270775"/>
            </a:gdLst>
            <a:ahLst/>
            <a:cxnLst>
              <a:cxn ang="0">
                <a:pos x="connsiteX0" y="connsiteY0"/>
              </a:cxn>
              <a:cxn ang="0">
                <a:pos x="connsiteX1" y="connsiteY1"/>
              </a:cxn>
              <a:cxn ang="0">
                <a:pos x="connsiteX2" y="connsiteY2"/>
              </a:cxn>
              <a:cxn ang="0">
                <a:pos x="connsiteX3" y="connsiteY3"/>
              </a:cxn>
            </a:cxnLst>
            <a:rect l="l" t="t" r="r" b="b"/>
            <a:pathLst>
              <a:path w="2946400" h="3270775">
                <a:moveTo>
                  <a:pt x="0" y="0"/>
                </a:moveTo>
                <a:lnTo>
                  <a:pt x="2946400" y="0"/>
                </a:lnTo>
                <a:lnTo>
                  <a:pt x="2946400" y="3270775"/>
                </a:lnTo>
                <a:lnTo>
                  <a:pt x="0" y="3270775"/>
                </a:lnTo>
                <a:close/>
              </a:path>
            </a:pathLst>
          </a:custGeom>
        </p:spPr>
        <p:txBody>
          <a:bodyPr wrap="square">
            <a:noAutofit/>
          </a:bodyPr>
          <a:lstStyle/>
          <a:p>
            <a:endParaRPr lang="zh-CN" altLang="en-US" dirty="0"/>
          </a:p>
        </p:txBody>
      </p:sp>
    </p:spTree>
    <p:extLst>
      <p:ext uri="{BB962C8B-B14F-4D97-AF65-F5344CB8AC3E}">
        <p14:creationId xmlns:p14="http://schemas.microsoft.com/office/powerpoint/2010/main" val="4163741468"/>
      </p:ext>
    </p:extLst>
  </p:cSld>
  <p:clrMapOvr>
    <a:masterClrMapping/>
  </p:clrMapOvr>
  <mc:AlternateContent xmlns:mc="http://schemas.openxmlformats.org/markup-compatibility/2006" xmlns:p159="http://schemas.microsoft.com/office/powerpoint/2015/09/main">
    <mc:Choice Requires="p159">
      <p:transition>
        <p159:morph option="byChar"/>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F951F176-63CE-4A62-A32A-081AB31456BB}" type="datetimeFigureOut">
              <a:rPr lang="zh-CN" altLang="en-US" smtClean="0"/>
              <a:t>2024/10/14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C51B726-528B-4334-9AFE-44EC5CA45AB7}" type="slidenum">
              <a:rPr lang="zh-CN" altLang="en-US" smtClean="0"/>
              <a:t>‹#›</a:t>
            </a:fld>
            <a:endParaRPr lang="zh-CN" altLang="en-US"/>
          </a:p>
        </p:txBody>
      </p:sp>
    </p:spTree>
    <p:extLst>
      <p:ext uri="{BB962C8B-B14F-4D97-AF65-F5344CB8AC3E}">
        <p14:creationId xmlns:p14="http://schemas.microsoft.com/office/powerpoint/2010/main" val="3054589192"/>
      </p:ext>
    </p:extLst>
  </p:cSld>
  <p:clrMapOvr>
    <a:masterClrMapping/>
  </p:clrMapOvr>
  <mc:AlternateContent xmlns:mc="http://schemas.openxmlformats.org/markup-compatibility/2006" xmlns:p159="http://schemas.microsoft.com/office/powerpoint/2015/09/main">
    <mc:Choice Requires="p159">
      <p:transition>
        <p159:morph option="byChar"/>
      </p:transition>
    </mc:Choice>
    <mc:Fallback xmlns="">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F951F176-63CE-4A62-A32A-081AB31456BB}" type="datetimeFigureOut">
              <a:rPr lang="zh-CN" altLang="en-US" smtClean="0"/>
              <a:t>2024/10/14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C51B726-528B-4334-9AFE-44EC5CA45AB7}" type="slidenum">
              <a:rPr lang="zh-CN" altLang="en-US" smtClean="0"/>
              <a:t>‹#›</a:t>
            </a:fld>
            <a:endParaRPr lang="zh-CN" altLang="en-US"/>
          </a:p>
        </p:txBody>
      </p:sp>
    </p:spTree>
    <p:extLst>
      <p:ext uri="{BB962C8B-B14F-4D97-AF65-F5344CB8AC3E}">
        <p14:creationId xmlns:p14="http://schemas.microsoft.com/office/powerpoint/2010/main" val="2749885385"/>
      </p:ext>
    </p:extLst>
  </p:cSld>
  <p:clrMapOvr>
    <a:masterClrMapping/>
  </p:clrMapOvr>
  <mc:AlternateContent xmlns:mc="http://schemas.openxmlformats.org/markup-compatibility/2006" xmlns:p159="http://schemas.microsoft.com/office/powerpoint/2015/09/main">
    <mc:Choice Requires="p159">
      <p:transition>
        <p159:morph option="byChar"/>
      </p:transition>
    </mc:Choice>
    <mc:Fallback xmlns="">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F951F176-63CE-4A62-A32A-081AB31456BB}" type="datetimeFigureOut">
              <a:rPr lang="zh-CN" altLang="en-US" smtClean="0"/>
              <a:t>2024/10/14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C51B726-528B-4334-9AFE-44EC5CA45AB7}" type="slidenum">
              <a:rPr lang="zh-CN" altLang="en-US" smtClean="0"/>
              <a:t>‹#›</a:t>
            </a:fld>
            <a:endParaRPr lang="zh-CN" altLang="en-US"/>
          </a:p>
        </p:txBody>
      </p:sp>
    </p:spTree>
    <p:extLst>
      <p:ext uri="{BB962C8B-B14F-4D97-AF65-F5344CB8AC3E}">
        <p14:creationId xmlns:p14="http://schemas.microsoft.com/office/powerpoint/2010/main" val="1204392621"/>
      </p:ext>
    </p:extLst>
  </p:cSld>
  <p:clrMapOvr>
    <a:masterClrMapping/>
  </p:clrMapOvr>
  <mc:AlternateContent xmlns:mc="http://schemas.openxmlformats.org/markup-compatibility/2006" xmlns:p159="http://schemas.microsoft.com/office/powerpoint/2015/09/main">
    <mc:Choice Requires="p159">
      <p:transition>
        <p159:morph option="byChar"/>
      </p:transition>
    </mc:Choice>
    <mc:Fallback xmlns="">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F951F176-63CE-4A62-A32A-081AB31456BB}" type="datetimeFigureOut">
              <a:rPr lang="zh-CN" altLang="en-US" smtClean="0"/>
              <a:t>2024/10/14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C51B726-528B-4334-9AFE-44EC5CA45AB7}" type="slidenum">
              <a:rPr lang="zh-CN" altLang="en-US" smtClean="0"/>
              <a:t>‹#›</a:t>
            </a:fld>
            <a:endParaRPr lang="zh-CN" altLang="en-US"/>
          </a:p>
        </p:txBody>
      </p:sp>
    </p:spTree>
    <p:extLst>
      <p:ext uri="{BB962C8B-B14F-4D97-AF65-F5344CB8AC3E}">
        <p14:creationId xmlns:p14="http://schemas.microsoft.com/office/powerpoint/2010/main" val="2590681374"/>
      </p:ext>
    </p:extLst>
  </p:cSld>
  <p:clrMapOvr>
    <a:masterClrMapping/>
  </p:clrMapOvr>
  <mc:AlternateContent xmlns:mc="http://schemas.openxmlformats.org/markup-compatibility/2006" xmlns:p159="http://schemas.microsoft.com/office/powerpoint/2015/09/main">
    <mc:Choice Requires="p159">
      <p:transition>
        <p159:morph option="byChar"/>
      </p:transition>
    </mc:Choice>
    <mc:Fallback xmlns="">
      <p:transition>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F951F176-63CE-4A62-A32A-081AB31456BB}" type="datetimeFigureOut">
              <a:rPr lang="zh-CN" altLang="en-US" smtClean="0"/>
              <a:t>2024/10/14</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BC51B726-528B-4334-9AFE-44EC5CA45AB7}" type="slidenum">
              <a:rPr lang="zh-CN" altLang="en-US" smtClean="0"/>
              <a:t>‹#›</a:t>
            </a:fld>
            <a:endParaRPr lang="zh-CN" altLang="en-US"/>
          </a:p>
        </p:txBody>
      </p:sp>
    </p:spTree>
    <p:extLst>
      <p:ext uri="{BB962C8B-B14F-4D97-AF65-F5344CB8AC3E}">
        <p14:creationId xmlns:p14="http://schemas.microsoft.com/office/powerpoint/2010/main" val="3945098071"/>
      </p:ext>
    </p:extLst>
  </p:cSld>
  <p:clrMapOvr>
    <a:masterClrMapping/>
  </p:clrMapOvr>
  <mc:AlternateContent xmlns:mc="http://schemas.openxmlformats.org/markup-compatibility/2006" xmlns:p159="http://schemas.microsoft.com/office/powerpoint/2015/09/main">
    <mc:Choice Requires="p159">
      <p:transition>
        <p159:morph option="byChar"/>
      </p:transition>
    </mc:Choice>
    <mc:Fallback xmlns="">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F951F176-63CE-4A62-A32A-081AB31456BB}" type="datetimeFigureOut">
              <a:rPr lang="zh-CN" altLang="en-US" smtClean="0"/>
              <a:t>2024/10/14</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BC51B726-528B-4334-9AFE-44EC5CA45AB7}" type="slidenum">
              <a:rPr lang="zh-CN" altLang="en-US" smtClean="0"/>
              <a:t>‹#›</a:t>
            </a:fld>
            <a:endParaRPr lang="zh-CN" altLang="en-US"/>
          </a:p>
        </p:txBody>
      </p:sp>
    </p:spTree>
    <p:extLst>
      <p:ext uri="{BB962C8B-B14F-4D97-AF65-F5344CB8AC3E}">
        <p14:creationId xmlns:p14="http://schemas.microsoft.com/office/powerpoint/2010/main" val="928119912"/>
      </p:ext>
    </p:extLst>
  </p:cSld>
  <p:clrMapOvr>
    <a:masterClrMapping/>
  </p:clrMapOvr>
  <mc:AlternateContent xmlns:mc="http://schemas.openxmlformats.org/markup-compatibility/2006" xmlns:p159="http://schemas.microsoft.com/office/powerpoint/2015/09/main">
    <mc:Choice Requires="p159">
      <p:transition>
        <p159:morph option="byChar"/>
      </p:transition>
    </mc:Choice>
    <mc:Fallback xmlns="">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F951F176-63CE-4A62-A32A-081AB31456BB}" type="datetimeFigureOut">
              <a:rPr lang="zh-CN" altLang="en-US" smtClean="0"/>
              <a:t>2024/10/14</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BC51B726-528B-4334-9AFE-44EC5CA45AB7}" type="slidenum">
              <a:rPr lang="zh-CN" altLang="en-US" smtClean="0"/>
              <a:t>‹#›</a:t>
            </a:fld>
            <a:endParaRPr lang="zh-CN" altLang="en-US"/>
          </a:p>
        </p:txBody>
      </p:sp>
    </p:spTree>
    <p:extLst>
      <p:ext uri="{BB962C8B-B14F-4D97-AF65-F5344CB8AC3E}">
        <p14:creationId xmlns:p14="http://schemas.microsoft.com/office/powerpoint/2010/main" val="3471183886"/>
      </p:ext>
    </p:extLst>
  </p:cSld>
  <p:clrMapOvr>
    <a:masterClrMapping/>
  </p:clrMapOvr>
  <mc:AlternateContent xmlns:mc="http://schemas.openxmlformats.org/markup-compatibility/2006" xmlns:p159="http://schemas.microsoft.com/office/powerpoint/2015/09/main">
    <mc:Choice Requires="p159">
      <p:transition>
        <p159:morph option="byChar"/>
      </p:transition>
    </mc:Choice>
    <mc:Fallback xmlns="">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F951F176-63CE-4A62-A32A-081AB31456BB}" type="datetimeFigureOut">
              <a:rPr lang="zh-CN" altLang="en-US" smtClean="0"/>
              <a:t>2024/10/14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C51B726-528B-4334-9AFE-44EC5CA45AB7}" type="slidenum">
              <a:rPr lang="zh-CN" altLang="en-US" smtClean="0"/>
              <a:t>‹#›</a:t>
            </a:fld>
            <a:endParaRPr lang="zh-CN" altLang="en-US"/>
          </a:p>
        </p:txBody>
      </p:sp>
    </p:spTree>
    <p:extLst>
      <p:ext uri="{BB962C8B-B14F-4D97-AF65-F5344CB8AC3E}">
        <p14:creationId xmlns:p14="http://schemas.microsoft.com/office/powerpoint/2010/main" val="2330862940"/>
      </p:ext>
    </p:extLst>
  </p:cSld>
  <p:clrMapOvr>
    <a:masterClrMapping/>
  </p:clrMapOvr>
  <mc:AlternateContent xmlns:mc="http://schemas.openxmlformats.org/markup-compatibility/2006" xmlns:p159="http://schemas.microsoft.com/office/powerpoint/2015/09/main">
    <mc:Choice Requires="p159">
      <p:transition>
        <p159:morph option="byChar"/>
      </p:transition>
    </mc:Choice>
    <mc:Fallback xmlns="">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F951F176-63CE-4A62-A32A-081AB31456BB}" type="datetimeFigureOut">
              <a:rPr lang="zh-CN" altLang="en-US" smtClean="0"/>
              <a:t>2024/10/14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C51B726-528B-4334-9AFE-44EC5CA45AB7}" type="slidenum">
              <a:rPr lang="zh-CN" altLang="en-US" smtClean="0"/>
              <a:t>‹#›</a:t>
            </a:fld>
            <a:endParaRPr lang="zh-CN" altLang="en-US"/>
          </a:p>
        </p:txBody>
      </p:sp>
    </p:spTree>
    <p:extLst>
      <p:ext uri="{BB962C8B-B14F-4D97-AF65-F5344CB8AC3E}">
        <p14:creationId xmlns:p14="http://schemas.microsoft.com/office/powerpoint/2010/main" val="1855571311"/>
      </p:ext>
    </p:extLst>
  </p:cSld>
  <p:clrMapOvr>
    <a:masterClrMapping/>
  </p:clrMapOvr>
  <mc:AlternateContent xmlns:mc="http://schemas.openxmlformats.org/markup-compatibility/2006" xmlns:p159="http://schemas.microsoft.com/office/powerpoint/2015/09/main">
    <mc:Choice Requires="p159">
      <p:transition>
        <p159:morph option="byChar"/>
      </p:transition>
    </mc:Choice>
    <mc:Fallback xmlns="">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F951F176-63CE-4A62-A32A-081AB31456BB}" type="datetimeFigureOut">
              <a:rPr lang="zh-CN" altLang="en-US" smtClean="0"/>
              <a:t>2024/10/14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C51B726-528B-4334-9AFE-44EC5CA45AB7}" type="slidenum">
              <a:rPr lang="zh-CN" altLang="en-US" smtClean="0"/>
              <a:t>‹#›</a:t>
            </a:fld>
            <a:endParaRPr lang="zh-CN" altLang="en-US"/>
          </a:p>
        </p:txBody>
      </p:sp>
    </p:spTree>
    <p:extLst>
      <p:ext uri="{BB962C8B-B14F-4D97-AF65-F5344CB8AC3E}">
        <p14:creationId xmlns:p14="http://schemas.microsoft.com/office/powerpoint/2010/main" val="721275333"/>
      </p:ext>
    </p:extLst>
  </p:cSld>
  <p:clrMapOvr>
    <a:masterClrMapping/>
  </p:clrMapOvr>
  <mc:AlternateContent xmlns:mc="http://schemas.openxmlformats.org/markup-compatibility/2006" xmlns:p159="http://schemas.microsoft.com/office/powerpoint/2015/09/main">
    <mc:Choice Requires="p159">
      <p:transition>
        <p159:morph option="byChar"/>
      </p:transition>
    </mc:Choice>
    <mc:Fallback xmlns="">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F951F176-63CE-4A62-A32A-081AB31456BB}" type="datetimeFigureOut">
              <a:rPr lang="zh-CN" altLang="en-US" smtClean="0"/>
              <a:t>2024/10/14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C51B726-528B-4334-9AFE-44EC5CA45AB7}" type="slidenum">
              <a:rPr lang="zh-CN" altLang="en-US" smtClean="0"/>
              <a:t>‹#›</a:t>
            </a:fld>
            <a:endParaRPr lang="zh-CN" altLang="en-US"/>
          </a:p>
        </p:txBody>
      </p:sp>
    </p:spTree>
    <p:extLst>
      <p:ext uri="{BB962C8B-B14F-4D97-AF65-F5344CB8AC3E}">
        <p14:creationId xmlns:p14="http://schemas.microsoft.com/office/powerpoint/2010/main" val="3610839582"/>
      </p:ext>
    </p:extLst>
  </p:cSld>
  <p:clrMapOvr>
    <a:masterClrMapping/>
  </p:clrMapOvr>
  <mc:AlternateContent xmlns:mc="http://schemas.openxmlformats.org/markup-compatibility/2006" xmlns:p159="http://schemas.microsoft.com/office/powerpoint/2015/09/main">
    <mc:Choice Requires="p159">
      <p:transition>
        <p159:morph option="byChar"/>
      </p:transition>
    </mc:Choice>
    <mc:Fallback xmlns="">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1" y="2130620"/>
            <a:ext cx="10363202" cy="1470160"/>
          </a:xfrm>
        </p:spPr>
        <p:txBody>
          <a:bodyPr/>
          <a:lstStyle/>
          <a:p>
            <a:r>
              <a:rPr lang="zh-CN" altLang="en-US"/>
              <a:t>单击此处编辑母版标题样式</a:t>
            </a:r>
          </a:p>
        </p:txBody>
      </p:sp>
      <p:sp>
        <p:nvSpPr>
          <p:cNvPr id="3" name="副标题 2"/>
          <p:cNvSpPr>
            <a:spLocks noGrp="1"/>
          </p:cNvSpPr>
          <p:nvPr>
            <p:ph type="subTitle" idx="1"/>
          </p:nvPr>
        </p:nvSpPr>
        <p:spPr>
          <a:xfrm>
            <a:off x="1828801" y="3886557"/>
            <a:ext cx="8534402" cy="1752761"/>
          </a:xfrm>
        </p:spPr>
        <p:txBody>
          <a:bodyPr/>
          <a:lstStyle>
            <a:lvl1pPr marL="0" indent="0" algn="ctr">
              <a:buNone/>
              <a:defRPr>
                <a:solidFill>
                  <a:schemeClr val="tx1">
                    <a:tint val="75000"/>
                  </a:schemeClr>
                </a:solidFill>
              </a:defRPr>
            </a:lvl1pPr>
            <a:lvl2pPr marL="427841" indent="0" algn="ctr">
              <a:buNone/>
              <a:defRPr>
                <a:solidFill>
                  <a:schemeClr val="tx1">
                    <a:tint val="75000"/>
                  </a:schemeClr>
                </a:solidFill>
              </a:defRPr>
            </a:lvl2pPr>
            <a:lvl3pPr marL="854928" indent="0" algn="ctr">
              <a:buNone/>
              <a:defRPr>
                <a:solidFill>
                  <a:schemeClr val="tx1">
                    <a:tint val="75000"/>
                  </a:schemeClr>
                </a:solidFill>
              </a:defRPr>
            </a:lvl3pPr>
            <a:lvl4pPr marL="1282770" indent="0" algn="ctr">
              <a:buNone/>
              <a:defRPr>
                <a:solidFill>
                  <a:schemeClr val="tx1">
                    <a:tint val="75000"/>
                  </a:schemeClr>
                </a:solidFill>
              </a:defRPr>
            </a:lvl4pPr>
            <a:lvl5pPr marL="1709857" indent="0" algn="ctr">
              <a:buNone/>
              <a:defRPr>
                <a:solidFill>
                  <a:schemeClr val="tx1">
                    <a:tint val="75000"/>
                  </a:schemeClr>
                </a:solidFill>
              </a:defRPr>
            </a:lvl5pPr>
            <a:lvl6pPr marL="2137698" indent="0" algn="ctr">
              <a:buNone/>
              <a:defRPr>
                <a:solidFill>
                  <a:schemeClr val="tx1">
                    <a:tint val="75000"/>
                  </a:schemeClr>
                </a:solidFill>
              </a:defRPr>
            </a:lvl6pPr>
            <a:lvl7pPr marL="2564785" indent="0" algn="ctr">
              <a:buNone/>
              <a:defRPr>
                <a:solidFill>
                  <a:schemeClr val="tx1">
                    <a:tint val="75000"/>
                  </a:schemeClr>
                </a:solidFill>
              </a:defRPr>
            </a:lvl7pPr>
            <a:lvl8pPr marL="2992627" indent="0" algn="ctr">
              <a:buNone/>
              <a:defRPr>
                <a:solidFill>
                  <a:schemeClr val="tx1">
                    <a:tint val="75000"/>
                  </a:schemeClr>
                </a:solidFill>
              </a:defRPr>
            </a:lvl8pPr>
            <a:lvl9pPr marL="3419714"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65D6143D-C007-4F7D-8B9B-81A7FCC12036}" type="datetimeFigureOut">
              <a:rPr lang="zh-CN" altLang="en-US" smtClean="0"/>
              <a:t>2024/10/14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CC7CE68-6336-48CD-AE7B-F127D826DA1E}" type="slidenum">
              <a:rPr lang="zh-CN" altLang="en-US" smtClean="0"/>
              <a:t>‹#›</a:t>
            </a:fld>
            <a:endParaRPr lang="zh-CN" altLang="en-US"/>
          </a:p>
        </p:txBody>
      </p:sp>
    </p:spTree>
    <p:extLst>
      <p:ext uri="{BB962C8B-B14F-4D97-AF65-F5344CB8AC3E}">
        <p14:creationId xmlns:p14="http://schemas.microsoft.com/office/powerpoint/2010/main" val="33956499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65D6143D-C007-4F7D-8B9B-81A7FCC12036}" type="datetimeFigureOut">
              <a:rPr lang="zh-CN" altLang="en-US" smtClean="0"/>
              <a:t>2024/10/14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CC7CE68-6336-48CD-AE7B-F127D826DA1E}" type="slidenum">
              <a:rPr lang="zh-CN" altLang="en-US" smtClean="0"/>
              <a:t>‹#›</a:t>
            </a:fld>
            <a:endParaRPr lang="zh-CN" altLang="en-US"/>
          </a:p>
        </p:txBody>
      </p:sp>
    </p:spTree>
    <p:extLst>
      <p:ext uri="{BB962C8B-B14F-4D97-AF65-F5344CB8AC3E}">
        <p14:creationId xmlns:p14="http://schemas.microsoft.com/office/powerpoint/2010/main" val="249041844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6" y="4407305"/>
            <a:ext cx="10363202" cy="1362200"/>
          </a:xfrm>
        </p:spPr>
        <p:txBody>
          <a:bodyPr anchor="t"/>
          <a:lstStyle>
            <a:lvl1pPr algn="l">
              <a:defRPr sz="3743" b="1" cap="all"/>
            </a:lvl1pPr>
          </a:lstStyle>
          <a:p>
            <a:r>
              <a:rPr lang="zh-CN" altLang="en-US" dirty="0"/>
              <a:t>单击此处编辑母版标题样式</a:t>
            </a:r>
          </a:p>
        </p:txBody>
      </p:sp>
      <p:sp>
        <p:nvSpPr>
          <p:cNvPr id="3" name="文本占位符 2"/>
          <p:cNvSpPr>
            <a:spLocks noGrp="1"/>
          </p:cNvSpPr>
          <p:nvPr>
            <p:ph type="body" idx="1"/>
          </p:nvPr>
        </p:nvSpPr>
        <p:spPr>
          <a:xfrm>
            <a:off x="963086" y="2906980"/>
            <a:ext cx="10363202" cy="1500325"/>
          </a:xfrm>
        </p:spPr>
        <p:txBody>
          <a:bodyPr anchor="b"/>
          <a:lstStyle>
            <a:lvl1pPr marL="0" indent="0">
              <a:buNone/>
              <a:defRPr sz="1872">
                <a:solidFill>
                  <a:schemeClr val="tx1">
                    <a:tint val="75000"/>
                  </a:schemeClr>
                </a:solidFill>
              </a:defRPr>
            </a:lvl1pPr>
            <a:lvl2pPr marL="427841" indent="0">
              <a:buNone/>
              <a:defRPr sz="1681">
                <a:solidFill>
                  <a:schemeClr val="tx1">
                    <a:tint val="75000"/>
                  </a:schemeClr>
                </a:solidFill>
              </a:defRPr>
            </a:lvl2pPr>
            <a:lvl3pPr marL="854928" indent="0">
              <a:buNone/>
              <a:defRPr sz="1497">
                <a:solidFill>
                  <a:schemeClr val="tx1">
                    <a:tint val="75000"/>
                  </a:schemeClr>
                </a:solidFill>
              </a:defRPr>
            </a:lvl3pPr>
            <a:lvl4pPr marL="1282770" indent="0">
              <a:buNone/>
              <a:defRPr sz="1307">
                <a:solidFill>
                  <a:schemeClr val="tx1">
                    <a:tint val="75000"/>
                  </a:schemeClr>
                </a:solidFill>
              </a:defRPr>
            </a:lvl4pPr>
            <a:lvl5pPr marL="1709857" indent="0">
              <a:buNone/>
              <a:defRPr sz="1307">
                <a:solidFill>
                  <a:schemeClr val="tx1">
                    <a:tint val="75000"/>
                  </a:schemeClr>
                </a:solidFill>
              </a:defRPr>
            </a:lvl5pPr>
            <a:lvl6pPr marL="2137698" indent="0">
              <a:buNone/>
              <a:defRPr sz="1307">
                <a:solidFill>
                  <a:schemeClr val="tx1">
                    <a:tint val="75000"/>
                  </a:schemeClr>
                </a:solidFill>
              </a:defRPr>
            </a:lvl6pPr>
            <a:lvl7pPr marL="2564785" indent="0">
              <a:buNone/>
              <a:defRPr sz="1307">
                <a:solidFill>
                  <a:schemeClr val="tx1">
                    <a:tint val="75000"/>
                  </a:schemeClr>
                </a:solidFill>
              </a:defRPr>
            </a:lvl7pPr>
            <a:lvl8pPr marL="2992627" indent="0">
              <a:buNone/>
              <a:defRPr sz="1307">
                <a:solidFill>
                  <a:schemeClr val="tx1">
                    <a:tint val="75000"/>
                  </a:schemeClr>
                </a:solidFill>
              </a:defRPr>
            </a:lvl8pPr>
            <a:lvl9pPr marL="3419714" indent="0">
              <a:buNone/>
              <a:defRPr sz="1307">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65D6143D-C007-4F7D-8B9B-81A7FCC12036}" type="datetimeFigureOut">
              <a:rPr lang="zh-CN" altLang="en-US" smtClean="0"/>
              <a:t>2024/10/14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CC7CE68-6336-48CD-AE7B-F127D826DA1E}" type="slidenum">
              <a:rPr lang="zh-CN" altLang="en-US" smtClean="0"/>
              <a:t>‹#›</a:t>
            </a:fld>
            <a:endParaRPr lang="zh-CN" altLang="en-US"/>
          </a:p>
        </p:txBody>
      </p:sp>
    </p:spTree>
    <p:extLst>
      <p:ext uri="{BB962C8B-B14F-4D97-AF65-F5344CB8AC3E}">
        <p14:creationId xmlns:p14="http://schemas.microsoft.com/office/powerpoint/2010/main" val="220026327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1" y="1600347"/>
            <a:ext cx="5384801" cy="4526378"/>
          </a:xfrm>
        </p:spPr>
        <p:txBody>
          <a:bodyPr/>
          <a:lstStyle>
            <a:lvl1pPr>
              <a:defRPr sz="2620"/>
            </a:lvl1pPr>
            <a:lvl2pPr>
              <a:defRPr sz="2246"/>
            </a:lvl2pPr>
            <a:lvl3pPr>
              <a:defRPr sz="1872"/>
            </a:lvl3pPr>
            <a:lvl4pPr>
              <a:defRPr sz="1681"/>
            </a:lvl4pPr>
            <a:lvl5pPr>
              <a:defRPr sz="1681"/>
            </a:lvl5pPr>
            <a:lvl6pPr>
              <a:defRPr sz="1681"/>
            </a:lvl6pPr>
            <a:lvl7pPr>
              <a:defRPr sz="1681"/>
            </a:lvl7pPr>
            <a:lvl8pPr>
              <a:defRPr sz="1681"/>
            </a:lvl8pPr>
            <a:lvl9pPr>
              <a:defRPr sz="1681"/>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2" y="1600347"/>
            <a:ext cx="5384801" cy="4526378"/>
          </a:xfrm>
        </p:spPr>
        <p:txBody>
          <a:bodyPr/>
          <a:lstStyle>
            <a:lvl1pPr>
              <a:defRPr sz="2620"/>
            </a:lvl1pPr>
            <a:lvl2pPr>
              <a:defRPr sz="2246"/>
            </a:lvl2pPr>
            <a:lvl3pPr>
              <a:defRPr sz="1872"/>
            </a:lvl3pPr>
            <a:lvl4pPr>
              <a:defRPr sz="1681"/>
            </a:lvl4pPr>
            <a:lvl5pPr>
              <a:defRPr sz="1681"/>
            </a:lvl5pPr>
            <a:lvl6pPr>
              <a:defRPr sz="1681"/>
            </a:lvl6pPr>
            <a:lvl7pPr>
              <a:defRPr sz="1681"/>
            </a:lvl7pPr>
            <a:lvl8pPr>
              <a:defRPr sz="1681"/>
            </a:lvl8pPr>
            <a:lvl9pPr>
              <a:defRPr sz="1681"/>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65D6143D-C007-4F7D-8B9B-81A7FCC12036}" type="datetimeFigureOut">
              <a:rPr lang="zh-CN" altLang="en-US" smtClean="0"/>
              <a:t>2024/10/14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3CC7CE68-6336-48CD-AE7B-F127D826DA1E}" type="slidenum">
              <a:rPr lang="zh-CN" altLang="en-US" smtClean="0"/>
              <a:t>‹#›</a:t>
            </a:fld>
            <a:endParaRPr lang="zh-CN" altLang="en-US"/>
          </a:p>
        </p:txBody>
      </p:sp>
    </p:spTree>
    <p:extLst>
      <p:ext uri="{BB962C8B-B14F-4D97-AF65-F5344CB8AC3E}">
        <p14:creationId xmlns:p14="http://schemas.microsoft.com/office/powerpoint/2010/main" val="200293789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1" y="1535254"/>
            <a:ext cx="5386919" cy="639821"/>
          </a:xfrm>
        </p:spPr>
        <p:txBody>
          <a:bodyPr anchor="b"/>
          <a:lstStyle>
            <a:lvl1pPr marL="0" indent="0">
              <a:buNone/>
              <a:defRPr sz="2246" b="1"/>
            </a:lvl1pPr>
            <a:lvl2pPr marL="427841" indent="0">
              <a:buNone/>
              <a:defRPr sz="1872" b="1"/>
            </a:lvl2pPr>
            <a:lvl3pPr marL="854928" indent="0">
              <a:buNone/>
              <a:defRPr sz="1681" b="1"/>
            </a:lvl3pPr>
            <a:lvl4pPr marL="1282770" indent="0">
              <a:buNone/>
              <a:defRPr sz="1497" b="1"/>
            </a:lvl4pPr>
            <a:lvl5pPr marL="1709857" indent="0">
              <a:buNone/>
              <a:defRPr sz="1497" b="1"/>
            </a:lvl5pPr>
            <a:lvl6pPr marL="2137698" indent="0">
              <a:buNone/>
              <a:defRPr sz="1497" b="1"/>
            </a:lvl6pPr>
            <a:lvl7pPr marL="2564785" indent="0">
              <a:buNone/>
              <a:defRPr sz="1497" b="1"/>
            </a:lvl7pPr>
            <a:lvl8pPr marL="2992627" indent="0">
              <a:buNone/>
              <a:defRPr sz="1497" b="1"/>
            </a:lvl8pPr>
            <a:lvl9pPr marL="3419714" indent="0">
              <a:buNone/>
              <a:defRPr sz="1497" b="1"/>
            </a:lvl9pPr>
          </a:lstStyle>
          <a:p>
            <a:pPr lvl="0"/>
            <a:r>
              <a:rPr lang="zh-CN" altLang="en-US"/>
              <a:t>单击此处编辑母版文本样式</a:t>
            </a:r>
          </a:p>
        </p:txBody>
      </p:sp>
      <p:sp>
        <p:nvSpPr>
          <p:cNvPr id="4" name="内容占位符 3"/>
          <p:cNvSpPr>
            <a:spLocks noGrp="1"/>
          </p:cNvSpPr>
          <p:nvPr>
            <p:ph sz="half" idx="2"/>
          </p:nvPr>
        </p:nvSpPr>
        <p:spPr>
          <a:xfrm>
            <a:off x="609601" y="2175075"/>
            <a:ext cx="5386919" cy="3951651"/>
          </a:xfrm>
        </p:spPr>
        <p:txBody>
          <a:bodyPr/>
          <a:lstStyle>
            <a:lvl1pPr>
              <a:defRPr sz="2246"/>
            </a:lvl1pPr>
            <a:lvl2pPr>
              <a:defRPr sz="1872"/>
            </a:lvl2pPr>
            <a:lvl3pPr>
              <a:defRPr sz="1681"/>
            </a:lvl3pPr>
            <a:lvl4pPr>
              <a:defRPr sz="1497"/>
            </a:lvl4pPr>
            <a:lvl5pPr>
              <a:defRPr sz="1497"/>
            </a:lvl5pPr>
            <a:lvl6pPr>
              <a:defRPr sz="1497"/>
            </a:lvl6pPr>
            <a:lvl7pPr>
              <a:defRPr sz="1497"/>
            </a:lvl7pPr>
            <a:lvl8pPr>
              <a:defRPr sz="1497"/>
            </a:lvl8pPr>
            <a:lvl9pPr>
              <a:defRPr sz="1497"/>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254"/>
            <a:ext cx="5389034" cy="639821"/>
          </a:xfrm>
        </p:spPr>
        <p:txBody>
          <a:bodyPr anchor="b"/>
          <a:lstStyle>
            <a:lvl1pPr marL="0" indent="0">
              <a:buNone/>
              <a:defRPr sz="2246" b="1"/>
            </a:lvl1pPr>
            <a:lvl2pPr marL="427841" indent="0">
              <a:buNone/>
              <a:defRPr sz="1872" b="1"/>
            </a:lvl2pPr>
            <a:lvl3pPr marL="854928" indent="0">
              <a:buNone/>
              <a:defRPr sz="1681" b="1"/>
            </a:lvl3pPr>
            <a:lvl4pPr marL="1282770" indent="0">
              <a:buNone/>
              <a:defRPr sz="1497" b="1"/>
            </a:lvl4pPr>
            <a:lvl5pPr marL="1709857" indent="0">
              <a:buNone/>
              <a:defRPr sz="1497" b="1"/>
            </a:lvl5pPr>
            <a:lvl6pPr marL="2137698" indent="0">
              <a:buNone/>
              <a:defRPr sz="1497" b="1"/>
            </a:lvl6pPr>
            <a:lvl7pPr marL="2564785" indent="0">
              <a:buNone/>
              <a:defRPr sz="1497" b="1"/>
            </a:lvl7pPr>
            <a:lvl8pPr marL="2992627" indent="0">
              <a:buNone/>
              <a:defRPr sz="1497" b="1"/>
            </a:lvl8pPr>
            <a:lvl9pPr marL="3419714" indent="0">
              <a:buNone/>
              <a:defRPr sz="1497" b="1"/>
            </a:lvl9pPr>
          </a:lstStyle>
          <a:p>
            <a:pPr lvl="0"/>
            <a:r>
              <a:rPr lang="zh-CN" altLang="en-US"/>
              <a:t>单击此处编辑母版文本样式</a:t>
            </a:r>
          </a:p>
        </p:txBody>
      </p:sp>
      <p:sp>
        <p:nvSpPr>
          <p:cNvPr id="6" name="内容占位符 5"/>
          <p:cNvSpPr>
            <a:spLocks noGrp="1"/>
          </p:cNvSpPr>
          <p:nvPr>
            <p:ph sz="quarter" idx="4"/>
          </p:nvPr>
        </p:nvSpPr>
        <p:spPr>
          <a:xfrm>
            <a:off x="6193368" y="2175075"/>
            <a:ext cx="5389034" cy="3951651"/>
          </a:xfrm>
        </p:spPr>
        <p:txBody>
          <a:bodyPr/>
          <a:lstStyle>
            <a:lvl1pPr>
              <a:defRPr sz="2246"/>
            </a:lvl1pPr>
            <a:lvl2pPr>
              <a:defRPr sz="1872"/>
            </a:lvl2pPr>
            <a:lvl3pPr>
              <a:defRPr sz="1681"/>
            </a:lvl3pPr>
            <a:lvl4pPr>
              <a:defRPr sz="1497"/>
            </a:lvl4pPr>
            <a:lvl5pPr>
              <a:defRPr sz="1497"/>
            </a:lvl5pPr>
            <a:lvl6pPr>
              <a:defRPr sz="1497"/>
            </a:lvl6pPr>
            <a:lvl7pPr>
              <a:defRPr sz="1497"/>
            </a:lvl7pPr>
            <a:lvl8pPr>
              <a:defRPr sz="1497"/>
            </a:lvl8pPr>
            <a:lvl9pPr>
              <a:defRPr sz="1497"/>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65D6143D-C007-4F7D-8B9B-81A7FCC12036}" type="datetimeFigureOut">
              <a:rPr lang="zh-CN" altLang="en-US" smtClean="0"/>
              <a:t>2024/10/14</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3CC7CE68-6336-48CD-AE7B-F127D826DA1E}" type="slidenum">
              <a:rPr lang="zh-CN" altLang="en-US" smtClean="0"/>
              <a:t>‹#›</a:t>
            </a:fld>
            <a:endParaRPr lang="zh-CN" altLang="en-US"/>
          </a:p>
        </p:txBody>
      </p:sp>
    </p:spTree>
    <p:extLst>
      <p:ext uri="{BB962C8B-B14F-4D97-AF65-F5344CB8AC3E}">
        <p14:creationId xmlns:p14="http://schemas.microsoft.com/office/powerpoint/2010/main" val="27158541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3" name="日期占位符 2"/>
          <p:cNvSpPr>
            <a:spLocks noGrp="1"/>
          </p:cNvSpPr>
          <p:nvPr>
            <p:ph type="dt" sz="half" idx="10"/>
          </p:nvPr>
        </p:nvSpPr>
        <p:spPr/>
        <p:txBody>
          <a:bodyPr/>
          <a:lstStyle/>
          <a:p>
            <a:fld id="{65D6143D-C007-4F7D-8B9B-81A7FCC12036}" type="datetimeFigureOut">
              <a:rPr lang="zh-CN" altLang="en-US" smtClean="0"/>
              <a:t>2024/10/14</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3CC7CE68-6336-48CD-AE7B-F127D826DA1E}" type="slidenum">
              <a:rPr lang="zh-CN" altLang="en-US" smtClean="0"/>
              <a:t>‹#›</a:t>
            </a:fld>
            <a:endParaRPr lang="zh-CN" altLang="en-US"/>
          </a:p>
        </p:txBody>
      </p:sp>
    </p:spTree>
    <p:extLst>
      <p:ext uri="{BB962C8B-B14F-4D97-AF65-F5344CB8AC3E}">
        <p14:creationId xmlns:p14="http://schemas.microsoft.com/office/powerpoint/2010/main" val="102633415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65D6143D-C007-4F7D-8B9B-81A7FCC12036}" type="datetimeFigureOut">
              <a:rPr lang="zh-CN" altLang="en-US" smtClean="0"/>
              <a:t>2024/10/14</a:t>
            </a:fld>
            <a:endParaRPr lang="zh-CN" altLang="en-US" dirty="0"/>
          </a:p>
        </p:txBody>
      </p:sp>
      <p:sp>
        <p:nvSpPr>
          <p:cNvPr id="4" name="灯片编号占位符 3"/>
          <p:cNvSpPr>
            <a:spLocks noGrp="1"/>
          </p:cNvSpPr>
          <p:nvPr>
            <p:ph type="sldNum" sz="quarter" idx="12"/>
          </p:nvPr>
        </p:nvSpPr>
        <p:spPr/>
        <p:txBody>
          <a:bodyPr/>
          <a:lstStyle/>
          <a:p>
            <a:fld id="{3CC7CE68-6336-48CD-AE7B-F127D826DA1E}" type="slidenum">
              <a:rPr lang="zh-CN" altLang="en-US" smtClean="0"/>
              <a:t>‹#›</a:t>
            </a:fld>
            <a:endParaRPr lang="zh-CN" altLang="en-US"/>
          </a:p>
        </p:txBody>
      </p:sp>
    </p:spTree>
    <p:extLst>
      <p:ext uri="{BB962C8B-B14F-4D97-AF65-F5344CB8AC3E}">
        <p14:creationId xmlns:p14="http://schemas.microsoft.com/office/powerpoint/2010/main" val="202225902"/>
      </p:ext>
    </p:extLst>
  </p:cSld>
  <p:clrMapOvr>
    <a:overrideClrMapping bg1="lt1" tx1="dk1" bg2="lt2" tx2="dk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76"/>
            <a:ext cx="4011084" cy="1162156"/>
          </a:xfrm>
        </p:spPr>
        <p:txBody>
          <a:bodyPr anchor="b"/>
          <a:lstStyle>
            <a:lvl1pPr algn="l">
              <a:defRPr sz="1872" b="1"/>
            </a:lvl1pPr>
          </a:lstStyle>
          <a:p>
            <a:r>
              <a:rPr lang="zh-CN" altLang="en-US"/>
              <a:t>单击此处编辑母版标题样式</a:t>
            </a:r>
          </a:p>
        </p:txBody>
      </p:sp>
      <p:sp>
        <p:nvSpPr>
          <p:cNvPr id="3" name="内容占位符 2"/>
          <p:cNvSpPr>
            <a:spLocks noGrp="1"/>
          </p:cNvSpPr>
          <p:nvPr>
            <p:ph idx="1"/>
          </p:nvPr>
        </p:nvSpPr>
        <p:spPr>
          <a:xfrm>
            <a:off x="4766734" y="273076"/>
            <a:ext cx="6815669" cy="5853650"/>
          </a:xfrm>
        </p:spPr>
        <p:txBody>
          <a:bodyPr/>
          <a:lstStyle>
            <a:lvl1pPr>
              <a:defRPr sz="2995"/>
            </a:lvl1pPr>
            <a:lvl2pPr>
              <a:defRPr sz="2620"/>
            </a:lvl2pPr>
            <a:lvl3pPr>
              <a:defRPr sz="2246"/>
            </a:lvl3pPr>
            <a:lvl4pPr>
              <a:defRPr sz="1872"/>
            </a:lvl4pPr>
            <a:lvl5pPr>
              <a:defRPr sz="1872"/>
            </a:lvl5pPr>
            <a:lvl6pPr>
              <a:defRPr sz="1872"/>
            </a:lvl6pPr>
            <a:lvl7pPr>
              <a:defRPr sz="1872"/>
            </a:lvl7pPr>
            <a:lvl8pPr>
              <a:defRPr sz="1872"/>
            </a:lvl8pPr>
            <a:lvl9pPr>
              <a:defRPr sz="1872"/>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232"/>
            <a:ext cx="4011084" cy="4691493"/>
          </a:xfrm>
        </p:spPr>
        <p:txBody>
          <a:bodyPr/>
          <a:lstStyle>
            <a:lvl1pPr marL="0" indent="0">
              <a:buNone/>
              <a:defRPr sz="1307"/>
            </a:lvl1pPr>
            <a:lvl2pPr marL="427841" indent="0">
              <a:buNone/>
              <a:defRPr sz="1123"/>
            </a:lvl2pPr>
            <a:lvl3pPr marL="854928" indent="0">
              <a:buNone/>
              <a:defRPr sz="933"/>
            </a:lvl3pPr>
            <a:lvl4pPr marL="1282770" indent="0">
              <a:buNone/>
              <a:defRPr sz="844"/>
            </a:lvl4pPr>
            <a:lvl5pPr marL="1709857" indent="0">
              <a:buNone/>
              <a:defRPr sz="844"/>
            </a:lvl5pPr>
            <a:lvl6pPr marL="2137698" indent="0">
              <a:buNone/>
              <a:defRPr sz="844"/>
            </a:lvl6pPr>
            <a:lvl7pPr marL="2564785" indent="0">
              <a:buNone/>
              <a:defRPr sz="844"/>
            </a:lvl7pPr>
            <a:lvl8pPr marL="2992627" indent="0">
              <a:buNone/>
              <a:defRPr sz="844"/>
            </a:lvl8pPr>
            <a:lvl9pPr marL="3419714" indent="0">
              <a:buNone/>
              <a:defRPr sz="844"/>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65D6143D-C007-4F7D-8B9B-81A7FCC12036}" type="datetimeFigureOut">
              <a:rPr lang="zh-CN" altLang="en-US" smtClean="0"/>
              <a:t>2024/10/14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3CC7CE68-6336-48CD-AE7B-F127D826DA1E}" type="slidenum">
              <a:rPr lang="zh-CN" altLang="en-US" smtClean="0"/>
              <a:t>‹#›</a:t>
            </a:fld>
            <a:endParaRPr lang="zh-CN" altLang="en-US"/>
          </a:p>
        </p:txBody>
      </p:sp>
    </p:spTree>
    <p:extLst>
      <p:ext uri="{BB962C8B-B14F-4D97-AF65-F5344CB8AC3E}">
        <p14:creationId xmlns:p14="http://schemas.microsoft.com/office/powerpoint/2010/main" val="155891834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9" y="4801041"/>
            <a:ext cx="7315201" cy="566791"/>
          </a:xfrm>
        </p:spPr>
        <p:txBody>
          <a:bodyPr anchor="b"/>
          <a:lstStyle>
            <a:lvl1pPr algn="l">
              <a:defRPr sz="1872" b="1"/>
            </a:lvl1pPr>
          </a:lstStyle>
          <a:p>
            <a:r>
              <a:rPr lang="zh-CN" altLang="en-US"/>
              <a:t>单击此处编辑母版标题样式</a:t>
            </a:r>
          </a:p>
        </p:txBody>
      </p:sp>
      <p:sp>
        <p:nvSpPr>
          <p:cNvPr id="3" name="图片占位符 2"/>
          <p:cNvSpPr>
            <a:spLocks noGrp="1"/>
          </p:cNvSpPr>
          <p:nvPr>
            <p:ph type="pic" idx="1"/>
          </p:nvPr>
        </p:nvSpPr>
        <p:spPr>
          <a:xfrm>
            <a:off x="2389719" y="612832"/>
            <a:ext cx="7315201" cy="4115178"/>
          </a:xfrm>
        </p:spPr>
        <p:txBody>
          <a:bodyPr/>
          <a:lstStyle>
            <a:lvl1pPr marL="0" indent="0">
              <a:buNone/>
              <a:defRPr sz="2995"/>
            </a:lvl1pPr>
            <a:lvl2pPr marL="427841" indent="0">
              <a:buNone/>
              <a:defRPr sz="2620"/>
            </a:lvl2pPr>
            <a:lvl3pPr marL="854928" indent="0">
              <a:buNone/>
              <a:defRPr sz="2246"/>
            </a:lvl3pPr>
            <a:lvl4pPr marL="1282770" indent="0">
              <a:buNone/>
              <a:defRPr sz="1872"/>
            </a:lvl4pPr>
            <a:lvl5pPr marL="1709857" indent="0">
              <a:buNone/>
              <a:defRPr sz="1872"/>
            </a:lvl5pPr>
            <a:lvl6pPr marL="2137698" indent="0">
              <a:buNone/>
              <a:defRPr sz="1872"/>
            </a:lvl6pPr>
            <a:lvl7pPr marL="2564785" indent="0">
              <a:buNone/>
              <a:defRPr sz="1872"/>
            </a:lvl7pPr>
            <a:lvl8pPr marL="2992627" indent="0">
              <a:buNone/>
              <a:defRPr sz="1872"/>
            </a:lvl8pPr>
            <a:lvl9pPr marL="3419714" indent="0">
              <a:buNone/>
              <a:defRPr sz="1872"/>
            </a:lvl9pPr>
          </a:lstStyle>
          <a:p>
            <a:endParaRPr lang="zh-CN" altLang="en-US"/>
          </a:p>
        </p:txBody>
      </p:sp>
      <p:sp>
        <p:nvSpPr>
          <p:cNvPr id="4" name="文本占位符 3"/>
          <p:cNvSpPr>
            <a:spLocks noGrp="1"/>
          </p:cNvSpPr>
          <p:nvPr>
            <p:ph type="body" sz="half" idx="2"/>
          </p:nvPr>
        </p:nvSpPr>
        <p:spPr>
          <a:xfrm>
            <a:off x="2389719" y="5367830"/>
            <a:ext cx="7315201" cy="804936"/>
          </a:xfrm>
        </p:spPr>
        <p:txBody>
          <a:bodyPr/>
          <a:lstStyle>
            <a:lvl1pPr marL="0" indent="0">
              <a:buNone/>
              <a:defRPr sz="1307"/>
            </a:lvl1pPr>
            <a:lvl2pPr marL="427841" indent="0">
              <a:buNone/>
              <a:defRPr sz="1123"/>
            </a:lvl2pPr>
            <a:lvl3pPr marL="854928" indent="0">
              <a:buNone/>
              <a:defRPr sz="933"/>
            </a:lvl3pPr>
            <a:lvl4pPr marL="1282770" indent="0">
              <a:buNone/>
              <a:defRPr sz="844"/>
            </a:lvl4pPr>
            <a:lvl5pPr marL="1709857" indent="0">
              <a:buNone/>
              <a:defRPr sz="844"/>
            </a:lvl5pPr>
            <a:lvl6pPr marL="2137698" indent="0">
              <a:buNone/>
              <a:defRPr sz="844"/>
            </a:lvl6pPr>
            <a:lvl7pPr marL="2564785" indent="0">
              <a:buNone/>
              <a:defRPr sz="844"/>
            </a:lvl7pPr>
            <a:lvl8pPr marL="2992627" indent="0">
              <a:buNone/>
              <a:defRPr sz="844"/>
            </a:lvl8pPr>
            <a:lvl9pPr marL="3419714" indent="0">
              <a:buNone/>
              <a:defRPr sz="844"/>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65D6143D-C007-4F7D-8B9B-81A7FCC12036}" type="datetimeFigureOut">
              <a:rPr lang="zh-CN" altLang="en-US" smtClean="0"/>
              <a:t>2024/10/14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3CC7CE68-6336-48CD-AE7B-F127D826DA1E}" type="slidenum">
              <a:rPr lang="zh-CN" altLang="en-US" smtClean="0"/>
              <a:t>‹#›</a:t>
            </a:fld>
            <a:endParaRPr lang="zh-CN" altLang="en-US"/>
          </a:p>
        </p:txBody>
      </p:sp>
    </p:spTree>
    <p:extLst>
      <p:ext uri="{BB962C8B-B14F-4D97-AF65-F5344CB8AC3E}">
        <p14:creationId xmlns:p14="http://schemas.microsoft.com/office/powerpoint/2010/main" val="128589067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65D6143D-C007-4F7D-8B9B-81A7FCC12036}" type="datetimeFigureOut">
              <a:rPr lang="zh-CN" altLang="en-US" smtClean="0"/>
              <a:t>2024/10/14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CC7CE68-6336-48CD-AE7B-F127D826DA1E}" type="slidenum">
              <a:rPr lang="zh-CN" altLang="en-US" smtClean="0"/>
              <a:t>‹#›</a:t>
            </a:fld>
            <a:endParaRPr lang="zh-CN" altLang="en-US"/>
          </a:p>
        </p:txBody>
      </p:sp>
    </p:spTree>
    <p:extLst>
      <p:ext uri="{BB962C8B-B14F-4D97-AF65-F5344CB8AC3E}">
        <p14:creationId xmlns:p14="http://schemas.microsoft.com/office/powerpoint/2010/main" val="253208362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2" y="274664"/>
            <a:ext cx="2743201" cy="5852062"/>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64"/>
            <a:ext cx="8026402" cy="5852062"/>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65D6143D-C007-4F7D-8B9B-81A7FCC12036}" type="datetimeFigureOut">
              <a:rPr lang="zh-CN" altLang="en-US" smtClean="0"/>
              <a:t>2024/10/14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CC7CE68-6336-48CD-AE7B-F127D826DA1E}" type="slidenum">
              <a:rPr lang="zh-CN" altLang="en-US" smtClean="0"/>
              <a:t>‹#›</a:t>
            </a:fld>
            <a:endParaRPr lang="zh-CN" altLang="en-US"/>
          </a:p>
        </p:txBody>
      </p:sp>
    </p:spTree>
    <p:extLst>
      <p:ext uri="{BB962C8B-B14F-4D97-AF65-F5344CB8AC3E}">
        <p14:creationId xmlns:p14="http://schemas.microsoft.com/office/powerpoint/2010/main" val="43331820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2.xml"/><Relationship Id="rId3" Type="http://schemas.openxmlformats.org/officeDocument/2006/relationships/slideLayout" Target="../slideLayouts/slideLayout7.xml"/><Relationship Id="rId7" Type="http://schemas.openxmlformats.org/officeDocument/2006/relationships/slideLayout" Target="../slideLayouts/slideLayout11.xml"/><Relationship Id="rId12" Type="http://schemas.openxmlformats.org/officeDocument/2006/relationships/theme" Target="../theme/theme2.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slideLayout" Target="../slideLayouts/slideLayout10.xml"/><Relationship Id="rId11" Type="http://schemas.openxmlformats.org/officeDocument/2006/relationships/slideLayout" Target="../slideLayouts/slideLayout15.xml"/><Relationship Id="rId5" Type="http://schemas.openxmlformats.org/officeDocument/2006/relationships/slideLayout" Target="../slideLayouts/slideLayout9.xml"/><Relationship Id="rId10" Type="http://schemas.openxmlformats.org/officeDocument/2006/relationships/slideLayout" Target="../slideLayouts/slideLayout14.xml"/><Relationship Id="rId4" Type="http://schemas.openxmlformats.org/officeDocument/2006/relationships/slideLayout" Target="../slideLayouts/slideLayout8.xml"/><Relationship Id="rId9" Type="http://schemas.openxmlformats.org/officeDocument/2006/relationships/slideLayout" Target="../slideLayouts/slideLayout13.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3.xml"/><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theme" Target="../theme/theme3.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rgbClr val="7C92AA"/>
            </a:gs>
            <a:gs pos="100000">
              <a:srgbClr val="4F637B"/>
            </a:gs>
          </a:gsLst>
          <a:lin ang="2700000" scaled="0"/>
          <a:tileRect/>
        </a:gra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42280127"/>
      </p:ext>
    </p:extLst>
  </p:cSld>
  <p:clrMap bg1="lt1" tx1="dk1" bg2="lt2" tx2="dk2" accent1="accent1" accent2="accent2" accent3="accent3" accent4="accent4" accent5="accent5" accent6="accent6" hlink="hlink" folHlink="folHlink"/>
  <p:sldLayoutIdLst>
    <p:sldLayoutId id="2147483667" r:id="rId1"/>
    <p:sldLayoutId id="2147483708" r:id="rId2"/>
    <p:sldLayoutId id="2147483677" r:id="rId3"/>
    <p:sldLayoutId id="2147483709" r:id="rId4"/>
  </p:sldLayoutIdLst>
  <mc:AlternateContent xmlns:mc="http://schemas.openxmlformats.org/markup-compatibility/2006" xmlns:p159="http://schemas.microsoft.com/office/powerpoint/2015/09/main">
    <mc:Choice Requires="p159">
      <p:transition>
        <p159:morph option="byChar"/>
      </p:transition>
    </mc:Choice>
    <mc:Fallback xmlns="">
      <p:transition>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951F176-63CE-4A62-A32A-081AB31456BB}" type="datetimeFigureOut">
              <a:rPr lang="zh-CN" altLang="en-US" smtClean="0"/>
              <a:t>2024/10/14</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C51B726-528B-4334-9AFE-44EC5CA45AB7}" type="slidenum">
              <a:rPr lang="zh-CN" altLang="en-US" smtClean="0"/>
              <a:t>‹#›</a:t>
            </a:fld>
            <a:endParaRPr lang="zh-CN" altLang="en-US"/>
          </a:p>
        </p:txBody>
      </p:sp>
    </p:spTree>
    <p:extLst>
      <p:ext uri="{BB962C8B-B14F-4D97-AF65-F5344CB8AC3E}">
        <p14:creationId xmlns:p14="http://schemas.microsoft.com/office/powerpoint/2010/main" val="415850574"/>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Lst>
  <mc:AlternateContent xmlns:mc="http://schemas.openxmlformats.org/markup-compatibility/2006" xmlns:p159="http://schemas.microsoft.com/office/powerpoint/2015/09/main">
    <mc:Choice Requires="p159">
      <p:transition>
        <p159:morph option="byChar"/>
      </p:transition>
    </mc:Choice>
    <mc:Fallback xmlns="">
      <p:transition>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0" y="408858"/>
            <a:ext cx="12192004" cy="915194"/>
          </a:xfrm>
          <a:prstGeom prst="rect">
            <a:avLst/>
          </a:prstGeom>
          <a:noFill/>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609600" y="1600347"/>
            <a:ext cx="10972803" cy="452637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609600" y="6356934"/>
            <a:ext cx="2844801" cy="365159"/>
          </a:xfrm>
          <a:prstGeom prst="rect">
            <a:avLst/>
          </a:prstGeom>
        </p:spPr>
        <p:txBody>
          <a:bodyPr vert="horz" lIns="91440" tIns="45720" rIns="91440" bIns="45720" rtlCol="0" anchor="ctr"/>
          <a:lstStyle>
            <a:lvl1pPr algn="l">
              <a:defRPr sz="1123">
                <a:solidFill>
                  <a:schemeClr val="tx1">
                    <a:tint val="75000"/>
                  </a:schemeClr>
                </a:solidFill>
              </a:defRPr>
            </a:lvl1pPr>
          </a:lstStyle>
          <a:p>
            <a:fld id="{65D6143D-C007-4F7D-8B9B-81A7FCC12036}" type="datetimeFigureOut">
              <a:rPr lang="zh-CN" altLang="en-US" smtClean="0"/>
              <a:t>2024/10/14</a:t>
            </a:fld>
            <a:endParaRPr lang="zh-CN" altLang="en-US"/>
          </a:p>
        </p:txBody>
      </p:sp>
      <p:sp>
        <p:nvSpPr>
          <p:cNvPr id="5" name="页脚占位符 4"/>
          <p:cNvSpPr>
            <a:spLocks noGrp="1"/>
          </p:cNvSpPr>
          <p:nvPr>
            <p:ph type="ftr" sz="quarter" idx="3"/>
          </p:nvPr>
        </p:nvSpPr>
        <p:spPr>
          <a:xfrm>
            <a:off x="4165601" y="6356934"/>
            <a:ext cx="3860801" cy="365159"/>
          </a:xfrm>
          <a:prstGeom prst="rect">
            <a:avLst/>
          </a:prstGeom>
        </p:spPr>
        <p:txBody>
          <a:bodyPr vert="horz" lIns="91440" tIns="45720" rIns="91440" bIns="45720" rtlCol="0" anchor="ctr"/>
          <a:lstStyle>
            <a:lvl1pPr algn="ctr">
              <a:defRPr sz="1123">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7602" y="6356934"/>
            <a:ext cx="2844801" cy="365159"/>
          </a:xfrm>
          <a:prstGeom prst="rect">
            <a:avLst/>
          </a:prstGeom>
        </p:spPr>
        <p:txBody>
          <a:bodyPr vert="horz" lIns="91440" tIns="45720" rIns="91440" bIns="45720" rtlCol="0" anchor="ctr"/>
          <a:lstStyle>
            <a:lvl1pPr algn="r">
              <a:defRPr sz="1123">
                <a:solidFill>
                  <a:schemeClr val="tx1">
                    <a:tint val="75000"/>
                  </a:schemeClr>
                </a:solidFill>
              </a:defRPr>
            </a:lvl1pPr>
          </a:lstStyle>
          <a:p>
            <a:fld id="{3CC7CE68-6336-48CD-AE7B-F127D826DA1E}" type="slidenum">
              <a:rPr lang="zh-CN" altLang="en-US" smtClean="0"/>
              <a:t>‹#›</a:t>
            </a:fld>
            <a:endParaRPr lang="zh-CN" altLang="en-US"/>
          </a:p>
        </p:txBody>
      </p:sp>
      <p:sp useBgFill="1">
        <p:nvSpPr>
          <p:cNvPr id="8" name="文本框 7">
            <a:extLst>
              <a:ext uri="{FF2B5EF4-FFF2-40B4-BE49-F238E27FC236}">
                <a16:creationId xmlns:a16="http://schemas.microsoft.com/office/drawing/2014/main" id="{8728A5C7-AA7F-A164-FCAC-3453DE86B87E}"/>
              </a:ext>
            </a:extLst>
          </p:cNvPr>
          <p:cNvSpPr txBox="1"/>
          <p:nvPr userDrawn="1"/>
        </p:nvSpPr>
        <p:spPr>
          <a:xfrm>
            <a:off x="9438216" y="6357621"/>
            <a:ext cx="2476360" cy="293478"/>
          </a:xfrm>
          <a:prstGeom prst="rect">
            <a:avLst/>
          </a:prstGeom>
        </p:spPr>
        <p:txBody>
          <a:bodyPr wrap="square" rtlCol="0">
            <a:spAutoFit/>
          </a:bodyPr>
          <a:lstStyle/>
          <a:p>
            <a:pPr algn="r"/>
            <a:r>
              <a:rPr lang="en-US" altLang="zh-CN" sz="1307" b="1" dirty="0">
                <a:solidFill>
                  <a:srgbClr val="6B7F97"/>
                </a:solidFill>
                <a:latin typeface="微软雅黑" panose="020B0503020204020204" pitchFamily="34" charset="-122"/>
                <a:ea typeface="微软雅黑" panose="020B0503020204020204" pitchFamily="34" charset="-122"/>
                <a:cs typeface="阿里巴巴普惠体 B" panose="00020600040101010101" pitchFamily="18" charset="-122"/>
              </a:rPr>
              <a:t>UNITREE</a:t>
            </a:r>
            <a:r>
              <a:rPr lang="en-US" altLang="zh-CN" sz="1307" b="1" dirty="0">
                <a:solidFill>
                  <a:srgbClr val="55606D"/>
                </a:solidFill>
                <a:latin typeface="微软雅黑" panose="020B0503020204020204" pitchFamily="34" charset="-122"/>
                <a:ea typeface="微软雅黑" panose="020B0503020204020204" pitchFamily="34" charset="-122"/>
                <a:cs typeface="阿里巴巴普惠体 B" panose="00020600040101010101" pitchFamily="18" charset="-122"/>
              </a:rPr>
              <a:t> </a:t>
            </a:r>
            <a:r>
              <a:rPr lang="en-US" altLang="zh-CN" sz="1307" b="1" dirty="0">
                <a:solidFill>
                  <a:srgbClr val="9FA8B3"/>
                </a:solidFill>
                <a:latin typeface="微软雅黑" panose="020B0503020204020204" pitchFamily="34" charset="-122"/>
                <a:ea typeface="微软雅黑" panose="020B0503020204020204" pitchFamily="34" charset="-122"/>
                <a:cs typeface="阿里巴巴普惠体 B" panose="00020600040101010101" pitchFamily="18" charset="-122"/>
              </a:rPr>
              <a:t>ROBOTICS</a:t>
            </a:r>
          </a:p>
        </p:txBody>
      </p:sp>
    </p:spTree>
    <p:extLst>
      <p:ext uri="{BB962C8B-B14F-4D97-AF65-F5344CB8AC3E}">
        <p14:creationId xmlns:p14="http://schemas.microsoft.com/office/powerpoint/2010/main" val="701254220"/>
      </p:ext>
    </p:extLst>
  </p:cSld>
  <p:clrMap bg1="lt1" tx1="dk1" bg2="lt2" tx2="dk2" accent1="accent1" accent2="accent2" accent3="accent3" accent4="accent4" accent5="accent5" accent6="accent6" hlink="hlink" folHlink="folHlink"/>
  <p:sldLayoutIdLst>
    <p:sldLayoutId id="2147483711" r:id="rId1"/>
    <p:sldLayoutId id="2147483712" r:id="rId2"/>
    <p:sldLayoutId id="2147483713" r:id="rId3"/>
    <p:sldLayoutId id="2147483714" r:id="rId4"/>
    <p:sldLayoutId id="2147483715" r:id="rId5"/>
    <p:sldLayoutId id="2147483716" r:id="rId6"/>
    <p:sldLayoutId id="2147483717" r:id="rId7"/>
    <p:sldLayoutId id="2147483718" r:id="rId8"/>
    <p:sldLayoutId id="2147483719" r:id="rId9"/>
    <p:sldLayoutId id="2147483720" r:id="rId10"/>
    <p:sldLayoutId id="2147483721" r:id="rId11"/>
  </p:sldLayoutIdLst>
  <p:txStyles>
    <p:titleStyle>
      <a:lvl1pPr algn="ctr" defTabSz="854928" rtl="0" eaLnBrk="1" latinLnBrk="0" hangingPunct="1">
        <a:spcBef>
          <a:spcPct val="0"/>
        </a:spcBef>
        <a:buNone/>
        <a:defRPr sz="3327" b="0" kern="1200">
          <a:solidFill>
            <a:schemeClr val="tx1"/>
          </a:solidFill>
          <a:latin typeface="新宋体" panose="02010609030101010101" pitchFamily="49" charset="-122"/>
          <a:ea typeface="新宋体" panose="02010609030101010101" pitchFamily="49" charset="-122"/>
          <a:cs typeface="+mj-cs"/>
        </a:defRPr>
      </a:lvl1pPr>
    </p:titleStyle>
    <p:bodyStyle>
      <a:lvl1pPr marL="320692" indent="-319938" algn="l" defTabSz="854928" rtl="0" eaLnBrk="1" latinLnBrk="0" hangingPunct="1">
        <a:spcBef>
          <a:spcPts val="89"/>
        </a:spcBef>
        <a:buFont typeface="Arial" panose="020B0604020202020204" pitchFamily="34" charset="0"/>
        <a:buChar char="•"/>
        <a:defRPr sz="2995" kern="1200">
          <a:solidFill>
            <a:schemeClr val="tx1"/>
          </a:solidFill>
          <a:latin typeface="+mn-lt"/>
          <a:ea typeface="+mn-ea"/>
          <a:cs typeface="+mn-cs"/>
        </a:defRPr>
      </a:lvl1pPr>
      <a:lvl2pPr marL="694959" indent="-266363" algn="l" defTabSz="854928" rtl="0" eaLnBrk="1" latinLnBrk="0" hangingPunct="1">
        <a:spcBef>
          <a:spcPts val="89"/>
        </a:spcBef>
        <a:buFont typeface="Arial" panose="020B0604020202020204" pitchFamily="34" charset="0"/>
        <a:buChar char="–"/>
        <a:defRPr sz="2620" kern="1200">
          <a:solidFill>
            <a:schemeClr val="tx1"/>
          </a:solidFill>
          <a:latin typeface="+mn-lt"/>
          <a:ea typeface="+mn-ea"/>
          <a:cs typeface="+mn-cs"/>
        </a:defRPr>
      </a:lvl2pPr>
      <a:lvl3pPr marL="1068472" indent="-212789" algn="l" defTabSz="854928" rtl="0" eaLnBrk="1" latinLnBrk="0" hangingPunct="1">
        <a:spcBef>
          <a:spcPts val="89"/>
        </a:spcBef>
        <a:buFont typeface="Arial" panose="020B0604020202020204" pitchFamily="34" charset="0"/>
        <a:buChar char="•"/>
        <a:defRPr sz="2246" kern="1200">
          <a:solidFill>
            <a:schemeClr val="tx1"/>
          </a:solidFill>
          <a:latin typeface="+mn-lt"/>
          <a:ea typeface="+mn-ea"/>
          <a:cs typeface="+mn-cs"/>
        </a:defRPr>
      </a:lvl3pPr>
      <a:lvl4pPr marL="1496313" indent="-212789" algn="l" defTabSz="854928" rtl="0" eaLnBrk="1" latinLnBrk="0" hangingPunct="1">
        <a:spcBef>
          <a:spcPts val="89"/>
        </a:spcBef>
        <a:buFont typeface="Arial" panose="020B0604020202020204" pitchFamily="34" charset="0"/>
        <a:buChar char="–"/>
        <a:defRPr sz="1872" kern="1200">
          <a:solidFill>
            <a:schemeClr val="tx1"/>
          </a:solidFill>
          <a:latin typeface="+mn-lt"/>
          <a:ea typeface="+mn-ea"/>
          <a:cs typeface="+mn-cs"/>
        </a:defRPr>
      </a:lvl4pPr>
      <a:lvl5pPr marL="1923400" indent="-212789" algn="l" defTabSz="854928" rtl="0" eaLnBrk="1" latinLnBrk="0" hangingPunct="1">
        <a:spcBef>
          <a:spcPts val="89"/>
        </a:spcBef>
        <a:buFont typeface="Arial" panose="020B0604020202020204" pitchFamily="34" charset="0"/>
        <a:buChar char="»"/>
        <a:defRPr sz="1872" kern="1200">
          <a:solidFill>
            <a:schemeClr val="tx1"/>
          </a:solidFill>
          <a:latin typeface="+mn-lt"/>
          <a:ea typeface="+mn-ea"/>
          <a:cs typeface="+mn-cs"/>
        </a:defRPr>
      </a:lvl5pPr>
      <a:lvl6pPr marL="2351242" indent="-212789" algn="l" defTabSz="854928" rtl="0" eaLnBrk="1" latinLnBrk="0" hangingPunct="1">
        <a:spcBef>
          <a:spcPts val="89"/>
        </a:spcBef>
        <a:buFont typeface="Arial" panose="020B0604020202020204" pitchFamily="34" charset="0"/>
        <a:buChar char="•"/>
        <a:defRPr sz="1872" kern="1200">
          <a:solidFill>
            <a:schemeClr val="tx1"/>
          </a:solidFill>
          <a:latin typeface="+mn-lt"/>
          <a:ea typeface="+mn-ea"/>
          <a:cs typeface="+mn-cs"/>
        </a:defRPr>
      </a:lvl6pPr>
      <a:lvl7pPr marL="2779083" indent="-212789" algn="l" defTabSz="854928" rtl="0" eaLnBrk="1" latinLnBrk="0" hangingPunct="1">
        <a:spcBef>
          <a:spcPts val="89"/>
        </a:spcBef>
        <a:buFont typeface="Arial" panose="020B0604020202020204" pitchFamily="34" charset="0"/>
        <a:buChar char="•"/>
        <a:defRPr sz="1872" kern="1200">
          <a:solidFill>
            <a:schemeClr val="tx1"/>
          </a:solidFill>
          <a:latin typeface="+mn-lt"/>
          <a:ea typeface="+mn-ea"/>
          <a:cs typeface="+mn-cs"/>
        </a:defRPr>
      </a:lvl7pPr>
      <a:lvl8pPr marL="3206170" indent="-212789" algn="l" defTabSz="854928" rtl="0" eaLnBrk="1" latinLnBrk="0" hangingPunct="1">
        <a:spcBef>
          <a:spcPts val="89"/>
        </a:spcBef>
        <a:buFont typeface="Arial" panose="020B0604020202020204" pitchFamily="34" charset="0"/>
        <a:buChar char="•"/>
        <a:defRPr sz="1872" kern="1200">
          <a:solidFill>
            <a:schemeClr val="tx1"/>
          </a:solidFill>
          <a:latin typeface="+mn-lt"/>
          <a:ea typeface="+mn-ea"/>
          <a:cs typeface="+mn-cs"/>
        </a:defRPr>
      </a:lvl8pPr>
      <a:lvl9pPr marL="3634012" indent="-212789" algn="l" defTabSz="854928" rtl="0" eaLnBrk="1" latinLnBrk="0" hangingPunct="1">
        <a:spcBef>
          <a:spcPts val="89"/>
        </a:spcBef>
        <a:buFont typeface="Arial" panose="020B0604020202020204" pitchFamily="34" charset="0"/>
        <a:buChar char="•"/>
        <a:defRPr sz="1872" kern="1200">
          <a:solidFill>
            <a:schemeClr val="tx1"/>
          </a:solidFill>
          <a:latin typeface="+mn-lt"/>
          <a:ea typeface="+mn-ea"/>
          <a:cs typeface="+mn-cs"/>
        </a:defRPr>
      </a:lvl9pPr>
    </p:bodyStyle>
    <p:otherStyle>
      <a:defPPr>
        <a:defRPr lang="zh-CN"/>
      </a:defPPr>
      <a:lvl1pPr marL="0" algn="l" defTabSz="854928" rtl="0" eaLnBrk="1" latinLnBrk="0" hangingPunct="1">
        <a:defRPr sz="1681" kern="1200">
          <a:solidFill>
            <a:schemeClr val="tx1"/>
          </a:solidFill>
          <a:latin typeface="+mn-lt"/>
          <a:ea typeface="+mn-ea"/>
          <a:cs typeface="+mn-cs"/>
        </a:defRPr>
      </a:lvl1pPr>
      <a:lvl2pPr marL="427841" algn="l" defTabSz="854928" rtl="0" eaLnBrk="1" latinLnBrk="0" hangingPunct="1">
        <a:defRPr sz="1681" kern="1200">
          <a:solidFill>
            <a:schemeClr val="tx1"/>
          </a:solidFill>
          <a:latin typeface="+mn-lt"/>
          <a:ea typeface="+mn-ea"/>
          <a:cs typeface="+mn-cs"/>
        </a:defRPr>
      </a:lvl2pPr>
      <a:lvl3pPr marL="854928" algn="l" defTabSz="854928" rtl="0" eaLnBrk="1" latinLnBrk="0" hangingPunct="1">
        <a:defRPr sz="1681" kern="1200">
          <a:solidFill>
            <a:schemeClr val="tx1"/>
          </a:solidFill>
          <a:latin typeface="+mn-lt"/>
          <a:ea typeface="+mn-ea"/>
          <a:cs typeface="+mn-cs"/>
        </a:defRPr>
      </a:lvl3pPr>
      <a:lvl4pPr marL="1282770" algn="l" defTabSz="854928" rtl="0" eaLnBrk="1" latinLnBrk="0" hangingPunct="1">
        <a:defRPr sz="1681" kern="1200">
          <a:solidFill>
            <a:schemeClr val="tx1"/>
          </a:solidFill>
          <a:latin typeface="+mn-lt"/>
          <a:ea typeface="+mn-ea"/>
          <a:cs typeface="+mn-cs"/>
        </a:defRPr>
      </a:lvl4pPr>
      <a:lvl5pPr marL="1709857" algn="l" defTabSz="854928" rtl="0" eaLnBrk="1" latinLnBrk="0" hangingPunct="1">
        <a:defRPr sz="1681" kern="1200">
          <a:solidFill>
            <a:schemeClr val="tx1"/>
          </a:solidFill>
          <a:latin typeface="+mn-lt"/>
          <a:ea typeface="+mn-ea"/>
          <a:cs typeface="+mn-cs"/>
        </a:defRPr>
      </a:lvl5pPr>
      <a:lvl6pPr marL="2137698" algn="l" defTabSz="854928" rtl="0" eaLnBrk="1" latinLnBrk="0" hangingPunct="1">
        <a:defRPr sz="1681" kern="1200">
          <a:solidFill>
            <a:schemeClr val="tx1"/>
          </a:solidFill>
          <a:latin typeface="+mn-lt"/>
          <a:ea typeface="+mn-ea"/>
          <a:cs typeface="+mn-cs"/>
        </a:defRPr>
      </a:lvl6pPr>
      <a:lvl7pPr marL="2564785" algn="l" defTabSz="854928" rtl="0" eaLnBrk="1" latinLnBrk="0" hangingPunct="1">
        <a:defRPr sz="1681" kern="1200">
          <a:solidFill>
            <a:schemeClr val="tx1"/>
          </a:solidFill>
          <a:latin typeface="+mn-lt"/>
          <a:ea typeface="+mn-ea"/>
          <a:cs typeface="+mn-cs"/>
        </a:defRPr>
      </a:lvl7pPr>
      <a:lvl8pPr marL="2992627" algn="l" defTabSz="854928" rtl="0" eaLnBrk="1" latinLnBrk="0" hangingPunct="1">
        <a:defRPr sz="1681" kern="1200">
          <a:solidFill>
            <a:schemeClr val="tx1"/>
          </a:solidFill>
          <a:latin typeface="+mn-lt"/>
          <a:ea typeface="+mn-ea"/>
          <a:cs typeface="+mn-cs"/>
        </a:defRPr>
      </a:lvl8pPr>
      <a:lvl9pPr marL="3419714" algn="l" defTabSz="854928" rtl="0" eaLnBrk="1" latinLnBrk="0" hangingPunct="1">
        <a:defRPr sz="168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5.xml"/><Relationship Id="rId5" Type="http://schemas.openxmlformats.org/officeDocument/2006/relationships/image" Target="../media/image5.png"/><Relationship Id="rId4" Type="http://schemas.openxmlformats.org/officeDocument/2006/relationships/image" Target="../media/image4.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tags" Target="../tags/tag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文本框 5"/>
          <p:cNvSpPr txBox="1"/>
          <p:nvPr/>
        </p:nvSpPr>
        <p:spPr>
          <a:xfrm>
            <a:off x="-80460" y="1779521"/>
            <a:ext cx="6684009" cy="2461058"/>
          </a:xfrm>
          <a:prstGeom prst="rect">
            <a:avLst/>
          </a:prstGeom>
          <a:noFill/>
        </p:spPr>
        <p:txBody>
          <a:bodyPr wrap="none" rtlCol="0">
            <a:spAutoFit/>
          </a:bodyPr>
          <a:lstStyle/>
          <a:p>
            <a:pPr marL="0" marR="0" lvl="0" indent="0" algn="r" defTabSz="914400" rtl="0" eaLnBrk="1" fontAlgn="auto" latinLnBrk="0" hangingPunct="1">
              <a:lnSpc>
                <a:spcPct val="120000"/>
              </a:lnSpc>
              <a:spcBef>
                <a:spcPts val="0"/>
              </a:spcBef>
              <a:spcAft>
                <a:spcPts val="0"/>
              </a:spcAft>
              <a:buClrTx/>
              <a:buSzTx/>
              <a:buFontTx/>
              <a:buNone/>
              <a:tabLst/>
              <a:defRPr/>
            </a:pPr>
            <a:r>
              <a:rPr kumimoji="0" lang="zh-CN" altLang="en-US" sz="4400" b="1" u="none" strike="noStrike" kern="1200" cap="none" spc="0" normalizeH="0" baseline="0" noProof="0" dirty="0">
                <a:ln>
                  <a:noFill/>
                </a:ln>
                <a:solidFill>
                  <a:srgbClr val="111215"/>
                </a:solidFill>
                <a:effectLst/>
                <a:uLnTx/>
                <a:uFillTx/>
                <a:latin typeface="微软雅黑" panose="020B0503020204020204" pitchFamily="34" charset="-122"/>
                <a:ea typeface="微软雅黑" panose="020B0503020204020204" pitchFamily="34" charset="-122"/>
                <a:cs typeface="OPPOSans H" panose="00020600040101010101" pitchFamily="18" charset="-122"/>
              </a:rPr>
              <a:t>智能机器人综合应用开发</a:t>
            </a:r>
            <a:endParaRPr kumimoji="0" lang="en-US" altLang="zh-CN" sz="4400" b="1" u="none" strike="noStrike" kern="1200" cap="none" spc="0" normalizeH="0" baseline="0" noProof="0" dirty="0">
              <a:ln>
                <a:noFill/>
              </a:ln>
              <a:solidFill>
                <a:srgbClr val="111215"/>
              </a:solidFill>
              <a:effectLst/>
              <a:uLnTx/>
              <a:uFillTx/>
              <a:latin typeface="微软雅黑" panose="020B0503020204020204" pitchFamily="34" charset="-122"/>
              <a:ea typeface="微软雅黑" panose="020B0503020204020204" pitchFamily="34" charset="-122"/>
              <a:cs typeface="OPPOSans H" panose="00020600040101010101" pitchFamily="18" charset="-122"/>
            </a:endParaRPr>
          </a:p>
          <a:p>
            <a:pPr marL="0" marR="0" lvl="0" indent="0" algn="r" defTabSz="914400" rtl="0" eaLnBrk="1" fontAlgn="auto" latinLnBrk="0" hangingPunct="1">
              <a:lnSpc>
                <a:spcPct val="120000"/>
              </a:lnSpc>
              <a:spcBef>
                <a:spcPts val="0"/>
              </a:spcBef>
              <a:spcAft>
                <a:spcPts val="0"/>
              </a:spcAft>
              <a:buClrTx/>
              <a:buSzTx/>
              <a:buFontTx/>
              <a:buNone/>
              <a:tabLst/>
              <a:defRPr/>
            </a:pPr>
            <a:r>
              <a:rPr kumimoji="0" lang="zh-CN" altLang="en-US" sz="4400" b="1" u="none" strike="noStrike" kern="1200" cap="none" spc="0" normalizeH="0" baseline="0" noProof="0" dirty="0">
                <a:ln>
                  <a:noFill/>
                </a:ln>
                <a:solidFill>
                  <a:srgbClr val="4A7DFF"/>
                </a:solidFill>
                <a:effectLst/>
                <a:uLnTx/>
                <a:uFillTx/>
                <a:latin typeface="微软雅黑" panose="020B0503020204020204" pitchFamily="34" charset="-122"/>
                <a:ea typeface="微软雅黑" panose="020B0503020204020204" pitchFamily="34" charset="-122"/>
                <a:cs typeface="OPPOSans H" panose="00020600040101010101" pitchFamily="18" charset="-122"/>
              </a:rPr>
              <a:t>项目</a:t>
            </a:r>
            <a:r>
              <a:rPr lang="en-US" altLang="zh-CN" sz="4400" b="1" dirty="0">
                <a:solidFill>
                  <a:srgbClr val="4A7DFF"/>
                </a:solidFill>
                <a:latin typeface="微软雅黑" panose="020B0503020204020204" pitchFamily="34" charset="-122"/>
                <a:ea typeface="微软雅黑" panose="020B0503020204020204" pitchFamily="34" charset="-122"/>
                <a:cs typeface="OPPOSans H" panose="00020600040101010101" pitchFamily="18" charset="-122"/>
              </a:rPr>
              <a:t>1</a:t>
            </a:r>
            <a:r>
              <a:rPr kumimoji="0" lang="en-US" altLang="zh-CN" sz="4400" b="1" u="none" strike="noStrike" kern="1200" cap="none" spc="0" normalizeH="0" baseline="0" noProof="0" dirty="0">
                <a:ln>
                  <a:noFill/>
                </a:ln>
                <a:solidFill>
                  <a:srgbClr val="4A7DFF"/>
                </a:solidFill>
                <a:effectLst/>
                <a:uLnTx/>
                <a:uFillTx/>
                <a:latin typeface="微软雅黑" panose="020B0503020204020204" pitchFamily="34" charset="-122"/>
                <a:ea typeface="微软雅黑" panose="020B0503020204020204" pitchFamily="34" charset="-122"/>
                <a:cs typeface="OPPOSans H" panose="00020600040101010101" pitchFamily="18" charset="-122"/>
              </a:rPr>
              <a:t> </a:t>
            </a:r>
            <a:r>
              <a:rPr lang="en-US" altLang="zh-CN" sz="4400" b="1" dirty="0">
                <a:solidFill>
                  <a:srgbClr val="4A7DFF"/>
                </a:solidFill>
                <a:latin typeface="微软雅黑" panose="020B0503020204020204" pitchFamily="34" charset="-122"/>
                <a:ea typeface="微软雅黑" panose="020B0503020204020204" pitchFamily="34" charset="-122"/>
                <a:cs typeface="OPPOSans H" panose="00020600040101010101" pitchFamily="18" charset="-122"/>
              </a:rPr>
              <a:t>Go2</a:t>
            </a:r>
            <a:r>
              <a:rPr lang="zh-CN" altLang="en-US" sz="4400" b="1" dirty="0">
                <a:solidFill>
                  <a:srgbClr val="4A7DFF"/>
                </a:solidFill>
                <a:latin typeface="微软雅黑" panose="020B0503020204020204" pitchFamily="34" charset="-122"/>
                <a:ea typeface="微软雅黑" panose="020B0503020204020204" pitchFamily="34" charset="-122"/>
                <a:cs typeface="OPPOSans H" panose="00020600040101010101" pitchFamily="18" charset="-122"/>
              </a:rPr>
              <a:t> 机器人入门</a:t>
            </a:r>
            <a:endParaRPr kumimoji="0" lang="en-US" altLang="zh-CN" sz="4400" b="1" u="none" strike="noStrike" kern="1200" cap="none" spc="0" normalizeH="0" baseline="0" noProof="0" dirty="0">
              <a:ln>
                <a:noFill/>
              </a:ln>
              <a:solidFill>
                <a:srgbClr val="4A7DFF"/>
              </a:solidFill>
              <a:effectLst/>
              <a:uLnTx/>
              <a:uFillTx/>
              <a:latin typeface="微软雅黑" panose="020B0503020204020204" pitchFamily="34" charset="-122"/>
              <a:ea typeface="微软雅黑" panose="020B0503020204020204" pitchFamily="34" charset="-122"/>
              <a:cs typeface="OPPOSans H" panose="00020600040101010101" pitchFamily="18" charset="-122"/>
            </a:endParaRPr>
          </a:p>
          <a:p>
            <a:pPr marL="0" marR="0" lvl="0" indent="0" algn="r" defTabSz="914400" rtl="0" eaLnBrk="1" fontAlgn="auto" latinLnBrk="0" hangingPunct="1">
              <a:lnSpc>
                <a:spcPct val="120000"/>
              </a:lnSpc>
              <a:spcBef>
                <a:spcPts val="0"/>
              </a:spcBef>
              <a:spcAft>
                <a:spcPts val="0"/>
              </a:spcAft>
              <a:buClrTx/>
              <a:buSzTx/>
              <a:buFontTx/>
              <a:buNone/>
              <a:tabLst/>
              <a:defRPr/>
            </a:pPr>
            <a:r>
              <a:rPr lang="en-US" altLang="zh-CN" sz="4400" b="1" dirty="0">
                <a:solidFill>
                  <a:srgbClr val="4A7DFF"/>
                </a:solidFill>
                <a:latin typeface="微软雅黑" panose="020B0503020204020204" pitchFamily="34" charset="-122"/>
                <a:ea typeface="微软雅黑" panose="020B0503020204020204" pitchFamily="34" charset="-122"/>
                <a:cs typeface="OPPOSans H" panose="00020600040101010101" pitchFamily="18" charset="-122"/>
              </a:rPr>
              <a:t>1.1 Go2 </a:t>
            </a:r>
            <a:r>
              <a:rPr lang="zh-CN" altLang="en-US" sz="4400" b="1" dirty="0">
                <a:solidFill>
                  <a:srgbClr val="4A7DFF"/>
                </a:solidFill>
                <a:latin typeface="微软雅黑" panose="020B0503020204020204" pitchFamily="34" charset="-122"/>
                <a:ea typeface="微软雅黑" panose="020B0503020204020204" pitchFamily="34" charset="-122"/>
                <a:cs typeface="OPPOSans H" panose="00020600040101010101" pitchFamily="18" charset="-122"/>
              </a:rPr>
              <a:t>机器人架构简介</a:t>
            </a:r>
            <a:endParaRPr kumimoji="0" lang="zh-CN" altLang="en-US" sz="4400" b="1" u="none" strike="noStrike" kern="1200" cap="none" spc="0" normalizeH="0" baseline="0" noProof="0" dirty="0">
              <a:ln>
                <a:noFill/>
              </a:ln>
              <a:solidFill>
                <a:srgbClr val="4A7DFF"/>
              </a:solidFill>
              <a:effectLst/>
              <a:uLnTx/>
              <a:uFillTx/>
              <a:latin typeface="微软雅黑" panose="020B0503020204020204" pitchFamily="34" charset="-122"/>
              <a:ea typeface="微软雅黑" panose="020B0503020204020204" pitchFamily="34" charset="-122"/>
              <a:cs typeface="OPPOSans H" panose="00020600040101010101" pitchFamily="18" charset="-122"/>
            </a:endParaRPr>
          </a:p>
        </p:txBody>
      </p:sp>
      <p:sp>
        <p:nvSpPr>
          <p:cNvPr id="2" name="文本框 1">
            <a:extLst>
              <a:ext uri="{FF2B5EF4-FFF2-40B4-BE49-F238E27FC236}">
                <a16:creationId xmlns:a16="http://schemas.microsoft.com/office/drawing/2014/main" id="{D13A6D61-42CD-A04D-E161-9B1239954440}"/>
              </a:ext>
            </a:extLst>
          </p:cNvPr>
          <p:cNvSpPr txBox="1"/>
          <p:nvPr/>
        </p:nvSpPr>
        <p:spPr>
          <a:xfrm>
            <a:off x="479376" y="4986243"/>
            <a:ext cx="3134191" cy="453457"/>
          </a:xfrm>
          <a:prstGeom prst="rect">
            <a:avLst/>
          </a:prstGeom>
          <a:noFill/>
        </p:spPr>
        <p:txBody>
          <a:bodyPr wrap="none" rtlCol="0">
            <a:spAutoFit/>
          </a:bodyPr>
          <a:lstStyle/>
          <a:p>
            <a:pPr marL="0" marR="0" lvl="0" indent="0" algn="r" defTabSz="914400" rtl="0" eaLnBrk="1" fontAlgn="auto" latinLnBrk="0" hangingPunct="1">
              <a:lnSpc>
                <a:spcPct val="130000"/>
              </a:lnSpc>
              <a:spcBef>
                <a:spcPts val="0"/>
              </a:spcBef>
              <a:spcAft>
                <a:spcPts val="0"/>
              </a:spcAft>
              <a:buClrTx/>
              <a:buSzTx/>
              <a:buFontTx/>
              <a:buNone/>
              <a:tabLst/>
              <a:defRPr/>
            </a:pPr>
            <a:r>
              <a:rPr kumimoji="0" lang="zh-CN" altLang="en-US" sz="2000" b="1" i="0" u="none" strike="noStrike" kern="1200" cap="none" spc="300" normalizeH="0" baseline="0" noProof="0" dirty="0">
                <a:ln>
                  <a:noFill/>
                </a:ln>
                <a:solidFill>
                  <a:srgbClr val="6C6F80"/>
                </a:solidFill>
                <a:effectLst/>
                <a:uLnTx/>
                <a:uFillTx/>
                <a:latin typeface="微软雅黑" panose="020B0503020204020204" pitchFamily="34" charset="-122"/>
                <a:ea typeface="微软雅黑" panose="020B0503020204020204" pitchFamily="34" charset="-122"/>
                <a:cs typeface="OPPOSans B" panose="00020600040101010101" pitchFamily="18" charset="-122"/>
              </a:rPr>
              <a:t>杭州宇树科技有限公司</a:t>
            </a:r>
          </a:p>
        </p:txBody>
      </p:sp>
      <p:sp>
        <p:nvSpPr>
          <p:cNvPr id="3" name="文本框 2">
            <a:extLst>
              <a:ext uri="{FF2B5EF4-FFF2-40B4-BE49-F238E27FC236}">
                <a16:creationId xmlns:a16="http://schemas.microsoft.com/office/drawing/2014/main" id="{9A1FD3A6-2E81-E3C7-3146-C656DBCD95C4}"/>
              </a:ext>
            </a:extLst>
          </p:cNvPr>
          <p:cNvSpPr txBox="1"/>
          <p:nvPr/>
        </p:nvSpPr>
        <p:spPr>
          <a:xfrm>
            <a:off x="507549" y="5503239"/>
            <a:ext cx="6096000" cy="613694"/>
          </a:xfrm>
          <a:prstGeom prst="rect">
            <a:avLst/>
          </a:prstGeom>
          <a:noFill/>
        </p:spPr>
        <p:txBody>
          <a:bodyPr wrap="square" rtlCol="0" anchor="t">
            <a:spAutoFit/>
          </a:bodyPr>
          <a:lstStyle/>
          <a:p>
            <a:pPr marL="0" marR="0" lvl="0" indent="0" defTabSz="914400" rtl="0" eaLnBrk="1" fontAlgn="auto" latinLnBrk="0" hangingPunct="1">
              <a:lnSpc>
                <a:spcPct val="15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srgbClr val="9FA1B0"/>
                </a:solidFill>
                <a:effectLst/>
                <a:uLnTx/>
                <a:uFillTx/>
                <a:latin typeface="微软雅黑" panose="020B0503020204020204" pitchFamily="34" charset="-122"/>
                <a:ea typeface="微软雅黑" panose="020B0503020204020204" pitchFamily="34" charset="-122"/>
                <a:cs typeface="+mn-cs"/>
              </a:rPr>
              <a:t>请访问宇树科技官网了解更多产品相关条款与政策，请遵守各地区法律法规</a:t>
            </a:r>
            <a:endParaRPr kumimoji="0" lang="en-US" altLang="zh-CN" sz="1200" b="0" i="0" u="none" strike="noStrike" kern="1200" cap="none" spc="0" normalizeH="0" baseline="0" noProof="0" dirty="0">
              <a:ln>
                <a:noFill/>
              </a:ln>
              <a:solidFill>
                <a:srgbClr val="9FA1B0"/>
              </a:solidFill>
              <a:effectLst/>
              <a:uLnTx/>
              <a:uFillTx/>
              <a:latin typeface="微软雅黑" panose="020B0503020204020204" pitchFamily="34" charset="-122"/>
              <a:ea typeface="微软雅黑" panose="020B0503020204020204" pitchFamily="34" charset="-122"/>
              <a:cs typeface="+mn-cs"/>
            </a:endParaRPr>
          </a:p>
          <a:p>
            <a:pPr marL="0" marR="0" lvl="0" indent="0" defTabSz="914400" rtl="0" eaLnBrk="1" fontAlgn="auto" latinLnBrk="0" hangingPunct="1">
              <a:lnSpc>
                <a:spcPct val="15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srgbClr val="9FA1B0"/>
                </a:solidFill>
                <a:effectLst/>
                <a:uLnTx/>
                <a:uFillTx/>
                <a:latin typeface="微软雅黑" panose="020B0503020204020204" pitchFamily="34" charset="-122"/>
                <a:ea typeface="微软雅黑" panose="020B0503020204020204" pitchFamily="34" charset="-122"/>
                <a:cs typeface="+mn-cs"/>
              </a:rPr>
              <a:t>请各位用户不要危险性改造和使用机器人</a:t>
            </a:r>
          </a:p>
        </p:txBody>
      </p:sp>
      <p:pic>
        <p:nvPicPr>
          <p:cNvPr id="8" name="图形 7">
            <a:extLst>
              <a:ext uri="{FF2B5EF4-FFF2-40B4-BE49-F238E27FC236}">
                <a16:creationId xmlns:a16="http://schemas.microsoft.com/office/drawing/2014/main" id="{4323EC7C-E2EB-396A-A105-F0AD4240338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79376" y="404664"/>
            <a:ext cx="2717014" cy="529834"/>
          </a:xfrm>
          <a:prstGeom prst="rect">
            <a:avLst/>
          </a:prstGeom>
        </p:spPr>
      </p:pic>
      <p:pic>
        <p:nvPicPr>
          <p:cNvPr id="4" name="图片 3">
            <a:extLst>
              <a:ext uri="{FF2B5EF4-FFF2-40B4-BE49-F238E27FC236}">
                <a16:creationId xmlns:a16="http://schemas.microsoft.com/office/drawing/2014/main" id="{6BABD9FD-A287-2664-4A97-37BDB8E5F2EF}"/>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38689" t="20573"/>
          <a:stretch/>
        </p:blipFill>
        <p:spPr>
          <a:xfrm>
            <a:off x="6647784" y="1279600"/>
            <a:ext cx="7738758" cy="5639191"/>
          </a:xfrm>
          <a:prstGeom prst="rect">
            <a:avLst/>
          </a:prstGeom>
        </p:spPr>
      </p:pic>
    </p:spTree>
    <p:extLst>
      <p:ext uri="{BB962C8B-B14F-4D97-AF65-F5344CB8AC3E}">
        <p14:creationId xmlns:p14="http://schemas.microsoft.com/office/powerpoint/2010/main" val="436177464"/>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内容占位符 2"/>
          <p:cNvSpPr txBox="1"/>
          <p:nvPr/>
        </p:nvSpPr>
        <p:spPr>
          <a:xfrm>
            <a:off x="2670432" y="2455791"/>
            <a:ext cx="8343305" cy="1101675"/>
          </a:xfrm>
          <a:prstGeom prst="rect">
            <a:avLst/>
          </a:prstGeom>
        </p:spPr>
        <p:txBody>
          <a:bodyPr/>
          <a:lstStyle>
            <a:lvl1pPr marL="0" marR="0" indent="0" algn="l" defTabSz="685800" rtl="0" eaLnBrk="1" fontAlgn="auto" latinLnBrk="0" hangingPunct="1">
              <a:lnSpc>
                <a:spcPct val="90000"/>
              </a:lnSpc>
              <a:spcBef>
                <a:spcPts val="750"/>
              </a:spcBef>
              <a:spcAft>
                <a:spcPts val="0"/>
              </a:spcAft>
              <a:buClrTx/>
              <a:buSzTx/>
              <a:buFontTx/>
              <a:buNone/>
              <a:defRPr lang="zh-CN" altLang="en-US" sz="1800" kern="1200" dirty="0" smtClean="0">
                <a:solidFill>
                  <a:schemeClr val="tx1"/>
                </a:solidFill>
                <a:latin typeface="+mj-ea"/>
                <a:ea typeface="+mj-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lang="zh-CN" altLang="en-US" sz="1800" kern="1200" dirty="0" smtClean="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lang="zh-CN" altLang="en-US" sz="1500" kern="1200" dirty="0" smtClean="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lang="zh-CN" altLang="en-US" sz="1350" kern="1200" dirty="0" smtClean="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lang="zh-CN" altLang="en-US" sz="1350" kern="1200" dirty="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defTabSz="814936">
              <a:spcBef>
                <a:spcPts val="891"/>
              </a:spcBef>
            </a:pPr>
            <a:r>
              <a:rPr lang="zh-CN" altLang="en-US" sz="3327" b="1" dirty="0">
                <a:solidFill>
                  <a:prstClr val="black">
                    <a:lumMod val="65000"/>
                    <a:lumOff val="35000"/>
                  </a:prstClr>
                </a:solidFill>
                <a:latin typeface="微软雅黑" panose="020B0503020204020204" charset="-122"/>
                <a:ea typeface="微软雅黑" panose="020B0503020204020204" charset="-122"/>
                <a:sym typeface="+mn-ea"/>
              </a:rPr>
              <a:t>掌握</a:t>
            </a:r>
            <a:r>
              <a:rPr lang="en-US" altLang="zh-CN" sz="3327" b="1" dirty="0">
                <a:solidFill>
                  <a:prstClr val="black">
                    <a:lumMod val="65000"/>
                    <a:lumOff val="35000"/>
                  </a:prstClr>
                </a:solidFill>
                <a:latin typeface="微软雅黑" panose="020B0503020204020204" charset="-122"/>
                <a:ea typeface="微软雅黑" panose="020B0503020204020204" charset="-122"/>
                <a:sym typeface="+mn-ea"/>
              </a:rPr>
              <a:t>Go2</a:t>
            </a:r>
            <a:r>
              <a:rPr lang="zh-CN" altLang="en-US" sz="3327" b="1" dirty="0">
                <a:solidFill>
                  <a:prstClr val="black">
                    <a:lumMod val="65000"/>
                    <a:lumOff val="35000"/>
                  </a:prstClr>
                </a:solidFill>
                <a:latin typeface="微软雅黑" panose="020B0503020204020204" charset="-122"/>
                <a:ea typeface="微软雅黑" panose="020B0503020204020204" charset="-122"/>
                <a:sym typeface="+mn-ea"/>
              </a:rPr>
              <a:t>机器人的硬件组成及作用。</a:t>
            </a:r>
            <a:endParaRPr lang="zh-CN" altLang="en-US" sz="3327" dirty="0">
              <a:solidFill>
                <a:prstClr val="black"/>
              </a:solidFill>
              <a:latin typeface="微软雅黑" panose="020B0503020204020204" charset="-122"/>
              <a:ea typeface="微软雅黑" panose="020B0503020204020204" charset="-122"/>
            </a:endParaRPr>
          </a:p>
          <a:p>
            <a:pPr defTabSz="814936">
              <a:spcBef>
                <a:spcPts val="891"/>
              </a:spcBef>
            </a:pPr>
            <a:endParaRPr lang="zh-CN" altLang="en-US" sz="3327" b="1" dirty="0">
              <a:solidFill>
                <a:prstClr val="black">
                  <a:lumMod val="65000"/>
                  <a:lumOff val="35000"/>
                </a:prstClr>
              </a:solidFill>
              <a:latin typeface="微软雅黑" panose="020B0503020204020204" charset="-122"/>
              <a:ea typeface="微软雅黑" panose="020B0503020204020204" charset="-122"/>
            </a:endParaRPr>
          </a:p>
        </p:txBody>
      </p:sp>
      <p:sp>
        <p:nvSpPr>
          <p:cNvPr id="2" name="文本框 1"/>
          <p:cNvSpPr txBox="1"/>
          <p:nvPr/>
        </p:nvSpPr>
        <p:spPr>
          <a:xfrm>
            <a:off x="4548561" y="533896"/>
            <a:ext cx="2739097" cy="823752"/>
          </a:xfrm>
          <a:prstGeom prst="rect">
            <a:avLst/>
          </a:prstGeom>
          <a:noFill/>
        </p:spPr>
        <p:txBody>
          <a:bodyPr wrap="square" rtlCol="0">
            <a:spAutoFit/>
          </a:bodyPr>
          <a:lstStyle/>
          <a:p>
            <a:pPr defTabSz="1086582"/>
            <a:r>
              <a:rPr lang="zh-CN" altLang="en-US" sz="4753" b="1" dirty="0">
                <a:solidFill>
                  <a:prstClr val="black">
                    <a:lumMod val="65000"/>
                    <a:lumOff val="35000"/>
                  </a:prstClr>
                </a:solidFill>
                <a:latin typeface="微软雅黑" panose="020B0503020204020204" charset="-122"/>
                <a:ea typeface="微软雅黑" panose="020B0503020204020204" charset="-122"/>
              </a:rPr>
              <a:t>教学目标</a:t>
            </a:r>
          </a:p>
        </p:txBody>
      </p:sp>
      <p:sp>
        <p:nvSpPr>
          <p:cNvPr id="6" name="Freeform 12"/>
          <p:cNvSpPr/>
          <p:nvPr/>
        </p:nvSpPr>
        <p:spPr bwMode="auto">
          <a:xfrm>
            <a:off x="1137959" y="1825397"/>
            <a:ext cx="628182" cy="630068"/>
          </a:xfrm>
          <a:custGeom>
            <a:avLst/>
            <a:gdLst>
              <a:gd name="T0" fmla="*/ 0 w 1446"/>
              <a:gd name="T1" fmla="*/ 0 h 1446"/>
              <a:gd name="T2" fmla="*/ 1446 w 1446"/>
              <a:gd name="T3" fmla="*/ 0 h 1446"/>
              <a:gd name="T4" fmla="*/ 1446 w 1446"/>
              <a:gd name="T5" fmla="*/ 458 h 1446"/>
              <a:gd name="T6" fmla="*/ 438 w 1446"/>
              <a:gd name="T7" fmla="*/ 458 h 1446"/>
              <a:gd name="T8" fmla="*/ 438 w 1446"/>
              <a:gd name="T9" fmla="*/ 1446 h 1446"/>
              <a:gd name="T10" fmla="*/ 0 w 1446"/>
              <a:gd name="T11" fmla="*/ 1446 h 1446"/>
              <a:gd name="T12" fmla="*/ 0 w 1446"/>
              <a:gd name="T13" fmla="*/ 0 h 1446"/>
            </a:gdLst>
            <a:ahLst/>
            <a:cxnLst>
              <a:cxn ang="0">
                <a:pos x="T0" y="T1"/>
              </a:cxn>
              <a:cxn ang="0">
                <a:pos x="T2" y="T3"/>
              </a:cxn>
              <a:cxn ang="0">
                <a:pos x="T4" y="T5"/>
              </a:cxn>
              <a:cxn ang="0">
                <a:pos x="T6" y="T7"/>
              </a:cxn>
              <a:cxn ang="0">
                <a:pos x="T8" y="T9"/>
              </a:cxn>
              <a:cxn ang="0">
                <a:pos x="T10" y="T11"/>
              </a:cxn>
              <a:cxn ang="0">
                <a:pos x="T12" y="T13"/>
              </a:cxn>
            </a:cxnLst>
            <a:rect l="0" t="0" r="r" b="b"/>
            <a:pathLst>
              <a:path w="1446" h="1446">
                <a:moveTo>
                  <a:pt x="0" y="0"/>
                </a:moveTo>
                <a:lnTo>
                  <a:pt x="1446" y="0"/>
                </a:lnTo>
                <a:lnTo>
                  <a:pt x="1446" y="458"/>
                </a:lnTo>
                <a:lnTo>
                  <a:pt x="438" y="458"/>
                </a:lnTo>
                <a:lnTo>
                  <a:pt x="438" y="1446"/>
                </a:lnTo>
                <a:lnTo>
                  <a:pt x="0" y="1446"/>
                </a:lnTo>
                <a:lnTo>
                  <a:pt x="0" y="0"/>
                </a:lnTo>
                <a:close/>
              </a:path>
            </a:pathLst>
          </a:custGeom>
          <a:solidFill>
            <a:srgbClr val="9BD9FF"/>
          </a:solidFill>
          <a:ln>
            <a:noFill/>
          </a:ln>
        </p:spPr>
        <p:txBody>
          <a:bodyPr/>
          <a:lstStyle/>
          <a:p>
            <a:pPr defTabSz="1086582"/>
            <a:endParaRPr lang="zh-CN" altLang="en-US" sz="2139">
              <a:solidFill>
                <a:prstClr val="black">
                  <a:lumMod val="65000"/>
                  <a:lumOff val="35000"/>
                </a:prstClr>
              </a:solidFill>
              <a:latin typeface="Calibri"/>
              <a:ea typeface="宋体" panose="02010600030101010101" pitchFamily="2" charset="-122"/>
            </a:endParaRPr>
          </a:p>
        </p:txBody>
      </p:sp>
      <p:sp>
        <p:nvSpPr>
          <p:cNvPr id="9" name="Freeform 12"/>
          <p:cNvSpPr/>
          <p:nvPr/>
        </p:nvSpPr>
        <p:spPr bwMode="auto">
          <a:xfrm flipH="1" flipV="1">
            <a:off x="9963293" y="4638431"/>
            <a:ext cx="628182" cy="630068"/>
          </a:xfrm>
          <a:custGeom>
            <a:avLst/>
            <a:gdLst>
              <a:gd name="T0" fmla="*/ 0 w 1446"/>
              <a:gd name="T1" fmla="*/ 0 h 1446"/>
              <a:gd name="T2" fmla="*/ 1446 w 1446"/>
              <a:gd name="T3" fmla="*/ 0 h 1446"/>
              <a:gd name="T4" fmla="*/ 1446 w 1446"/>
              <a:gd name="T5" fmla="*/ 458 h 1446"/>
              <a:gd name="T6" fmla="*/ 438 w 1446"/>
              <a:gd name="T7" fmla="*/ 458 h 1446"/>
              <a:gd name="T8" fmla="*/ 438 w 1446"/>
              <a:gd name="T9" fmla="*/ 1446 h 1446"/>
              <a:gd name="T10" fmla="*/ 0 w 1446"/>
              <a:gd name="T11" fmla="*/ 1446 h 1446"/>
              <a:gd name="T12" fmla="*/ 0 w 1446"/>
              <a:gd name="T13" fmla="*/ 0 h 1446"/>
            </a:gdLst>
            <a:ahLst/>
            <a:cxnLst>
              <a:cxn ang="0">
                <a:pos x="T0" y="T1"/>
              </a:cxn>
              <a:cxn ang="0">
                <a:pos x="T2" y="T3"/>
              </a:cxn>
              <a:cxn ang="0">
                <a:pos x="T4" y="T5"/>
              </a:cxn>
              <a:cxn ang="0">
                <a:pos x="T6" y="T7"/>
              </a:cxn>
              <a:cxn ang="0">
                <a:pos x="T8" y="T9"/>
              </a:cxn>
              <a:cxn ang="0">
                <a:pos x="T10" y="T11"/>
              </a:cxn>
              <a:cxn ang="0">
                <a:pos x="T12" y="T13"/>
              </a:cxn>
            </a:cxnLst>
            <a:rect l="0" t="0" r="r" b="b"/>
            <a:pathLst>
              <a:path w="1446" h="1446">
                <a:moveTo>
                  <a:pt x="0" y="0"/>
                </a:moveTo>
                <a:lnTo>
                  <a:pt x="1446" y="0"/>
                </a:lnTo>
                <a:lnTo>
                  <a:pt x="1446" y="458"/>
                </a:lnTo>
                <a:lnTo>
                  <a:pt x="438" y="458"/>
                </a:lnTo>
                <a:lnTo>
                  <a:pt x="438" y="1446"/>
                </a:lnTo>
                <a:lnTo>
                  <a:pt x="0" y="1446"/>
                </a:lnTo>
                <a:lnTo>
                  <a:pt x="0" y="0"/>
                </a:lnTo>
                <a:close/>
              </a:path>
            </a:pathLst>
          </a:custGeom>
          <a:solidFill>
            <a:srgbClr val="9BD9FF"/>
          </a:solidFill>
          <a:ln>
            <a:noFill/>
          </a:ln>
        </p:spPr>
        <p:txBody>
          <a:bodyPr/>
          <a:lstStyle/>
          <a:p>
            <a:pPr defTabSz="1086582"/>
            <a:endParaRPr lang="zh-CN" altLang="en-US" sz="2139">
              <a:solidFill>
                <a:prstClr val="black">
                  <a:lumMod val="50000"/>
                  <a:lumOff val="50000"/>
                </a:prstClr>
              </a:solidFill>
              <a:latin typeface="Calibri"/>
              <a:ea typeface="宋体" panose="02010600030101010101" pitchFamily="2" charset="-122"/>
            </a:endParaRPr>
          </a:p>
        </p:txBody>
      </p:sp>
      <p:sp>
        <p:nvSpPr>
          <p:cNvPr id="12" name="矩形 11"/>
          <p:cNvSpPr/>
          <p:nvPr/>
        </p:nvSpPr>
        <p:spPr>
          <a:xfrm>
            <a:off x="2042627" y="2525212"/>
            <a:ext cx="405960" cy="414260"/>
          </a:xfrm>
          <a:prstGeom prst="rect">
            <a:avLst/>
          </a:prstGeom>
          <a:solidFill>
            <a:srgbClr val="9BD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86582"/>
            <a:r>
              <a:rPr lang="en-US" altLang="zh-CN" sz="2139" b="1">
                <a:solidFill>
                  <a:prstClr val="white"/>
                </a:solidFill>
                <a:latin typeface="Calibri"/>
                <a:ea typeface="宋体" panose="02010600030101010101" pitchFamily="2" charset="-122"/>
              </a:rPr>
              <a:t>1</a:t>
            </a:r>
          </a:p>
        </p:txBody>
      </p:sp>
      <p:sp>
        <p:nvSpPr>
          <p:cNvPr id="13" name="矩形 12"/>
          <p:cNvSpPr/>
          <p:nvPr/>
        </p:nvSpPr>
        <p:spPr>
          <a:xfrm>
            <a:off x="2042627" y="3230764"/>
            <a:ext cx="405960" cy="414260"/>
          </a:xfrm>
          <a:prstGeom prst="rect">
            <a:avLst/>
          </a:prstGeom>
          <a:solidFill>
            <a:srgbClr val="9BD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86582"/>
            <a:r>
              <a:rPr lang="en-US" altLang="zh-CN" sz="2139" b="1" dirty="0">
                <a:solidFill>
                  <a:prstClr val="white"/>
                </a:solidFill>
                <a:latin typeface="Calibri"/>
                <a:ea typeface="宋体" panose="02010600030101010101" pitchFamily="2" charset="-122"/>
              </a:rPr>
              <a:t>2</a:t>
            </a:r>
          </a:p>
        </p:txBody>
      </p:sp>
      <p:sp>
        <p:nvSpPr>
          <p:cNvPr id="20" name="内容占位符 2"/>
          <p:cNvSpPr txBox="1"/>
          <p:nvPr/>
        </p:nvSpPr>
        <p:spPr>
          <a:xfrm>
            <a:off x="2670432" y="3238310"/>
            <a:ext cx="8343305" cy="399923"/>
          </a:xfrm>
          <a:prstGeom prst="rect">
            <a:avLst/>
          </a:prstGeom>
        </p:spPr>
        <p:txBody>
          <a:bodyPr/>
          <a:lstStyle>
            <a:lvl1pPr marL="0" marR="0" indent="0" algn="l" defTabSz="685800" rtl="0" eaLnBrk="1" fontAlgn="auto" latinLnBrk="0" hangingPunct="1">
              <a:lnSpc>
                <a:spcPct val="90000"/>
              </a:lnSpc>
              <a:spcBef>
                <a:spcPts val="750"/>
              </a:spcBef>
              <a:spcAft>
                <a:spcPts val="0"/>
              </a:spcAft>
              <a:buClrTx/>
              <a:buSzTx/>
              <a:buFontTx/>
              <a:buNone/>
              <a:defRPr lang="zh-CN" altLang="en-US" sz="1800" kern="1200" dirty="0" smtClean="0">
                <a:solidFill>
                  <a:schemeClr val="tx1"/>
                </a:solidFill>
                <a:latin typeface="+mj-ea"/>
                <a:ea typeface="+mj-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lang="zh-CN" altLang="en-US" sz="1800" kern="1200" dirty="0" smtClean="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lang="zh-CN" altLang="en-US" sz="1500" kern="1200" dirty="0" smtClean="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lang="zh-CN" altLang="en-US" sz="1350" kern="1200" dirty="0" smtClean="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lang="zh-CN" altLang="en-US" sz="1350" kern="1200" dirty="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defTabSz="814936">
              <a:spcBef>
                <a:spcPts val="891"/>
              </a:spcBef>
            </a:pPr>
            <a:r>
              <a:rPr lang="zh-CN" altLang="en-US" sz="3327" b="1" dirty="0">
                <a:solidFill>
                  <a:prstClr val="black">
                    <a:lumMod val="65000"/>
                    <a:lumOff val="35000"/>
                  </a:prstClr>
                </a:solidFill>
                <a:latin typeface="微软雅黑" panose="020B0503020204020204" charset="-122"/>
                <a:ea typeface="微软雅黑" panose="020B0503020204020204" charset="-122"/>
                <a:sym typeface="+mn-ea"/>
              </a:rPr>
              <a:t>掌握</a:t>
            </a:r>
            <a:r>
              <a:rPr lang="en-US" altLang="zh-CN" sz="3327" b="1" dirty="0">
                <a:solidFill>
                  <a:prstClr val="black">
                    <a:lumMod val="65000"/>
                    <a:lumOff val="35000"/>
                  </a:prstClr>
                </a:solidFill>
                <a:latin typeface="微软雅黑" panose="020B0503020204020204" charset="-122"/>
                <a:ea typeface="微软雅黑" panose="020B0503020204020204" charset="-122"/>
                <a:sym typeface="+mn-ea"/>
              </a:rPr>
              <a:t>Go2</a:t>
            </a:r>
            <a:r>
              <a:rPr lang="zh-CN" altLang="en-US" sz="3327" b="1" dirty="0">
                <a:solidFill>
                  <a:prstClr val="black">
                    <a:lumMod val="65000"/>
                    <a:lumOff val="35000"/>
                  </a:prstClr>
                </a:solidFill>
                <a:latin typeface="微软雅黑" panose="020B0503020204020204" charset="-122"/>
                <a:ea typeface="微软雅黑" panose="020B0503020204020204" charset="-122"/>
                <a:sym typeface="+mn-ea"/>
              </a:rPr>
              <a:t>机器人的软件组成及作用。</a:t>
            </a:r>
            <a:endParaRPr lang="zh-CN" altLang="en-US" sz="3327" dirty="0">
              <a:solidFill>
                <a:prstClr val="black"/>
              </a:solidFill>
              <a:latin typeface="微软雅黑" panose="020B0503020204020204" charset="-122"/>
              <a:ea typeface="微软雅黑" panose="020B0503020204020204" charset="-122"/>
            </a:endParaRPr>
          </a:p>
          <a:p>
            <a:pPr defTabSz="814936">
              <a:spcBef>
                <a:spcPts val="891"/>
              </a:spcBef>
            </a:pPr>
            <a:endParaRPr lang="zh-CN" altLang="en-US" sz="3327" b="1" dirty="0">
              <a:solidFill>
                <a:prstClr val="black">
                  <a:lumMod val="65000"/>
                  <a:lumOff val="35000"/>
                </a:prstClr>
              </a:solidFill>
              <a:latin typeface="微软雅黑" panose="020B0503020204020204" charset="-122"/>
              <a:ea typeface="微软雅黑" panose="020B0503020204020204" charset="-122"/>
              <a:sym typeface="+mn-ea"/>
            </a:endParaRPr>
          </a:p>
        </p:txBody>
      </p:sp>
      <p:sp>
        <p:nvSpPr>
          <p:cNvPr id="3" name="矩形 2">
            <a:extLst>
              <a:ext uri="{FF2B5EF4-FFF2-40B4-BE49-F238E27FC236}">
                <a16:creationId xmlns:a16="http://schemas.microsoft.com/office/drawing/2014/main" id="{523DE36B-7D8B-5341-E98C-9AC4705BE03A}"/>
              </a:ext>
            </a:extLst>
          </p:cNvPr>
          <p:cNvSpPr/>
          <p:nvPr/>
        </p:nvSpPr>
        <p:spPr>
          <a:xfrm>
            <a:off x="2042627" y="4045341"/>
            <a:ext cx="405960" cy="414260"/>
          </a:xfrm>
          <a:prstGeom prst="rect">
            <a:avLst/>
          </a:prstGeom>
          <a:solidFill>
            <a:srgbClr val="9BD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86582"/>
            <a:r>
              <a:rPr lang="en-US" altLang="zh-CN" sz="2139" b="1" dirty="0">
                <a:solidFill>
                  <a:prstClr val="white"/>
                </a:solidFill>
                <a:latin typeface="Calibri"/>
                <a:ea typeface="宋体" panose="02010600030101010101" pitchFamily="2" charset="-122"/>
              </a:rPr>
              <a:t>3</a:t>
            </a:r>
          </a:p>
        </p:txBody>
      </p:sp>
      <p:sp>
        <p:nvSpPr>
          <p:cNvPr id="4" name="内容占位符 2">
            <a:extLst>
              <a:ext uri="{FF2B5EF4-FFF2-40B4-BE49-F238E27FC236}">
                <a16:creationId xmlns:a16="http://schemas.microsoft.com/office/drawing/2014/main" id="{A3195E8B-39C1-A71F-5FB6-EBE93BA26E3E}"/>
              </a:ext>
            </a:extLst>
          </p:cNvPr>
          <p:cNvSpPr txBox="1"/>
          <p:nvPr/>
        </p:nvSpPr>
        <p:spPr>
          <a:xfrm>
            <a:off x="2670432" y="4052887"/>
            <a:ext cx="8343305" cy="399923"/>
          </a:xfrm>
          <a:prstGeom prst="rect">
            <a:avLst/>
          </a:prstGeom>
        </p:spPr>
        <p:txBody>
          <a:bodyPr/>
          <a:lstStyle>
            <a:lvl1pPr marL="0" marR="0" indent="0" algn="l" defTabSz="685800" rtl="0" eaLnBrk="1" fontAlgn="auto" latinLnBrk="0" hangingPunct="1">
              <a:lnSpc>
                <a:spcPct val="90000"/>
              </a:lnSpc>
              <a:spcBef>
                <a:spcPts val="750"/>
              </a:spcBef>
              <a:spcAft>
                <a:spcPts val="0"/>
              </a:spcAft>
              <a:buClrTx/>
              <a:buSzTx/>
              <a:buFontTx/>
              <a:buNone/>
              <a:defRPr lang="zh-CN" altLang="en-US" sz="1800" kern="1200" dirty="0" smtClean="0">
                <a:solidFill>
                  <a:schemeClr val="tx1"/>
                </a:solidFill>
                <a:latin typeface="+mj-ea"/>
                <a:ea typeface="+mj-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lang="zh-CN" altLang="en-US" sz="1800" kern="1200" dirty="0" smtClean="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lang="zh-CN" altLang="en-US" sz="1500" kern="1200" dirty="0" smtClean="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lang="zh-CN" altLang="en-US" sz="1350" kern="1200" dirty="0" smtClean="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lang="zh-CN" altLang="en-US" sz="1350" kern="1200" dirty="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defTabSz="814936">
              <a:spcBef>
                <a:spcPts val="891"/>
              </a:spcBef>
            </a:pPr>
            <a:r>
              <a:rPr lang="zh-CN" altLang="en-US" sz="3327" b="1" dirty="0">
                <a:solidFill>
                  <a:prstClr val="black">
                    <a:lumMod val="65000"/>
                    <a:lumOff val="35000"/>
                  </a:prstClr>
                </a:solidFill>
                <a:latin typeface="微软雅黑" panose="020B0503020204020204" charset="-122"/>
                <a:ea typeface="微软雅黑" panose="020B0503020204020204" charset="-122"/>
                <a:sym typeface="+mn-ea"/>
              </a:rPr>
              <a:t>掌握</a:t>
            </a:r>
            <a:r>
              <a:rPr lang="en-US" altLang="zh-CN" sz="3327" b="1" dirty="0">
                <a:solidFill>
                  <a:prstClr val="black">
                    <a:lumMod val="65000"/>
                    <a:lumOff val="35000"/>
                  </a:prstClr>
                </a:solidFill>
                <a:latin typeface="微软雅黑" panose="020B0503020204020204" charset="-122"/>
                <a:ea typeface="微软雅黑" panose="020B0503020204020204" charset="-122"/>
                <a:sym typeface="+mn-ea"/>
              </a:rPr>
              <a:t>Go2</a:t>
            </a:r>
            <a:r>
              <a:rPr lang="zh-CN" altLang="en-US" sz="3327" b="1" dirty="0">
                <a:solidFill>
                  <a:prstClr val="black">
                    <a:lumMod val="65000"/>
                    <a:lumOff val="35000"/>
                  </a:prstClr>
                </a:solidFill>
                <a:latin typeface="微软雅黑" panose="020B0503020204020204" charset="-122"/>
                <a:ea typeface="微软雅黑" panose="020B0503020204020204" charset="-122"/>
                <a:sym typeface="+mn-ea"/>
              </a:rPr>
              <a:t>机器人的部件组成及作用。</a:t>
            </a:r>
            <a:endParaRPr lang="zh-CN" altLang="en-US" sz="3327" dirty="0">
              <a:solidFill>
                <a:prstClr val="black"/>
              </a:solidFill>
              <a:latin typeface="微软雅黑" panose="020B0503020204020204" charset="-122"/>
              <a:ea typeface="微软雅黑" panose="020B0503020204020204" charset="-122"/>
            </a:endParaRPr>
          </a:p>
          <a:p>
            <a:pPr defTabSz="814936">
              <a:spcBef>
                <a:spcPts val="891"/>
              </a:spcBef>
            </a:pPr>
            <a:endParaRPr lang="zh-CN" altLang="en-US" sz="3327" b="1" dirty="0">
              <a:solidFill>
                <a:prstClr val="black">
                  <a:lumMod val="65000"/>
                  <a:lumOff val="35000"/>
                </a:prstClr>
              </a:solidFill>
              <a:latin typeface="微软雅黑" panose="020B0503020204020204" charset="-122"/>
              <a:ea typeface="微软雅黑" panose="020B0503020204020204" charset="-122"/>
              <a:sym typeface="+mn-ea"/>
            </a:endParaRPr>
          </a:p>
        </p:txBody>
      </p:sp>
    </p:spTree>
    <p:extLst>
      <p:ext uri="{BB962C8B-B14F-4D97-AF65-F5344CB8AC3E}">
        <p14:creationId xmlns:p14="http://schemas.microsoft.com/office/powerpoint/2010/main" val="779947118"/>
      </p:ext>
    </p:extLst>
  </p:cSld>
  <p:clrMapOvr>
    <a:masterClrMapping/>
  </p:clrMapOvr>
  <mc:AlternateContent xmlns:mc="http://schemas.openxmlformats.org/markup-compatibility/2006" xmlns:p159="http://schemas.microsoft.com/office/powerpoint/2015/09/main">
    <mc:Choice Requires="p159">
      <p:transition>
        <p159:morph option="byChar"/>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8" name="直接连接符 77"/>
          <p:cNvCxnSpPr/>
          <p:nvPr/>
        </p:nvCxnSpPr>
        <p:spPr>
          <a:xfrm>
            <a:off x="999054" y="1017576"/>
            <a:ext cx="7006203" cy="0"/>
          </a:xfrm>
          <a:prstGeom prst="line">
            <a:avLst/>
          </a:prstGeom>
          <a:ln w="12700" cmpd="sng">
            <a:solidFill>
              <a:srgbClr val="7DCDFF"/>
            </a:solidFill>
            <a:prstDash val="solid"/>
          </a:ln>
        </p:spPr>
        <p:style>
          <a:lnRef idx="1">
            <a:schemeClr val="accent1"/>
          </a:lnRef>
          <a:fillRef idx="0">
            <a:schemeClr val="accent1"/>
          </a:fillRef>
          <a:effectRef idx="0">
            <a:schemeClr val="accent1"/>
          </a:effectRef>
          <a:fontRef idx="minor">
            <a:schemeClr val="tx1"/>
          </a:fontRef>
        </p:style>
      </p:cxnSp>
      <p:sp>
        <p:nvSpPr>
          <p:cNvPr id="3" name="内容占位符 2"/>
          <p:cNvSpPr txBox="1"/>
          <p:nvPr/>
        </p:nvSpPr>
        <p:spPr>
          <a:xfrm>
            <a:off x="999055" y="438820"/>
            <a:ext cx="7292940" cy="399923"/>
          </a:xfrm>
          <a:prstGeom prst="rect">
            <a:avLst/>
          </a:prstGeom>
        </p:spPr>
        <p:txBody>
          <a:bodyPr/>
          <a:lstStyle>
            <a:lvl1pPr marL="0" marR="0" indent="0" algn="l" defTabSz="685800" rtl="0" eaLnBrk="1" fontAlgn="auto" latinLnBrk="0" hangingPunct="1">
              <a:lnSpc>
                <a:spcPct val="90000"/>
              </a:lnSpc>
              <a:spcBef>
                <a:spcPts val="750"/>
              </a:spcBef>
              <a:spcAft>
                <a:spcPts val="0"/>
              </a:spcAft>
              <a:buClrTx/>
              <a:buSzTx/>
              <a:buFontTx/>
              <a:buNone/>
              <a:defRPr lang="zh-CN" altLang="en-US" sz="1800" kern="1200" dirty="0" smtClean="0">
                <a:solidFill>
                  <a:schemeClr val="tx1"/>
                </a:solidFill>
                <a:latin typeface="+mj-ea"/>
                <a:ea typeface="+mj-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lang="zh-CN" altLang="en-US" sz="1800" kern="1200" dirty="0" smtClean="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lang="zh-CN" altLang="en-US" sz="1500" kern="1200" dirty="0" smtClean="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lang="zh-CN" altLang="en-US" sz="1350" kern="1200" dirty="0" smtClean="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lang="zh-CN" altLang="en-US" sz="1350" kern="1200" dirty="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altLang="zh-CN" sz="2852" b="1" dirty="0">
                <a:solidFill>
                  <a:schemeClr val="tx1">
                    <a:lumMod val="65000"/>
                    <a:lumOff val="35000"/>
                  </a:schemeClr>
                </a:solidFill>
                <a:latin typeface="微软雅黑" panose="020B0503020204020204" charset="-122"/>
                <a:ea typeface="微软雅黑" panose="020B0503020204020204" charset="-122"/>
              </a:rPr>
              <a:t>1-Go2</a:t>
            </a:r>
            <a:r>
              <a:rPr lang="zh-CN" altLang="en-US" sz="2852" b="1" dirty="0">
                <a:solidFill>
                  <a:schemeClr val="tx1">
                    <a:lumMod val="65000"/>
                    <a:lumOff val="35000"/>
                  </a:schemeClr>
                </a:solidFill>
                <a:latin typeface="微软雅黑" panose="020B0503020204020204" charset="-122"/>
                <a:ea typeface="微软雅黑" panose="020B0503020204020204" charset="-122"/>
              </a:rPr>
              <a:t>机器人性能特点	</a:t>
            </a:r>
          </a:p>
        </p:txBody>
      </p:sp>
      <p:sp>
        <p:nvSpPr>
          <p:cNvPr id="7" name="矩形 6"/>
          <p:cNvSpPr/>
          <p:nvPr/>
        </p:nvSpPr>
        <p:spPr>
          <a:xfrm>
            <a:off x="565553" y="504698"/>
            <a:ext cx="342231" cy="513347"/>
          </a:xfrm>
          <a:prstGeom prst="rect">
            <a:avLst/>
          </a:prstGeom>
          <a:solidFill>
            <a:srgbClr val="7DCD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39"/>
          </a:p>
        </p:txBody>
      </p:sp>
      <p:sp>
        <p:nvSpPr>
          <p:cNvPr id="8" name="矩形 7"/>
          <p:cNvSpPr/>
          <p:nvPr/>
        </p:nvSpPr>
        <p:spPr>
          <a:xfrm>
            <a:off x="931258" y="504698"/>
            <a:ext cx="21389" cy="513347"/>
          </a:xfrm>
          <a:prstGeom prst="rect">
            <a:avLst/>
          </a:prstGeom>
          <a:solidFill>
            <a:srgbClr val="7DCD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39"/>
          </a:p>
        </p:txBody>
      </p:sp>
      <p:sp>
        <p:nvSpPr>
          <p:cNvPr id="9" name="文本框 8"/>
          <p:cNvSpPr txBox="1"/>
          <p:nvPr/>
        </p:nvSpPr>
        <p:spPr>
          <a:xfrm>
            <a:off x="4851910" y="6474184"/>
            <a:ext cx="1680543" cy="348429"/>
          </a:xfrm>
          <a:prstGeom prst="rect">
            <a:avLst/>
          </a:prstGeom>
          <a:noFill/>
          <a:ln w="9525">
            <a:noFill/>
          </a:ln>
        </p:spPr>
        <p:txBody>
          <a:bodyPr wrap="square">
            <a:spAutoFit/>
          </a:bodyPr>
          <a:lstStyle/>
          <a:p>
            <a:r>
              <a:rPr sz="1664" dirty="0">
                <a:latin typeface="微软雅黑" panose="020B0503020204020204" charset="-122"/>
                <a:ea typeface="微软雅黑" panose="020B0503020204020204" charset="-122"/>
                <a:cs typeface="微软雅黑" panose="020B0503020204020204" charset="-122"/>
              </a:rPr>
              <a:t>图1-1</a:t>
            </a:r>
            <a:r>
              <a:rPr lang="en-US" sz="1664" dirty="0">
                <a:latin typeface="微软雅黑" panose="020B0503020204020204" charset="-122"/>
                <a:ea typeface="微软雅黑" panose="020B0503020204020204" charset="-122"/>
                <a:cs typeface="微软雅黑" panose="020B0503020204020204" charset="-122"/>
              </a:rPr>
              <a:t> </a:t>
            </a:r>
            <a:r>
              <a:rPr lang="zh-CN" altLang="en-US" sz="1664" dirty="0">
                <a:latin typeface="微软雅黑" panose="020B0503020204020204" charset="-122"/>
                <a:ea typeface="微软雅黑" panose="020B0503020204020204" charset="-122"/>
                <a:cs typeface="微软雅黑" panose="020B0503020204020204" charset="-122"/>
              </a:rPr>
              <a:t>性能特点</a:t>
            </a:r>
            <a:endParaRPr sz="1664" dirty="0">
              <a:latin typeface="微软雅黑" panose="020B0503020204020204" charset="-122"/>
              <a:ea typeface="微软雅黑" panose="020B0503020204020204" charset="-122"/>
              <a:cs typeface="微软雅黑" panose="020B0503020204020204" charset="-122"/>
            </a:endParaRPr>
          </a:p>
        </p:txBody>
      </p:sp>
      <p:pic>
        <p:nvPicPr>
          <p:cNvPr id="6" name="图片 5">
            <a:extLst>
              <a:ext uri="{FF2B5EF4-FFF2-40B4-BE49-F238E27FC236}">
                <a16:creationId xmlns:a16="http://schemas.microsoft.com/office/drawing/2014/main" id="{6E42322A-0D3E-E15E-65FF-BB79100C33C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91544" y="1132824"/>
            <a:ext cx="7401277" cy="5286351"/>
          </a:xfrm>
          <a:prstGeom prst="rect">
            <a:avLst/>
          </a:prstGeom>
        </p:spPr>
      </p:pic>
    </p:spTree>
    <p:extLst>
      <p:ext uri="{BB962C8B-B14F-4D97-AF65-F5344CB8AC3E}">
        <p14:creationId xmlns:p14="http://schemas.microsoft.com/office/powerpoint/2010/main" val="584111660"/>
      </p:ext>
    </p:extLst>
  </p:cSld>
  <p:clrMapOvr>
    <a:masterClrMapping/>
  </p:clrMapOvr>
  <mc:AlternateContent xmlns:mc="http://schemas.openxmlformats.org/markup-compatibility/2006" xmlns:p159="http://schemas.microsoft.com/office/powerpoint/2015/09/main">
    <mc:Choice Requires="p159">
      <p:transition>
        <p159:morph option="byChar"/>
      </p:transition>
    </mc:Choice>
    <mc:Fallback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8E2EAF74-F2FE-9F36-40B8-44809FB85A12}"/>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063552" y="838743"/>
            <a:ext cx="7908645" cy="5768212"/>
          </a:xfrm>
          <a:prstGeom prst="rect">
            <a:avLst/>
          </a:prstGeom>
          <a:noFill/>
          <a:ln>
            <a:noFill/>
          </a:ln>
        </p:spPr>
      </p:pic>
      <p:cxnSp>
        <p:nvCxnSpPr>
          <p:cNvPr id="78" name="直接连接符 77"/>
          <p:cNvCxnSpPr/>
          <p:nvPr/>
        </p:nvCxnSpPr>
        <p:spPr>
          <a:xfrm>
            <a:off x="999054" y="1017576"/>
            <a:ext cx="7006203" cy="0"/>
          </a:xfrm>
          <a:prstGeom prst="line">
            <a:avLst/>
          </a:prstGeom>
          <a:ln w="12700" cmpd="sng">
            <a:solidFill>
              <a:srgbClr val="7DCDFF"/>
            </a:solidFill>
            <a:prstDash val="solid"/>
          </a:ln>
        </p:spPr>
        <p:style>
          <a:lnRef idx="1">
            <a:schemeClr val="accent1"/>
          </a:lnRef>
          <a:fillRef idx="0">
            <a:schemeClr val="accent1"/>
          </a:fillRef>
          <a:effectRef idx="0">
            <a:schemeClr val="accent1"/>
          </a:effectRef>
          <a:fontRef idx="minor">
            <a:schemeClr val="tx1"/>
          </a:fontRef>
        </p:style>
      </p:cxnSp>
      <p:sp>
        <p:nvSpPr>
          <p:cNvPr id="3" name="内容占位符 2"/>
          <p:cNvSpPr txBox="1"/>
          <p:nvPr/>
        </p:nvSpPr>
        <p:spPr>
          <a:xfrm>
            <a:off x="999055" y="438820"/>
            <a:ext cx="7292940" cy="399923"/>
          </a:xfrm>
          <a:prstGeom prst="rect">
            <a:avLst/>
          </a:prstGeom>
        </p:spPr>
        <p:txBody>
          <a:bodyPr/>
          <a:lstStyle>
            <a:lvl1pPr marL="0" marR="0" indent="0" algn="l" defTabSz="685800" rtl="0" eaLnBrk="1" fontAlgn="auto" latinLnBrk="0" hangingPunct="1">
              <a:lnSpc>
                <a:spcPct val="90000"/>
              </a:lnSpc>
              <a:spcBef>
                <a:spcPts val="750"/>
              </a:spcBef>
              <a:spcAft>
                <a:spcPts val="0"/>
              </a:spcAft>
              <a:buClrTx/>
              <a:buSzTx/>
              <a:buFontTx/>
              <a:buNone/>
              <a:defRPr lang="zh-CN" altLang="en-US" sz="1800" kern="1200" dirty="0" smtClean="0">
                <a:solidFill>
                  <a:schemeClr val="tx1"/>
                </a:solidFill>
                <a:latin typeface="+mj-ea"/>
                <a:ea typeface="+mj-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lang="zh-CN" altLang="en-US" sz="1800" kern="1200" dirty="0" smtClean="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lang="zh-CN" altLang="en-US" sz="1500" kern="1200" dirty="0" smtClean="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lang="zh-CN" altLang="en-US" sz="1350" kern="1200" dirty="0" smtClean="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lang="zh-CN" altLang="en-US" sz="1350" kern="1200" dirty="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altLang="zh-CN" sz="2852" b="1" dirty="0">
                <a:solidFill>
                  <a:schemeClr val="tx1">
                    <a:lumMod val="65000"/>
                    <a:lumOff val="35000"/>
                  </a:schemeClr>
                </a:solidFill>
                <a:latin typeface="微软雅黑" panose="020B0503020204020204" charset="-122"/>
                <a:ea typeface="微软雅黑" panose="020B0503020204020204" charset="-122"/>
              </a:rPr>
              <a:t>2-Go2</a:t>
            </a:r>
            <a:r>
              <a:rPr lang="zh-CN" altLang="en-US" sz="2852" b="1" dirty="0">
                <a:solidFill>
                  <a:schemeClr val="tx1">
                    <a:lumMod val="65000"/>
                    <a:lumOff val="35000"/>
                  </a:schemeClr>
                </a:solidFill>
                <a:latin typeface="微软雅黑" panose="020B0503020204020204" charset="-122"/>
                <a:ea typeface="微软雅黑" panose="020B0503020204020204" charset="-122"/>
              </a:rPr>
              <a:t>机器人硬件架构	</a:t>
            </a:r>
          </a:p>
        </p:txBody>
      </p:sp>
      <p:sp>
        <p:nvSpPr>
          <p:cNvPr id="7" name="矩形 6"/>
          <p:cNvSpPr/>
          <p:nvPr/>
        </p:nvSpPr>
        <p:spPr>
          <a:xfrm>
            <a:off x="565553" y="504698"/>
            <a:ext cx="342231" cy="513347"/>
          </a:xfrm>
          <a:prstGeom prst="rect">
            <a:avLst/>
          </a:prstGeom>
          <a:solidFill>
            <a:srgbClr val="7DCD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39"/>
          </a:p>
        </p:txBody>
      </p:sp>
      <p:sp>
        <p:nvSpPr>
          <p:cNvPr id="8" name="矩形 7"/>
          <p:cNvSpPr/>
          <p:nvPr/>
        </p:nvSpPr>
        <p:spPr>
          <a:xfrm>
            <a:off x="931258" y="504698"/>
            <a:ext cx="21389" cy="513347"/>
          </a:xfrm>
          <a:prstGeom prst="rect">
            <a:avLst/>
          </a:prstGeom>
          <a:solidFill>
            <a:srgbClr val="7DCD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39"/>
          </a:p>
        </p:txBody>
      </p:sp>
      <p:sp>
        <p:nvSpPr>
          <p:cNvPr id="9" name="文本框 8"/>
          <p:cNvSpPr txBox="1"/>
          <p:nvPr/>
        </p:nvSpPr>
        <p:spPr>
          <a:xfrm>
            <a:off x="4943872" y="6419180"/>
            <a:ext cx="1680543" cy="348429"/>
          </a:xfrm>
          <a:prstGeom prst="rect">
            <a:avLst/>
          </a:prstGeom>
          <a:noFill/>
          <a:ln w="9525">
            <a:noFill/>
          </a:ln>
        </p:spPr>
        <p:txBody>
          <a:bodyPr wrap="square">
            <a:spAutoFit/>
          </a:bodyPr>
          <a:lstStyle/>
          <a:p>
            <a:r>
              <a:rPr sz="1664" dirty="0">
                <a:latin typeface="微软雅黑" panose="020B0503020204020204" charset="-122"/>
                <a:ea typeface="微软雅黑" panose="020B0503020204020204" charset="-122"/>
                <a:cs typeface="微软雅黑" panose="020B0503020204020204" charset="-122"/>
              </a:rPr>
              <a:t>图</a:t>
            </a:r>
            <a:r>
              <a:rPr lang="en-US" sz="1664" dirty="0">
                <a:latin typeface="微软雅黑" panose="020B0503020204020204" charset="-122"/>
                <a:ea typeface="微软雅黑" panose="020B0503020204020204" charset="-122"/>
                <a:cs typeface="微软雅黑" panose="020B0503020204020204" charset="-122"/>
              </a:rPr>
              <a:t>2</a:t>
            </a:r>
            <a:r>
              <a:rPr sz="1664" dirty="0">
                <a:latin typeface="微软雅黑" panose="020B0503020204020204" charset="-122"/>
                <a:ea typeface="微软雅黑" panose="020B0503020204020204" charset="-122"/>
                <a:cs typeface="微软雅黑" panose="020B0503020204020204" charset="-122"/>
              </a:rPr>
              <a:t>-</a:t>
            </a:r>
            <a:r>
              <a:rPr lang="en-US" sz="1664" dirty="0">
                <a:latin typeface="微软雅黑" panose="020B0503020204020204" charset="-122"/>
                <a:ea typeface="微软雅黑" panose="020B0503020204020204" charset="-122"/>
                <a:cs typeface="微软雅黑" panose="020B0503020204020204" charset="-122"/>
              </a:rPr>
              <a:t>1 </a:t>
            </a:r>
            <a:r>
              <a:rPr lang="zh-CN" altLang="en-US" sz="1664" dirty="0">
                <a:latin typeface="微软雅黑" panose="020B0503020204020204" charset="-122"/>
                <a:ea typeface="微软雅黑" panose="020B0503020204020204" charset="-122"/>
                <a:cs typeface="微软雅黑" panose="020B0503020204020204" charset="-122"/>
              </a:rPr>
              <a:t>硬件架构</a:t>
            </a:r>
            <a:endParaRPr sz="1664" dirty="0">
              <a:latin typeface="微软雅黑" panose="020B0503020204020204" charset="-122"/>
              <a:ea typeface="微软雅黑" panose="020B0503020204020204" charset="-122"/>
              <a:cs typeface="微软雅黑" panose="020B0503020204020204" charset="-122"/>
            </a:endParaRPr>
          </a:p>
        </p:txBody>
      </p:sp>
    </p:spTree>
  </p:cSld>
  <p:clrMapOvr>
    <a:masterClrMapping/>
  </p:clrMapOvr>
  <mc:AlternateContent xmlns:mc="http://schemas.openxmlformats.org/markup-compatibility/2006" xmlns:p159="http://schemas.microsoft.com/office/powerpoint/2015/09/main">
    <mc:Choice Requires="p159">
      <p:transition>
        <p159:morph option="byChar"/>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8" name="直接连接符 77"/>
          <p:cNvCxnSpPr/>
          <p:nvPr/>
        </p:nvCxnSpPr>
        <p:spPr>
          <a:xfrm>
            <a:off x="999054" y="1017576"/>
            <a:ext cx="7006203" cy="0"/>
          </a:xfrm>
          <a:prstGeom prst="line">
            <a:avLst/>
          </a:prstGeom>
          <a:ln w="12700" cmpd="sng">
            <a:solidFill>
              <a:srgbClr val="7DCDFF"/>
            </a:solidFill>
            <a:prstDash val="solid"/>
          </a:ln>
        </p:spPr>
        <p:style>
          <a:lnRef idx="1">
            <a:schemeClr val="accent1"/>
          </a:lnRef>
          <a:fillRef idx="0">
            <a:schemeClr val="accent1"/>
          </a:fillRef>
          <a:effectRef idx="0">
            <a:schemeClr val="accent1"/>
          </a:effectRef>
          <a:fontRef idx="minor">
            <a:schemeClr val="tx1"/>
          </a:fontRef>
        </p:style>
      </p:cxnSp>
      <p:sp>
        <p:nvSpPr>
          <p:cNvPr id="3" name="内容占位符 2"/>
          <p:cNvSpPr txBox="1"/>
          <p:nvPr/>
        </p:nvSpPr>
        <p:spPr>
          <a:xfrm>
            <a:off x="999055" y="438820"/>
            <a:ext cx="7292940" cy="399923"/>
          </a:xfrm>
          <a:prstGeom prst="rect">
            <a:avLst/>
          </a:prstGeom>
        </p:spPr>
        <p:txBody>
          <a:bodyPr/>
          <a:lstStyle>
            <a:lvl1pPr marL="0" marR="0" indent="0" algn="l" defTabSz="685800" rtl="0" eaLnBrk="1" fontAlgn="auto" latinLnBrk="0" hangingPunct="1">
              <a:lnSpc>
                <a:spcPct val="90000"/>
              </a:lnSpc>
              <a:spcBef>
                <a:spcPts val="750"/>
              </a:spcBef>
              <a:spcAft>
                <a:spcPts val="0"/>
              </a:spcAft>
              <a:buClrTx/>
              <a:buSzTx/>
              <a:buFontTx/>
              <a:buNone/>
              <a:defRPr lang="zh-CN" altLang="en-US" sz="1800" kern="1200" dirty="0" smtClean="0">
                <a:solidFill>
                  <a:schemeClr val="tx1"/>
                </a:solidFill>
                <a:latin typeface="+mj-ea"/>
                <a:ea typeface="+mj-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lang="zh-CN" altLang="en-US" sz="1800" kern="1200" dirty="0" smtClean="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lang="zh-CN" altLang="en-US" sz="1500" kern="1200" dirty="0" smtClean="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lang="zh-CN" altLang="en-US" sz="1350" kern="1200" dirty="0" smtClean="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lang="zh-CN" altLang="en-US" sz="1350" kern="1200" dirty="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altLang="zh-CN" sz="2852" b="1" dirty="0">
                <a:solidFill>
                  <a:schemeClr val="tx1">
                    <a:lumMod val="65000"/>
                    <a:lumOff val="35000"/>
                  </a:schemeClr>
                </a:solidFill>
                <a:latin typeface="微软雅黑" panose="020B0503020204020204" charset="-122"/>
                <a:ea typeface="微软雅黑" panose="020B0503020204020204" charset="-122"/>
              </a:rPr>
              <a:t>2-Go2</a:t>
            </a:r>
            <a:r>
              <a:rPr lang="zh-CN" altLang="en-US" sz="2852" b="1" dirty="0">
                <a:solidFill>
                  <a:schemeClr val="tx1">
                    <a:lumMod val="65000"/>
                    <a:lumOff val="35000"/>
                  </a:schemeClr>
                </a:solidFill>
                <a:latin typeface="微软雅黑" panose="020B0503020204020204" charset="-122"/>
                <a:ea typeface="微软雅黑" panose="020B0503020204020204" charset="-122"/>
              </a:rPr>
              <a:t>机器人硬件架构	</a:t>
            </a:r>
          </a:p>
        </p:txBody>
      </p:sp>
      <p:sp>
        <p:nvSpPr>
          <p:cNvPr id="7" name="矩形 6"/>
          <p:cNvSpPr/>
          <p:nvPr/>
        </p:nvSpPr>
        <p:spPr>
          <a:xfrm>
            <a:off x="565553" y="504698"/>
            <a:ext cx="342231" cy="513347"/>
          </a:xfrm>
          <a:prstGeom prst="rect">
            <a:avLst/>
          </a:prstGeom>
          <a:solidFill>
            <a:srgbClr val="7DCD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39"/>
          </a:p>
        </p:txBody>
      </p:sp>
      <p:sp>
        <p:nvSpPr>
          <p:cNvPr id="8" name="矩形 7"/>
          <p:cNvSpPr/>
          <p:nvPr/>
        </p:nvSpPr>
        <p:spPr>
          <a:xfrm>
            <a:off x="931258" y="504698"/>
            <a:ext cx="21389" cy="513347"/>
          </a:xfrm>
          <a:prstGeom prst="rect">
            <a:avLst/>
          </a:prstGeom>
          <a:solidFill>
            <a:srgbClr val="7DCD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39"/>
          </a:p>
        </p:txBody>
      </p:sp>
      <p:sp>
        <p:nvSpPr>
          <p:cNvPr id="4" name="文本框 3">
            <a:extLst>
              <a:ext uri="{FF2B5EF4-FFF2-40B4-BE49-F238E27FC236}">
                <a16:creationId xmlns:a16="http://schemas.microsoft.com/office/drawing/2014/main" id="{B6C0D14C-6EF0-2834-1FF4-D4D173F69113}"/>
              </a:ext>
            </a:extLst>
          </p:cNvPr>
          <p:cNvSpPr txBox="1"/>
          <p:nvPr/>
        </p:nvSpPr>
        <p:spPr>
          <a:xfrm>
            <a:off x="870322" y="1211303"/>
            <a:ext cx="10153128" cy="1050288"/>
          </a:xfrm>
          <a:prstGeom prst="rect">
            <a:avLst/>
          </a:prstGeom>
          <a:noFill/>
          <a:ln w="9525">
            <a:noFill/>
          </a:ln>
        </p:spPr>
        <p:txBody>
          <a:bodyPr wrap="square">
            <a:spAutoFit/>
          </a:bodyPr>
          <a:lstStyle/>
          <a:p>
            <a:pPr indent="316920">
              <a:lnSpc>
                <a:spcPct val="150000"/>
              </a:lnSpc>
            </a:pPr>
            <a:r>
              <a:rPr lang="en-US" altLang="zh-CN" sz="2400" b="1" dirty="0">
                <a:solidFill>
                  <a:srgbClr val="333333"/>
                </a:solidFill>
                <a:latin typeface="微软雅黑" panose="020B0503020204020204" charset="-122"/>
                <a:ea typeface="微软雅黑" panose="020B0503020204020204" charset="-122"/>
                <a:cs typeface="微软雅黑" panose="020B0503020204020204" charset="-122"/>
                <a:sym typeface="+mn-ea"/>
              </a:rPr>
              <a:t>1-</a:t>
            </a:r>
            <a:r>
              <a:rPr lang="zh-CN" altLang="en-US" sz="2400" b="1" kern="100" dirty="0">
                <a:solidFill>
                  <a:srgbClr val="333333"/>
                </a:solidFill>
                <a:latin typeface="仿宋" panose="02010609060101010101" pitchFamily="49" charset="-122"/>
                <a:ea typeface="微软雅黑" panose="020B0503020204020204" pitchFamily="34" charset="-122"/>
                <a:cs typeface="Times New Roman" panose="02020603050405020304" pitchFamily="18" charset="0"/>
                <a:sym typeface="+mn-ea"/>
              </a:rPr>
              <a:t>核心处理单元</a:t>
            </a:r>
            <a:endParaRPr lang="en-US" altLang="zh-CN" sz="2400" b="1" kern="100" dirty="0">
              <a:effectLst/>
              <a:latin typeface="仿宋" panose="02010609060101010101" pitchFamily="49" charset="-122"/>
              <a:ea typeface="微软雅黑" panose="020B0503020204020204" pitchFamily="34" charset="-122"/>
              <a:cs typeface="Times New Roman" panose="02020603050405020304" pitchFamily="18" charset="0"/>
            </a:endParaRPr>
          </a:p>
          <a:p>
            <a:pPr indent="316920">
              <a:lnSpc>
                <a:spcPct val="150000"/>
              </a:lnSpc>
            </a:pPr>
            <a:r>
              <a:rPr lang="en-US" altLang="zh-CN" sz="2000" kern="100" dirty="0">
                <a:effectLst/>
                <a:latin typeface="仿宋" panose="02010609060101010101" pitchFamily="49" charset="-122"/>
                <a:ea typeface="微软雅黑" panose="020B0503020204020204" pitchFamily="34" charset="-122"/>
                <a:cs typeface="Times New Roman" panose="02020603050405020304" pitchFamily="18" charset="0"/>
              </a:rPr>
              <a:t>  </a:t>
            </a:r>
            <a:r>
              <a:rPr lang="zh-CN" altLang="zh-CN" sz="2000" kern="100" dirty="0">
                <a:effectLst/>
                <a:latin typeface="仿宋" panose="02010609060101010101" pitchFamily="49" charset="-122"/>
                <a:ea typeface="微软雅黑" panose="020B0503020204020204" pitchFamily="34" charset="-122"/>
                <a:cs typeface="Times New Roman" panose="02020603050405020304" pitchFamily="18" charset="0"/>
              </a:rPr>
              <a:t>配备高性能商用</a:t>
            </a:r>
            <a:r>
              <a:rPr lang="en-US" altLang="zh-CN" sz="2000" kern="100" dirty="0">
                <a:effectLst/>
                <a:latin typeface="仿宋" panose="02010609060101010101" pitchFamily="49" charset="-122"/>
                <a:ea typeface="微软雅黑" panose="020B0503020204020204" pitchFamily="34" charset="-122"/>
                <a:cs typeface="Times New Roman" panose="02020603050405020304" pitchFamily="18" charset="0"/>
              </a:rPr>
              <a:t>CPU</a:t>
            </a:r>
            <a:r>
              <a:rPr lang="zh-CN" altLang="zh-CN" sz="2000" kern="100" dirty="0">
                <a:effectLst/>
                <a:latin typeface="仿宋" panose="02010609060101010101" pitchFamily="49" charset="-122"/>
                <a:ea typeface="微软雅黑" panose="020B0503020204020204" pitchFamily="34" charset="-122"/>
                <a:cs typeface="Times New Roman" panose="02020603050405020304" pitchFamily="18" charset="0"/>
              </a:rPr>
              <a:t>，负责处理复杂的计算任务，支持机器人的智能决策和数据处理</a:t>
            </a:r>
            <a:r>
              <a:rPr lang="zh-CN" altLang="en-US" sz="2000" kern="100" dirty="0">
                <a:effectLst/>
                <a:latin typeface="仿宋" panose="02010609060101010101" pitchFamily="49" charset="-122"/>
                <a:ea typeface="微软雅黑" panose="020B0503020204020204" pitchFamily="34" charset="-122"/>
                <a:cs typeface="Times New Roman" panose="02020603050405020304" pitchFamily="18" charset="0"/>
              </a:rPr>
              <a:t>。</a:t>
            </a:r>
            <a:endParaRPr sz="2800" b="1" dirty="0">
              <a:solidFill>
                <a:srgbClr val="333333"/>
              </a:solidFill>
              <a:latin typeface="微软雅黑" panose="020B0503020204020204" charset="-122"/>
              <a:ea typeface="微软雅黑" panose="020B0503020204020204" charset="-122"/>
              <a:cs typeface="微软雅黑" panose="020B0503020204020204" charset="-122"/>
              <a:sym typeface="+mn-ea"/>
            </a:endParaRPr>
          </a:p>
        </p:txBody>
      </p:sp>
      <p:sp>
        <p:nvSpPr>
          <p:cNvPr id="5" name="文本框 4">
            <a:extLst>
              <a:ext uri="{FF2B5EF4-FFF2-40B4-BE49-F238E27FC236}">
                <a16:creationId xmlns:a16="http://schemas.microsoft.com/office/drawing/2014/main" id="{58D0CE5F-06D4-919A-3F1F-29F21945E561}"/>
              </a:ext>
            </a:extLst>
          </p:cNvPr>
          <p:cNvSpPr txBox="1"/>
          <p:nvPr/>
        </p:nvSpPr>
        <p:spPr>
          <a:xfrm>
            <a:off x="870321" y="2293618"/>
            <a:ext cx="10081122" cy="1050288"/>
          </a:xfrm>
          <a:prstGeom prst="rect">
            <a:avLst/>
          </a:prstGeom>
          <a:noFill/>
          <a:ln w="9525">
            <a:noFill/>
          </a:ln>
        </p:spPr>
        <p:txBody>
          <a:bodyPr wrap="square">
            <a:spAutoFit/>
          </a:bodyPr>
          <a:lstStyle/>
          <a:p>
            <a:pPr indent="316920">
              <a:lnSpc>
                <a:spcPct val="150000"/>
              </a:lnSpc>
            </a:pPr>
            <a:r>
              <a:rPr lang="en-US" altLang="zh-CN" sz="2400" b="1" dirty="0">
                <a:solidFill>
                  <a:srgbClr val="333333"/>
                </a:solidFill>
                <a:latin typeface="微软雅黑" panose="020B0503020204020204" charset="-122"/>
                <a:ea typeface="微软雅黑" panose="020B0503020204020204" charset="-122"/>
                <a:cs typeface="微软雅黑" panose="020B0503020204020204" charset="-122"/>
                <a:sym typeface="+mn-ea"/>
              </a:rPr>
              <a:t>2-</a:t>
            </a:r>
            <a:r>
              <a:rPr lang="zh-CN" altLang="en-US" sz="2400" b="1" kern="100" dirty="0">
                <a:solidFill>
                  <a:srgbClr val="333333"/>
                </a:solidFill>
                <a:latin typeface="仿宋" panose="02010609060101010101" pitchFamily="49" charset="-122"/>
                <a:ea typeface="微软雅黑" panose="020B0503020204020204" pitchFamily="34" charset="-122"/>
                <a:cs typeface="Times New Roman" panose="02020603050405020304" pitchFamily="18" charset="0"/>
                <a:sym typeface="+mn-ea"/>
              </a:rPr>
              <a:t>传感器系统</a:t>
            </a:r>
            <a:endParaRPr lang="en-US" altLang="zh-CN" sz="2400" b="1" kern="100" dirty="0">
              <a:effectLst/>
              <a:latin typeface="仿宋" panose="02010609060101010101" pitchFamily="49" charset="-122"/>
              <a:ea typeface="微软雅黑" panose="020B0503020204020204" pitchFamily="34" charset="-122"/>
              <a:cs typeface="Times New Roman" panose="02020603050405020304" pitchFamily="18" charset="0"/>
            </a:endParaRPr>
          </a:p>
          <a:p>
            <a:pPr indent="316920">
              <a:lnSpc>
                <a:spcPct val="150000"/>
              </a:lnSpc>
            </a:pPr>
            <a:r>
              <a:rPr lang="zh-CN" altLang="en-US" sz="2000" kern="100" dirty="0">
                <a:effectLst/>
                <a:latin typeface="仿宋" panose="02010609060101010101" pitchFamily="49" charset="-122"/>
                <a:ea typeface="微软雅黑" panose="020B0503020204020204" pitchFamily="34" charset="-122"/>
                <a:cs typeface="Times New Roman" panose="02020603050405020304" pitchFamily="18" charset="0"/>
              </a:rPr>
              <a:t>  控制机器狗的运动，具备切换步态、控制姿势及速度、进行特技表演或跳舞等功能。</a:t>
            </a:r>
            <a:endParaRPr lang="en-US" altLang="zh-CN" sz="2000" kern="100" dirty="0">
              <a:effectLst/>
              <a:latin typeface="仿宋" panose="02010609060101010101" pitchFamily="49" charset="-122"/>
              <a:ea typeface="微软雅黑" panose="020B0503020204020204" pitchFamily="34" charset="-122"/>
              <a:cs typeface="Times New Roman" panose="02020603050405020304" pitchFamily="18" charset="0"/>
            </a:endParaRPr>
          </a:p>
        </p:txBody>
      </p:sp>
      <p:sp>
        <p:nvSpPr>
          <p:cNvPr id="6" name="文本框 5">
            <a:extLst>
              <a:ext uri="{FF2B5EF4-FFF2-40B4-BE49-F238E27FC236}">
                <a16:creationId xmlns:a16="http://schemas.microsoft.com/office/drawing/2014/main" id="{079825A8-B26A-AF18-3760-0C12762CABB5}"/>
              </a:ext>
            </a:extLst>
          </p:cNvPr>
          <p:cNvSpPr txBox="1"/>
          <p:nvPr/>
        </p:nvSpPr>
        <p:spPr>
          <a:xfrm>
            <a:off x="870321" y="3299535"/>
            <a:ext cx="11136561" cy="1050288"/>
          </a:xfrm>
          <a:prstGeom prst="rect">
            <a:avLst/>
          </a:prstGeom>
          <a:noFill/>
          <a:ln w="9525">
            <a:noFill/>
          </a:ln>
        </p:spPr>
        <p:txBody>
          <a:bodyPr wrap="square">
            <a:spAutoFit/>
          </a:bodyPr>
          <a:lstStyle/>
          <a:p>
            <a:pPr indent="316920">
              <a:lnSpc>
                <a:spcPct val="150000"/>
              </a:lnSpc>
            </a:pPr>
            <a:r>
              <a:rPr lang="en-US" altLang="zh-CN" sz="2400" b="1" dirty="0">
                <a:solidFill>
                  <a:srgbClr val="333333"/>
                </a:solidFill>
                <a:latin typeface="微软雅黑" panose="020B0503020204020204" charset="-122"/>
                <a:ea typeface="微软雅黑" panose="020B0503020204020204" charset="-122"/>
                <a:cs typeface="微软雅黑" panose="020B0503020204020204" charset="-122"/>
                <a:sym typeface="+mn-ea"/>
              </a:rPr>
              <a:t>3-</a:t>
            </a:r>
            <a:r>
              <a:rPr lang="zh-CN" altLang="en-US" sz="2400" b="1" kern="100" dirty="0">
                <a:solidFill>
                  <a:srgbClr val="333333"/>
                </a:solidFill>
                <a:latin typeface="仿宋" panose="02010609060101010101" pitchFamily="49" charset="-122"/>
                <a:ea typeface="微软雅黑" panose="020B0503020204020204" pitchFamily="34" charset="-122"/>
                <a:cs typeface="Times New Roman" panose="02020603050405020304" pitchFamily="18" charset="0"/>
                <a:sym typeface="+mn-ea"/>
              </a:rPr>
              <a:t>通信模块</a:t>
            </a:r>
            <a:endParaRPr lang="en-US" altLang="zh-CN" sz="2400" b="1" kern="100" dirty="0">
              <a:effectLst/>
              <a:latin typeface="仿宋" panose="02010609060101010101" pitchFamily="49" charset="-122"/>
              <a:ea typeface="微软雅黑" panose="020B0503020204020204" pitchFamily="34" charset="-122"/>
              <a:cs typeface="Times New Roman" panose="02020603050405020304" pitchFamily="18" charset="0"/>
            </a:endParaRPr>
          </a:p>
          <a:p>
            <a:pPr indent="316920">
              <a:lnSpc>
                <a:spcPct val="150000"/>
              </a:lnSpc>
            </a:pPr>
            <a:r>
              <a:rPr lang="en-US" altLang="zh-CN" sz="1800" kern="100" dirty="0">
                <a:effectLst/>
                <a:latin typeface="仿宋" panose="02010609060101010101" pitchFamily="49" charset="-122"/>
                <a:ea typeface="微软雅黑" panose="020B0503020204020204" pitchFamily="34" charset="-122"/>
                <a:cs typeface="Times New Roman" panose="02020603050405020304" pitchFamily="18" charset="0"/>
              </a:rPr>
              <a:t>  </a:t>
            </a:r>
            <a:r>
              <a:rPr lang="zh-CN" altLang="zh-CN" sz="2000" kern="100" dirty="0">
                <a:effectLst/>
                <a:latin typeface="微软雅黑" panose="020B0503020204020204" pitchFamily="34" charset="-122"/>
                <a:ea typeface="微软雅黑" panose="020B0503020204020204" pitchFamily="34" charset="-122"/>
                <a:cs typeface="Times New Roman" panose="02020603050405020304" pitchFamily="18" charset="0"/>
              </a:rPr>
              <a:t>包括</a:t>
            </a:r>
            <a:r>
              <a:rPr lang="en-US" altLang="zh-CN" sz="2000" kern="100" dirty="0">
                <a:effectLst/>
                <a:latin typeface="微软雅黑" panose="020B0503020204020204" pitchFamily="34" charset="-122"/>
                <a:ea typeface="微软雅黑" panose="020B0503020204020204" pitchFamily="34" charset="-122"/>
                <a:cs typeface="Times New Roman" panose="02020603050405020304" pitchFamily="18" charset="0"/>
              </a:rPr>
              <a:t>Wi-Fi/BLE</a:t>
            </a:r>
            <a:r>
              <a:rPr lang="zh-CN" altLang="zh-CN" sz="2000" kern="100" dirty="0">
                <a:effectLst/>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000" kern="100" dirty="0">
                <a:effectLst/>
                <a:latin typeface="微软雅黑" panose="020B0503020204020204" pitchFamily="34" charset="-122"/>
                <a:ea typeface="微软雅黑" panose="020B0503020204020204" pitchFamily="34" charset="-122"/>
                <a:cs typeface="Times New Roman" panose="02020603050405020304" pitchFamily="18" charset="0"/>
              </a:rPr>
              <a:t>4G</a:t>
            </a:r>
            <a:r>
              <a:rPr lang="zh-CN" altLang="zh-CN" sz="2000" kern="100" dirty="0">
                <a:effectLst/>
                <a:latin typeface="微软雅黑" panose="020B0503020204020204" pitchFamily="34" charset="-122"/>
                <a:ea typeface="微软雅黑" panose="020B0503020204020204" pitchFamily="34" charset="-122"/>
                <a:cs typeface="Times New Roman" panose="02020603050405020304" pitchFamily="18" charset="0"/>
              </a:rPr>
              <a:t>和</a:t>
            </a:r>
            <a:r>
              <a:rPr lang="en-US" altLang="zh-CN" sz="2000" kern="100" dirty="0">
                <a:effectLst/>
                <a:latin typeface="微软雅黑" panose="020B0503020204020204" pitchFamily="34" charset="-122"/>
                <a:ea typeface="微软雅黑" panose="020B0503020204020204" pitchFamily="34" charset="-122"/>
                <a:cs typeface="Times New Roman" panose="02020603050405020304" pitchFamily="18" charset="0"/>
              </a:rPr>
              <a:t>RJ45</a:t>
            </a:r>
            <a:r>
              <a:rPr lang="zh-CN" altLang="zh-CN" sz="2000" kern="100" dirty="0">
                <a:effectLst/>
                <a:latin typeface="微软雅黑" panose="020B0503020204020204" pitchFamily="34" charset="-122"/>
                <a:ea typeface="微软雅黑" panose="020B0503020204020204" pitchFamily="34" charset="-122"/>
                <a:cs typeface="Times New Roman" panose="02020603050405020304" pitchFamily="18" charset="0"/>
              </a:rPr>
              <a:t>接口，支持机器人与外部设备或网络的高速数据传输和远程控制</a:t>
            </a:r>
            <a:r>
              <a:rPr lang="zh-CN" altLang="zh-CN" sz="2000" kern="100" dirty="0">
                <a:effectLst/>
                <a:latin typeface="仿宋" panose="02010609060101010101" pitchFamily="49" charset="-122"/>
                <a:ea typeface="微软雅黑" panose="020B0503020204020204" pitchFamily="34" charset="-122"/>
                <a:cs typeface="Times New Roman" panose="02020603050405020304" pitchFamily="18" charset="0"/>
              </a:rPr>
              <a:t>。</a:t>
            </a:r>
            <a:r>
              <a:rPr lang="en-US" altLang="zh-CN" sz="2000" kern="100" dirty="0">
                <a:effectLst/>
                <a:latin typeface="仿宋" panose="02010609060101010101" pitchFamily="49" charset="-122"/>
                <a:ea typeface="微软雅黑" panose="020B0503020204020204" pitchFamily="34" charset="-122"/>
                <a:cs typeface="Times New Roman" panose="02020603050405020304" pitchFamily="18" charset="0"/>
              </a:rPr>
              <a:t>  </a:t>
            </a:r>
            <a:endParaRPr sz="2800" b="1" dirty="0">
              <a:solidFill>
                <a:srgbClr val="333333"/>
              </a:solidFill>
              <a:latin typeface="微软雅黑" panose="020B0503020204020204" charset="-122"/>
              <a:ea typeface="微软雅黑" panose="020B0503020204020204" charset="-122"/>
              <a:cs typeface="微软雅黑" panose="020B0503020204020204" charset="-122"/>
              <a:sym typeface="+mn-ea"/>
            </a:endParaRPr>
          </a:p>
        </p:txBody>
      </p:sp>
      <p:sp>
        <p:nvSpPr>
          <p:cNvPr id="11" name="文本框 10">
            <a:extLst>
              <a:ext uri="{FF2B5EF4-FFF2-40B4-BE49-F238E27FC236}">
                <a16:creationId xmlns:a16="http://schemas.microsoft.com/office/drawing/2014/main" id="{F724197E-3C69-2469-F36D-BF9F8BE84C55}"/>
              </a:ext>
            </a:extLst>
          </p:cNvPr>
          <p:cNvSpPr txBox="1"/>
          <p:nvPr/>
        </p:nvSpPr>
        <p:spPr>
          <a:xfrm>
            <a:off x="839416" y="4320107"/>
            <a:ext cx="11264154" cy="1053109"/>
          </a:xfrm>
          <a:prstGeom prst="rect">
            <a:avLst/>
          </a:prstGeom>
          <a:noFill/>
          <a:ln w="9525">
            <a:noFill/>
          </a:ln>
        </p:spPr>
        <p:txBody>
          <a:bodyPr wrap="square">
            <a:spAutoFit/>
          </a:bodyPr>
          <a:lstStyle/>
          <a:p>
            <a:pPr indent="316920">
              <a:lnSpc>
                <a:spcPct val="150000"/>
              </a:lnSpc>
            </a:pPr>
            <a:r>
              <a:rPr lang="en-US" altLang="zh-CN" sz="2400" b="1" dirty="0">
                <a:solidFill>
                  <a:srgbClr val="333333"/>
                </a:solidFill>
                <a:latin typeface="+mj-ea"/>
                <a:ea typeface="+mj-ea"/>
                <a:cs typeface="微软雅黑" panose="020B0503020204020204" charset="-122"/>
                <a:sym typeface="+mn-ea"/>
              </a:rPr>
              <a:t>4-</a:t>
            </a:r>
            <a:r>
              <a:rPr lang="zh-CN" altLang="en-US" sz="2400" b="1" kern="100" dirty="0">
                <a:solidFill>
                  <a:srgbClr val="333333"/>
                </a:solidFill>
                <a:latin typeface="+mj-ea"/>
                <a:ea typeface="+mj-ea"/>
                <a:cs typeface="Times New Roman" panose="02020603050405020304" pitchFamily="18" charset="0"/>
                <a:sym typeface="+mn-ea"/>
              </a:rPr>
              <a:t>视觉系统</a:t>
            </a:r>
            <a:endParaRPr lang="en-US" altLang="zh-CN" sz="2400" b="1" kern="100" dirty="0">
              <a:effectLst/>
              <a:latin typeface="+mj-ea"/>
              <a:ea typeface="+mj-ea"/>
              <a:cs typeface="Times New Roman" panose="02020603050405020304" pitchFamily="18" charset="0"/>
            </a:endParaRPr>
          </a:p>
          <a:p>
            <a:pPr indent="316920">
              <a:lnSpc>
                <a:spcPct val="150000"/>
              </a:lnSpc>
            </a:pPr>
            <a:r>
              <a:rPr lang="en-US" altLang="zh-CN" sz="2000" kern="100" dirty="0">
                <a:effectLst/>
                <a:ea typeface="微软雅黑" panose="020B0503020204020204" pitchFamily="34" charset="-122"/>
                <a:cs typeface="Times New Roman" panose="02020603050405020304" pitchFamily="18" charset="0"/>
              </a:rPr>
              <a:t>    </a:t>
            </a:r>
            <a:r>
              <a:rPr lang="zh-CN" altLang="zh-CN" sz="2000" kern="100" dirty="0">
                <a:effectLst/>
                <a:ea typeface="微软雅黑" panose="020B0503020204020204" pitchFamily="34" charset="-122"/>
                <a:cs typeface="Times New Roman" panose="02020603050405020304" pitchFamily="18" charset="0"/>
              </a:rPr>
              <a:t>搭载摄像头、雷达探物模组和导航激光雷达，用于视觉识别和导航，增强机器人的环境适应性</a:t>
            </a:r>
            <a:r>
              <a:rPr lang="zh-CN" altLang="zh-CN" sz="2000" kern="100" dirty="0">
                <a:effectLst/>
                <a:latin typeface="+mj-ea"/>
                <a:ea typeface="+mj-ea"/>
                <a:cs typeface="Times New Roman" panose="02020603050405020304" pitchFamily="18" charset="0"/>
              </a:rPr>
              <a:t>。</a:t>
            </a:r>
            <a:r>
              <a:rPr lang="en-US" altLang="zh-CN" sz="2000" kern="100" dirty="0">
                <a:effectLst/>
                <a:latin typeface="+mj-ea"/>
                <a:ea typeface="+mj-ea"/>
                <a:cs typeface="Times New Roman" panose="02020603050405020304" pitchFamily="18" charset="0"/>
              </a:rPr>
              <a:t> </a:t>
            </a:r>
            <a:endParaRPr sz="2000" b="1" dirty="0">
              <a:solidFill>
                <a:srgbClr val="333333"/>
              </a:solidFill>
              <a:latin typeface="+mj-ea"/>
              <a:ea typeface="+mj-ea"/>
              <a:cs typeface="微软雅黑" panose="020B0503020204020204" charset="-122"/>
              <a:sym typeface="+mn-ea"/>
            </a:endParaRPr>
          </a:p>
        </p:txBody>
      </p:sp>
      <p:sp>
        <p:nvSpPr>
          <p:cNvPr id="2" name="Rectangle 1">
            <a:extLst>
              <a:ext uri="{FF2B5EF4-FFF2-40B4-BE49-F238E27FC236}">
                <a16:creationId xmlns:a16="http://schemas.microsoft.com/office/drawing/2014/main" id="{08D84758-F24C-EBE1-46EE-962036FFD939}"/>
              </a:ext>
            </a:extLst>
          </p:cNvPr>
          <p:cNvSpPr>
            <a:spLocks noChangeArrowheads="1"/>
          </p:cNvSpPr>
          <p:nvPr/>
        </p:nvSpPr>
        <p:spPr bwMode="auto">
          <a:xfrm>
            <a:off x="0" y="-107722"/>
            <a:ext cx="210314"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800" b="0" i="0" u="none" strike="noStrike" cap="none" normalizeH="0" baseline="0" dirty="0">
                <a:ln>
                  <a:noFill/>
                </a:ln>
                <a:solidFill>
                  <a:schemeClr val="tx1"/>
                </a:solidFill>
                <a:effectLst/>
              </a:rPr>
              <a:t> </a:t>
            </a: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424503799"/>
      </p:ext>
    </p:extLst>
  </p:cSld>
  <p:clrMapOvr>
    <a:masterClrMapping/>
  </p:clrMapOvr>
  <mc:AlternateContent xmlns:mc="http://schemas.openxmlformats.org/markup-compatibility/2006" xmlns:p159="http://schemas.microsoft.com/office/powerpoint/2015/09/main">
    <mc:Choice Requires="p159">
      <p:transition>
        <p159:morph option="byChar"/>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8" name="直接连接符 77"/>
          <p:cNvCxnSpPr/>
          <p:nvPr/>
        </p:nvCxnSpPr>
        <p:spPr>
          <a:xfrm>
            <a:off x="999054" y="1017576"/>
            <a:ext cx="7006203" cy="0"/>
          </a:xfrm>
          <a:prstGeom prst="line">
            <a:avLst/>
          </a:prstGeom>
          <a:ln w="12700" cmpd="sng">
            <a:solidFill>
              <a:srgbClr val="7DCDFF"/>
            </a:solidFill>
            <a:prstDash val="solid"/>
          </a:ln>
        </p:spPr>
        <p:style>
          <a:lnRef idx="1">
            <a:schemeClr val="accent1"/>
          </a:lnRef>
          <a:fillRef idx="0">
            <a:schemeClr val="accent1"/>
          </a:fillRef>
          <a:effectRef idx="0">
            <a:schemeClr val="accent1"/>
          </a:effectRef>
          <a:fontRef idx="minor">
            <a:schemeClr val="tx1"/>
          </a:fontRef>
        </p:style>
      </p:cxnSp>
      <p:sp>
        <p:nvSpPr>
          <p:cNvPr id="3" name="内容占位符 2"/>
          <p:cNvSpPr txBox="1"/>
          <p:nvPr/>
        </p:nvSpPr>
        <p:spPr>
          <a:xfrm>
            <a:off x="999055" y="438820"/>
            <a:ext cx="7292940" cy="399923"/>
          </a:xfrm>
          <a:prstGeom prst="rect">
            <a:avLst/>
          </a:prstGeom>
        </p:spPr>
        <p:txBody>
          <a:bodyPr/>
          <a:lstStyle>
            <a:lvl1pPr marL="0" marR="0" indent="0" algn="l" defTabSz="685800" rtl="0" eaLnBrk="1" fontAlgn="auto" latinLnBrk="0" hangingPunct="1">
              <a:lnSpc>
                <a:spcPct val="90000"/>
              </a:lnSpc>
              <a:spcBef>
                <a:spcPts val="750"/>
              </a:spcBef>
              <a:spcAft>
                <a:spcPts val="0"/>
              </a:spcAft>
              <a:buClrTx/>
              <a:buSzTx/>
              <a:buFontTx/>
              <a:buNone/>
              <a:defRPr lang="zh-CN" altLang="en-US" sz="1800" kern="1200" dirty="0" smtClean="0">
                <a:solidFill>
                  <a:schemeClr val="tx1"/>
                </a:solidFill>
                <a:latin typeface="+mj-ea"/>
                <a:ea typeface="+mj-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lang="zh-CN" altLang="en-US" sz="1800" kern="1200" dirty="0" smtClean="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lang="zh-CN" altLang="en-US" sz="1500" kern="1200" dirty="0" smtClean="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lang="zh-CN" altLang="en-US" sz="1350" kern="1200" dirty="0" smtClean="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lang="zh-CN" altLang="en-US" sz="1350" kern="1200" dirty="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altLang="zh-CN" sz="2852" b="1" dirty="0">
                <a:solidFill>
                  <a:schemeClr val="tx1">
                    <a:lumMod val="65000"/>
                    <a:lumOff val="35000"/>
                  </a:schemeClr>
                </a:solidFill>
                <a:latin typeface="微软雅黑" panose="020B0503020204020204" charset="-122"/>
                <a:ea typeface="微软雅黑" panose="020B0503020204020204" charset="-122"/>
              </a:rPr>
              <a:t>2-Go2</a:t>
            </a:r>
            <a:r>
              <a:rPr lang="zh-CN" altLang="en-US" sz="2852" b="1" dirty="0">
                <a:solidFill>
                  <a:schemeClr val="tx1">
                    <a:lumMod val="65000"/>
                    <a:lumOff val="35000"/>
                  </a:schemeClr>
                </a:solidFill>
                <a:latin typeface="微软雅黑" panose="020B0503020204020204" charset="-122"/>
                <a:ea typeface="微软雅黑" panose="020B0503020204020204" charset="-122"/>
              </a:rPr>
              <a:t>机器人硬件架构	</a:t>
            </a:r>
          </a:p>
        </p:txBody>
      </p:sp>
      <p:sp>
        <p:nvSpPr>
          <p:cNvPr id="7" name="矩形 6"/>
          <p:cNvSpPr/>
          <p:nvPr/>
        </p:nvSpPr>
        <p:spPr>
          <a:xfrm>
            <a:off x="565553" y="504698"/>
            <a:ext cx="342231" cy="513347"/>
          </a:xfrm>
          <a:prstGeom prst="rect">
            <a:avLst/>
          </a:prstGeom>
          <a:solidFill>
            <a:srgbClr val="7DCD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39"/>
          </a:p>
        </p:txBody>
      </p:sp>
      <p:sp>
        <p:nvSpPr>
          <p:cNvPr id="8" name="矩形 7"/>
          <p:cNvSpPr/>
          <p:nvPr/>
        </p:nvSpPr>
        <p:spPr>
          <a:xfrm>
            <a:off x="931258" y="504698"/>
            <a:ext cx="21389" cy="513347"/>
          </a:xfrm>
          <a:prstGeom prst="rect">
            <a:avLst/>
          </a:prstGeom>
          <a:solidFill>
            <a:srgbClr val="7DCD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39"/>
          </a:p>
        </p:txBody>
      </p:sp>
      <p:sp>
        <p:nvSpPr>
          <p:cNvPr id="5" name="文本框 4">
            <a:extLst>
              <a:ext uri="{FF2B5EF4-FFF2-40B4-BE49-F238E27FC236}">
                <a16:creationId xmlns:a16="http://schemas.microsoft.com/office/drawing/2014/main" id="{58D0CE5F-06D4-919A-3F1F-29F21945E561}"/>
              </a:ext>
            </a:extLst>
          </p:cNvPr>
          <p:cNvSpPr txBox="1"/>
          <p:nvPr/>
        </p:nvSpPr>
        <p:spPr>
          <a:xfrm>
            <a:off x="952647" y="3484183"/>
            <a:ext cx="10081122" cy="1050288"/>
          </a:xfrm>
          <a:prstGeom prst="rect">
            <a:avLst/>
          </a:prstGeom>
          <a:noFill/>
          <a:ln w="9525">
            <a:noFill/>
          </a:ln>
        </p:spPr>
        <p:txBody>
          <a:bodyPr wrap="square">
            <a:spAutoFit/>
          </a:bodyPr>
          <a:lstStyle/>
          <a:p>
            <a:pPr indent="316920">
              <a:lnSpc>
                <a:spcPct val="150000"/>
              </a:lnSpc>
            </a:pPr>
            <a:r>
              <a:rPr lang="en-US" altLang="zh-CN" sz="2400" b="1" dirty="0">
                <a:solidFill>
                  <a:srgbClr val="333333"/>
                </a:solidFill>
                <a:latin typeface="微软雅黑" panose="020B0503020204020204" charset="-122"/>
                <a:ea typeface="微软雅黑" panose="020B0503020204020204" charset="-122"/>
                <a:cs typeface="微软雅黑" panose="020B0503020204020204" charset="-122"/>
                <a:sym typeface="+mn-ea"/>
              </a:rPr>
              <a:t>7-</a:t>
            </a:r>
            <a:r>
              <a:rPr lang="zh-CN" altLang="en-US" sz="2400" b="1" kern="100" dirty="0">
                <a:solidFill>
                  <a:srgbClr val="333333"/>
                </a:solidFill>
                <a:latin typeface="仿宋" panose="02010609060101010101" pitchFamily="49" charset="-122"/>
                <a:ea typeface="微软雅黑" panose="020B0503020204020204" pitchFamily="34" charset="-122"/>
                <a:cs typeface="Times New Roman" panose="02020603050405020304" pitchFamily="18" charset="0"/>
                <a:sym typeface="+mn-ea"/>
              </a:rPr>
              <a:t>交互模块</a:t>
            </a:r>
            <a:endParaRPr lang="en-US" altLang="zh-CN" sz="2400" b="1" kern="100" dirty="0">
              <a:effectLst/>
              <a:latin typeface="仿宋" panose="02010609060101010101" pitchFamily="49" charset="-122"/>
              <a:ea typeface="微软雅黑" panose="020B0503020204020204" pitchFamily="34" charset="-122"/>
              <a:cs typeface="Times New Roman" panose="02020603050405020304" pitchFamily="18" charset="0"/>
            </a:endParaRPr>
          </a:p>
          <a:p>
            <a:pPr indent="316920">
              <a:lnSpc>
                <a:spcPct val="150000"/>
              </a:lnSpc>
            </a:pPr>
            <a:r>
              <a:rPr lang="zh-CN" altLang="en-US" sz="2000" kern="100" dirty="0">
                <a:effectLst/>
                <a:latin typeface="仿宋" panose="02010609060101010101" pitchFamily="49" charset="-122"/>
                <a:ea typeface="微软雅黑" panose="020B0503020204020204" pitchFamily="34" charset="-122"/>
                <a:cs typeface="Times New Roman" panose="02020603050405020304" pitchFamily="18" charset="0"/>
              </a:rPr>
              <a:t>  包括状态指示灯、探照灯和语音模块，支持机器人与用户的有效交互。</a:t>
            </a:r>
            <a:endParaRPr lang="en-US" altLang="zh-CN" sz="2000" kern="100" dirty="0">
              <a:effectLst/>
              <a:latin typeface="仿宋" panose="02010609060101010101" pitchFamily="49" charset="-122"/>
              <a:ea typeface="微软雅黑" panose="020B0503020204020204" pitchFamily="34" charset="-122"/>
              <a:cs typeface="Times New Roman" panose="02020603050405020304" pitchFamily="18" charset="0"/>
            </a:endParaRPr>
          </a:p>
        </p:txBody>
      </p:sp>
      <p:sp>
        <p:nvSpPr>
          <p:cNvPr id="2" name="Rectangle 1">
            <a:extLst>
              <a:ext uri="{FF2B5EF4-FFF2-40B4-BE49-F238E27FC236}">
                <a16:creationId xmlns:a16="http://schemas.microsoft.com/office/drawing/2014/main" id="{08D84758-F24C-EBE1-46EE-962036FFD939}"/>
              </a:ext>
            </a:extLst>
          </p:cNvPr>
          <p:cNvSpPr>
            <a:spLocks noChangeArrowheads="1"/>
          </p:cNvSpPr>
          <p:nvPr/>
        </p:nvSpPr>
        <p:spPr bwMode="auto">
          <a:xfrm>
            <a:off x="0" y="-107722"/>
            <a:ext cx="210314"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800" b="0" i="0" u="none" strike="noStrike" cap="none" normalizeH="0" baseline="0" dirty="0">
                <a:ln>
                  <a:noFill/>
                </a:ln>
                <a:solidFill>
                  <a:schemeClr val="tx1"/>
                </a:solidFill>
                <a:effectLst/>
              </a:rPr>
              <a:t> </a:t>
            </a: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12" name="文本框 11">
            <a:extLst>
              <a:ext uri="{FF2B5EF4-FFF2-40B4-BE49-F238E27FC236}">
                <a16:creationId xmlns:a16="http://schemas.microsoft.com/office/drawing/2014/main" id="{C02AE1AE-763D-185D-54B0-A77A95933D2C}"/>
              </a:ext>
            </a:extLst>
          </p:cNvPr>
          <p:cNvSpPr txBox="1"/>
          <p:nvPr/>
        </p:nvSpPr>
        <p:spPr>
          <a:xfrm>
            <a:off x="955259" y="1315679"/>
            <a:ext cx="10325316" cy="1053622"/>
          </a:xfrm>
          <a:prstGeom prst="rect">
            <a:avLst/>
          </a:prstGeom>
          <a:noFill/>
          <a:ln w="9525">
            <a:noFill/>
          </a:ln>
        </p:spPr>
        <p:txBody>
          <a:bodyPr wrap="square">
            <a:spAutoFit/>
          </a:bodyPr>
          <a:lstStyle/>
          <a:p>
            <a:pPr indent="316920">
              <a:lnSpc>
                <a:spcPct val="150000"/>
              </a:lnSpc>
            </a:pPr>
            <a:r>
              <a:rPr lang="en-US" altLang="zh-CN" sz="2400" b="1" dirty="0">
                <a:solidFill>
                  <a:srgbClr val="333333"/>
                </a:solidFill>
                <a:latin typeface="微软雅黑" panose="020B0503020204020204" charset="-122"/>
                <a:ea typeface="微软雅黑" panose="020B0503020204020204" charset="-122"/>
                <a:cs typeface="微软雅黑" panose="020B0503020204020204" charset="-122"/>
                <a:sym typeface="+mn-ea"/>
              </a:rPr>
              <a:t>5-</a:t>
            </a:r>
            <a:r>
              <a:rPr lang="zh-CN" altLang="en-US" sz="2400" b="1" kern="100" dirty="0">
                <a:solidFill>
                  <a:srgbClr val="333333"/>
                </a:solidFill>
                <a:latin typeface="仿宋" panose="02010609060101010101" pitchFamily="49" charset="-122"/>
                <a:ea typeface="微软雅黑" panose="020B0503020204020204" pitchFamily="34" charset="-122"/>
                <a:cs typeface="Times New Roman" panose="02020603050405020304" pitchFamily="18" charset="0"/>
                <a:sym typeface="+mn-ea"/>
              </a:rPr>
              <a:t>运动执行单元</a:t>
            </a:r>
            <a:endParaRPr lang="en-US" altLang="zh-CN" sz="2800" b="1" kern="100" dirty="0">
              <a:solidFill>
                <a:srgbClr val="333333"/>
              </a:solidFill>
              <a:latin typeface="微软雅黑" panose="020B0503020204020204" charset="-122"/>
              <a:ea typeface="微软雅黑" panose="020B0503020204020204" charset="-122"/>
              <a:cs typeface="Times New Roman" panose="02020603050405020304" pitchFamily="18" charset="0"/>
              <a:sym typeface="+mn-ea"/>
            </a:endParaRPr>
          </a:p>
          <a:p>
            <a:pPr indent="316920">
              <a:lnSpc>
                <a:spcPct val="150000"/>
              </a:lnSpc>
            </a:pPr>
            <a:r>
              <a:rPr lang="zh-CN" altLang="en-US" sz="2000" kern="100" dirty="0">
                <a:effectLst/>
                <a:latin typeface="微软雅黑" panose="020B0503020204020204" pitchFamily="34" charset="-122"/>
                <a:ea typeface="微软雅黑" panose="020B0503020204020204" pitchFamily="34" charset="-122"/>
                <a:cs typeface="Times New Roman" panose="02020603050405020304" pitchFamily="18" charset="0"/>
              </a:rPr>
              <a:t>   由</a:t>
            </a:r>
            <a:r>
              <a:rPr lang="en-US" altLang="zh-CN" sz="2000" kern="100" dirty="0">
                <a:effectLst/>
                <a:latin typeface="微软雅黑" panose="020B0503020204020204" pitchFamily="34" charset="-122"/>
                <a:ea typeface="微软雅黑" panose="020B0503020204020204" pitchFamily="34" charset="-122"/>
                <a:cs typeface="Times New Roman" panose="02020603050405020304" pitchFamily="18" charset="0"/>
              </a:rPr>
              <a:t>12</a:t>
            </a:r>
            <a:r>
              <a:rPr lang="zh-CN" altLang="en-US" sz="2000" kern="100" dirty="0">
                <a:effectLst/>
                <a:latin typeface="微软雅黑" panose="020B0503020204020204" pitchFamily="34" charset="-122"/>
                <a:ea typeface="微软雅黑" panose="020B0503020204020204" pitchFamily="34" charset="-122"/>
                <a:cs typeface="Times New Roman" panose="02020603050405020304" pitchFamily="18" charset="0"/>
              </a:rPr>
              <a:t>个铝合金精密关节电机组成，提供强大的关节性能，支持高难度动作和高速运动。</a:t>
            </a:r>
            <a:endParaRPr lang="en-US" altLang="zh-CN" sz="2000" kern="100" dirty="0">
              <a:effectLst/>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7" name="文本框 16">
            <a:extLst>
              <a:ext uri="{FF2B5EF4-FFF2-40B4-BE49-F238E27FC236}">
                <a16:creationId xmlns:a16="http://schemas.microsoft.com/office/drawing/2014/main" id="{851C7931-47C6-A943-3CB3-74FCEE71FB9A}"/>
              </a:ext>
            </a:extLst>
          </p:cNvPr>
          <p:cNvSpPr txBox="1"/>
          <p:nvPr/>
        </p:nvSpPr>
        <p:spPr>
          <a:xfrm>
            <a:off x="1271464" y="2487662"/>
            <a:ext cx="9001000" cy="868571"/>
          </a:xfrm>
          <a:prstGeom prst="rect">
            <a:avLst/>
          </a:prstGeom>
          <a:noFill/>
        </p:spPr>
        <p:txBody>
          <a:bodyPr wrap="square" rtlCol="0">
            <a:spAutoFit/>
          </a:bodyPr>
          <a:lstStyle/>
          <a:p>
            <a:r>
              <a:rPr lang="en-US" altLang="zh-CN" sz="2400" b="1" kern="100" dirty="0">
                <a:effectLst/>
                <a:latin typeface="微软雅黑" panose="020B0503020204020204" pitchFamily="34" charset="-122"/>
                <a:ea typeface="微软雅黑" panose="020B0503020204020204" pitchFamily="34" charset="-122"/>
                <a:cs typeface="Times New Roman" panose="02020603050405020304" pitchFamily="18" charset="0"/>
              </a:rPr>
              <a:t>6-</a:t>
            </a:r>
            <a:r>
              <a:rPr lang="zh-CN" altLang="en-US" sz="2400" b="1" kern="100" dirty="0">
                <a:latin typeface="微软雅黑" panose="020B0503020204020204" pitchFamily="34" charset="-122"/>
                <a:ea typeface="微软雅黑" panose="020B0503020204020204" pitchFamily="34" charset="-122"/>
                <a:cs typeface="Times New Roman" panose="02020603050405020304" pitchFamily="18" charset="0"/>
              </a:rPr>
              <a:t>电源管理系统</a:t>
            </a:r>
            <a:endParaRPr lang="en-US" altLang="zh-CN" sz="2400" b="1" kern="100" dirty="0">
              <a:effectLst/>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pPr>
            <a:r>
              <a:rPr lang="zh-CN" altLang="zh-CN" sz="2000" kern="100" dirty="0">
                <a:effectLst/>
                <a:ea typeface="微软雅黑" panose="020B0503020204020204" pitchFamily="34" charset="-122"/>
                <a:cs typeface="Times New Roman" panose="02020603050405020304" pitchFamily="18" charset="0"/>
              </a:rPr>
              <a:t>包括电池电量监测、自动充电控制和电源管理，确保机器人长时间稳定运行</a:t>
            </a:r>
            <a:r>
              <a:rPr lang="zh-CN" altLang="en-US" sz="2000" kern="100" dirty="0">
                <a:effectLst/>
                <a:ea typeface="微软雅黑" panose="020B0503020204020204" pitchFamily="34" charset="-122"/>
                <a:cs typeface="Times New Roman" panose="02020603050405020304" pitchFamily="18" charset="0"/>
              </a:rPr>
              <a:t>。</a:t>
            </a:r>
            <a:endParaRPr lang="zh-CN" altLang="en-US" sz="2000" dirty="0"/>
          </a:p>
        </p:txBody>
      </p:sp>
    </p:spTree>
    <p:extLst>
      <p:ext uri="{BB962C8B-B14F-4D97-AF65-F5344CB8AC3E}">
        <p14:creationId xmlns:p14="http://schemas.microsoft.com/office/powerpoint/2010/main" val="1214709113"/>
      </p:ext>
    </p:extLst>
  </p:cSld>
  <p:clrMapOvr>
    <a:masterClrMapping/>
  </p:clrMapOvr>
  <mc:AlternateContent xmlns:mc="http://schemas.openxmlformats.org/markup-compatibility/2006" xmlns:p159="http://schemas.microsoft.com/office/powerpoint/2015/09/main">
    <mc:Choice Requires="p159">
      <p:transition>
        <p159:morph option="byChar"/>
      </p:transition>
    </mc:Choice>
    <mc:Fallback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8" name="直接连接符 77"/>
          <p:cNvCxnSpPr/>
          <p:nvPr/>
        </p:nvCxnSpPr>
        <p:spPr>
          <a:xfrm>
            <a:off x="999054" y="1017576"/>
            <a:ext cx="7006203" cy="0"/>
          </a:xfrm>
          <a:prstGeom prst="line">
            <a:avLst/>
          </a:prstGeom>
          <a:ln w="12700" cmpd="sng">
            <a:solidFill>
              <a:srgbClr val="7DCDFF"/>
            </a:solidFill>
            <a:prstDash val="solid"/>
          </a:ln>
        </p:spPr>
        <p:style>
          <a:lnRef idx="1">
            <a:schemeClr val="accent1"/>
          </a:lnRef>
          <a:fillRef idx="0">
            <a:schemeClr val="accent1"/>
          </a:fillRef>
          <a:effectRef idx="0">
            <a:schemeClr val="accent1"/>
          </a:effectRef>
          <a:fontRef idx="minor">
            <a:schemeClr val="tx1"/>
          </a:fontRef>
        </p:style>
      </p:cxnSp>
      <p:sp>
        <p:nvSpPr>
          <p:cNvPr id="7" name="矩形 6"/>
          <p:cNvSpPr/>
          <p:nvPr/>
        </p:nvSpPr>
        <p:spPr>
          <a:xfrm>
            <a:off x="565553" y="504698"/>
            <a:ext cx="342231" cy="513347"/>
          </a:xfrm>
          <a:prstGeom prst="rect">
            <a:avLst/>
          </a:prstGeom>
          <a:solidFill>
            <a:srgbClr val="7DCD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39"/>
          </a:p>
        </p:txBody>
      </p:sp>
      <p:sp>
        <p:nvSpPr>
          <p:cNvPr id="8" name="矩形 7"/>
          <p:cNvSpPr/>
          <p:nvPr/>
        </p:nvSpPr>
        <p:spPr>
          <a:xfrm>
            <a:off x="931258" y="504698"/>
            <a:ext cx="21389" cy="513347"/>
          </a:xfrm>
          <a:prstGeom prst="rect">
            <a:avLst/>
          </a:prstGeom>
          <a:solidFill>
            <a:srgbClr val="7DCD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39"/>
          </a:p>
        </p:txBody>
      </p:sp>
      <p:sp>
        <p:nvSpPr>
          <p:cNvPr id="5" name="内容占位符 2">
            <a:extLst>
              <a:ext uri="{FF2B5EF4-FFF2-40B4-BE49-F238E27FC236}">
                <a16:creationId xmlns:a16="http://schemas.microsoft.com/office/drawing/2014/main" id="{E226AD08-CAC8-9E5C-CC87-CF62245D81D9}"/>
              </a:ext>
            </a:extLst>
          </p:cNvPr>
          <p:cNvSpPr txBox="1"/>
          <p:nvPr/>
        </p:nvSpPr>
        <p:spPr>
          <a:xfrm>
            <a:off x="999055" y="438820"/>
            <a:ext cx="4232849" cy="399923"/>
          </a:xfrm>
          <a:prstGeom prst="rect">
            <a:avLst/>
          </a:prstGeom>
        </p:spPr>
        <p:txBody>
          <a:bodyPr/>
          <a:lstStyle>
            <a:lvl1pPr marL="0" marR="0" indent="0" algn="l" defTabSz="685800" rtl="0" eaLnBrk="1" fontAlgn="auto" latinLnBrk="0" hangingPunct="1">
              <a:lnSpc>
                <a:spcPct val="90000"/>
              </a:lnSpc>
              <a:spcBef>
                <a:spcPts val="750"/>
              </a:spcBef>
              <a:spcAft>
                <a:spcPts val="0"/>
              </a:spcAft>
              <a:buClrTx/>
              <a:buSzTx/>
              <a:buFontTx/>
              <a:buNone/>
              <a:defRPr lang="zh-CN" altLang="en-US" sz="1800" kern="1200" dirty="0" smtClean="0">
                <a:solidFill>
                  <a:schemeClr val="tx1"/>
                </a:solidFill>
                <a:latin typeface="+mj-ea"/>
                <a:ea typeface="+mj-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lang="zh-CN" altLang="en-US" sz="1800" kern="1200" dirty="0" smtClean="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lang="zh-CN" altLang="en-US" sz="1500" kern="1200" dirty="0" smtClean="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lang="zh-CN" altLang="en-US" sz="1350" kern="1200" dirty="0" smtClean="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lang="zh-CN" altLang="en-US" sz="1350" kern="1200" dirty="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altLang="zh-CN" sz="2800" b="1" dirty="0">
                <a:solidFill>
                  <a:schemeClr val="tx1">
                    <a:lumMod val="65000"/>
                    <a:lumOff val="35000"/>
                  </a:schemeClr>
                </a:solidFill>
                <a:latin typeface="微软雅黑" panose="020B0503020204020204" charset="-122"/>
                <a:ea typeface="微软雅黑" panose="020B0503020204020204" charset="-122"/>
              </a:rPr>
              <a:t>3-</a:t>
            </a:r>
            <a:r>
              <a:rPr lang="en-US" altLang="zh-CN" sz="2800" b="1" kern="100" dirty="0">
                <a:effectLst/>
                <a:latin typeface="微软雅黑" panose="020B0503020204020204" pitchFamily="34" charset="-122"/>
                <a:ea typeface="微软雅黑" panose="020B0503020204020204" pitchFamily="34" charset="-122"/>
                <a:cs typeface="Times New Roman" panose="02020603050405020304" pitchFamily="18" charset="0"/>
              </a:rPr>
              <a:t>Go2</a:t>
            </a:r>
            <a:r>
              <a:rPr lang="zh-CN" altLang="zh-CN" sz="2800" b="1" kern="100" dirty="0">
                <a:effectLst/>
                <a:latin typeface="Cambria" panose="02040503050406030204" pitchFamily="18" charset="0"/>
                <a:ea typeface="微软雅黑" panose="020B0503020204020204" pitchFamily="34" charset="-122"/>
                <a:cs typeface="Times New Roman" panose="02020603050405020304" pitchFamily="18" charset="0"/>
              </a:rPr>
              <a:t>机器人</a:t>
            </a:r>
            <a:r>
              <a:rPr lang="zh-CN" altLang="en-US" sz="2800" b="1" kern="100" dirty="0">
                <a:latin typeface="Cambria" panose="02040503050406030204" pitchFamily="18" charset="0"/>
                <a:ea typeface="微软雅黑" panose="020B0503020204020204" pitchFamily="34" charset="-122"/>
                <a:cs typeface="Times New Roman" panose="02020603050405020304" pitchFamily="18" charset="0"/>
              </a:rPr>
              <a:t>软件</a:t>
            </a:r>
            <a:r>
              <a:rPr lang="zh-CN" altLang="zh-CN" sz="2800" b="1" kern="100" dirty="0">
                <a:effectLst/>
                <a:latin typeface="Cambria" panose="02040503050406030204" pitchFamily="18" charset="0"/>
                <a:ea typeface="微软雅黑" panose="020B0503020204020204" pitchFamily="34" charset="-122"/>
                <a:cs typeface="Times New Roman" panose="02020603050405020304" pitchFamily="18" charset="0"/>
              </a:rPr>
              <a:t>架构</a:t>
            </a:r>
          </a:p>
          <a:p>
            <a:r>
              <a:rPr lang="zh-CN" altLang="en-US" sz="2852" b="1" dirty="0">
                <a:solidFill>
                  <a:schemeClr val="tx1">
                    <a:lumMod val="65000"/>
                    <a:lumOff val="35000"/>
                  </a:schemeClr>
                </a:solidFill>
                <a:latin typeface="微软雅黑" panose="020B0503020204020204" charset="-122"/>
                <a:ea typeface="微软雅黑" panose="020B0503020204020204" charset="-122"/>
              </a:rPr>
              <a:t>	</a:t>
            </a:r>
          </a:p>
        </p:txBody>
      </p:sp>
      <p:pic>
        <p:nvPicPr>
          <p:cNvPr id="2" name="图片 1">
            <a:extLst>
              <a:ext uri="{FF2B5EF4-FFF2-40B4-BE49-F238E27FC236}">
                <a16:creationId xmlns:a16="http://schemas.microsoft.com/office/drawing/2014/main" id="{A805ECED-2950-3177-093C-FCF040F96FA3}"/>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71115" y="1196409"/>
            <a:ext cx="8449769" cy="4752868"/>
          </a:xfrm>
          <a:prstGeom prst="rect">
            <a:avLst/>
          </a:prstGeom>
          <a:noFill/>
          <a:ln>
            <a:noFill/>
          </a:ln>
        </p:spPr>
      </p:pic>
      <p:sp>
        <p:nvSpPr>
          <p:cNvPr id="3" name="文本框 2">
            <a:extLst>
              <a:ext uri="{FF2B5EF4-FFF2-40B4-BE49-F238E27FC236}">
                <a16:creationId xmlns:a16="http://schemas.microsoft.com/office/drawing/2014/main" id="{E6FEE2B3-575A-E5F5-E0E6-BAE91876633F}"/>
              </a:ext>
            </a:extLst>
          </p:cNvPr>
          <p:cNvSpPr txBox="1"/>
          <p:nvPr/>
        </p:nvSpPr>
        <p:spPr>
          <a:xfrm>
            <a:off x="5255727" y="6237312"/>
            <a:ext cx="1680543" cy="348429"/>
          </a:xfrm>
          <a:prstGeom prst="rect">
            <a:avLst/>
          </a:prstGeom>
          <a:noFill/>
          <a:ln w="9525">
            <a:noFill/>
          </a:ln>
        </p:spPr>
        <p:txBody>
          <a:bodyPr wrap="square">
            <a:spAutoFit/>
          </a:bodyPr>
          <a:lstStyle/>
          <a:p>
            <a:r>
              <a:rPr sz="1664" dirty="0">
                <a:latin typeface="微软雅黑" panose="020B0503020204020204" charset="-122"/>
                <a:ea typeface="微软雅黑" panose="020B0503020204020204" charset="-122"/>
                <a:cs typeface="微软雅黑" panose="020B0503020204020204" charset="-122"/>
              </a:rPr>
              <a:t>图</a:t>
            </a:r>
            <a:r>
              <a:rPr lang="en-US" sz="1664" dirty="0">
                <a:latin typeface="微软雅黑" panose="020B0503020204020204" charset="-122"/>
                <a:ea typeface="微软雅黑" panose="020B0503020204020204" charset="-122"/>
                <a:cs typeface="微软雅黑" panose="020B0503020204020204" charset="-122"/>
              </a:rPr>
              <a:t>3</a:t>
            </a:r>
            <a:r>
              <a:rPr sz="1664" dirty="0">
                <a:latin typeface="微软雅黑" panose="020B0503020204020204" charset="-122"/>
                <a:ea typeface="微软雅黑" panose="020B0503020204020204" charset="-122"/>
                <a:cs typeface="微软雅黑" panose="020B0503020204020204" charset="-122"/>
              </a:rPr>
              <a:t>-</a:t>
            </a:r>
            <a:r>
              <a:rPr lang="en-US" sz="1664" dirty="0">
                <a:latin typeface="微软雅黑" panose="020B0503020204020204" charset="-122"/>
                <a:ea typeface="微软雅黑" panose="020B0503020204020204" charset="-122"/>
                <a:cs typeface="微软雅黑" panose="020B0503020204020204" charset="-122"/>
              </a:rPr>
              <a:t>1 </a:t>
            </a:r>
            <a:r>
              <a:rPr lang="zh-CN" altLang="en-US" sz="1664" dirty="0">
                <a:latin typeface="微软雅黑" panose="020B0503020204020204" charset="-122"/>
                <a:ea typeface="微软雅黑" panose="020B0503020204020204" charset="-122"/>
                <a:cs typeface="微软雅黑" panose="020B0503020204020204" charset="-122"/>
              </a:rPr>
              <a:t>软件架构</a:t>
            </a:r>
            <a:endParaRPr sz="1664" dirty="0">
              <a:latin typeface="微软雅黑" panose="020B0503020204020204" charset="-122"/>
              <a:ea typeface="微软雅黑" panose="020B0503020204020204" charset="-122"/>
              <a:cs typeface="微软雅黑" panose="020B0503020204020204" charset="-122"/>
            </a:endParaRPr>
          </a:p>
        </p:txBody>
      </p:sp>
    </p:spTree>
  </p:cSld>
  <p:clrMapOvr>
    <a:masterClrMapping/>
  </p:clrMapOvr>
  <mc:AlternateContent xmlns:mc="http://schemas.openxmlformats.org/markup-compatibility/2006" xmlns:p159="http://schemas.microsoft.com/office/powerpoint/2015/09/main">
    <mc:Choice Requires="p159">
      <p:transition>
        <p159:morph option="byChar"/>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8" name="直接连接符 77"/>
          <p:cNvCxnSpPr/>
          <p:nvPr/>
        </p:nvCxnSpPr>
        <p:spPr>
          <a:xfrm>
            <a:off x="999054" y="1017576"/>
            <a:ext cx="7006203" cy="0"/>
          </a:xfrm>
          <a:prstGeom prst="line">
            <a:avLst/>
          </a:prstGeom>
          <a:ln w="12700" cmpd="sng">
            <a:solidFill>
              <a:srgbClr val="7DCDFF"/>
            </a:solidFill>
            <a:prstDash val="solid"/>
          </a:ln>
        </p:spPr>
        <p:style>
          <a:lnRef idx="1">
            <a:schemeClr val="accent1"/>
          </a:lnRef>
          <a:fillRef idx="0">
            <a:schemeClr val="accent1"/>
          </a:fillRef>
          <a:effectRef idx="0">
            <a:schemeClr val="accent1"/>
          </a:effectRef>
          <a:fontRef idx="minor">
            <a:schemeClr val="tx1"/>
          </a:fontRef>
        </p:style>
      </p:cxnSp>
      <p:sp>
        <p:nvSpPr>
          <p:cNvPr id="7" name="矩形 6"/>
          <p:cNvSpPr/>
          <p:nvPr/>
        </p:nvSpPr>
        <p:spPr>
          <a:xfrm>
            <a:off x="565553" y="504698"/>
            <a:ext cx="342231" cy="513347"/>
          </a:xfrm>
          <a:prstGeom prst="rect">
            <a:avLst/>
          </a:prstGeom>
          <a:solidFill>
            <a:srgbClr val="7DCD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39"/>
          </a:p>
        </p:txBody>
      </p:sp>
      <p:sp>
        <p:nvSpPr>
          <p:cNvPr id="8" name="矩形 7"/>
          <p:cNvSpPr/>
          <p:nvPr/>
        </p:nvSpPr>
        <p:spPr>
          <a:xfrm>
            <a:off x="931258" y="504698"/>
            <a:ext cx="21389" cy="513347"/>
          </a:xfrm>
          <a:prstGeom prst="rect">
            <a:avLst/>
          </a:prstGeom>
          <a:solidFill>
            <a:srgbClr val="7DCD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39"/>
          </a:p>
        </p:txBody>
      </p:sp>
      <p:sp>
        <p:nvSpPr>
          <p:cNvPr id="4" name="文本框 3"/>
          <p:cNvSpPr txBox="1"/>
          <p:nvPr/>
        </p:nvSpPr>
        <p:spPr>
          <a:xfrm>
            <a:off x="1055440" y="1340768"/>
            <a:ext cx="9849435" cy="1050288"/>
          </a:xfrm>
          <a:prstGeom prst="rect">
            <a:avLst/>
          </a:prstGeom>
          <a:noFill/>
          <a:ln w="9525">
            <a:noFill/>
          </a:ln>
        </p:spPr>
        <p:txBody>
          <a:bodyPr wrap="square">
            <a:spAutoFit/>
          </a:bodyPr>
          <a:lstStyle/>
          <a:p>
            <a:pPr indent="316920">
              <a:lnSpc>
                <a:spcPct val="150000"/>
              </a:lnSpc>
            </a:pPr>
            <a:r>
              <a:rPr lang="en-US" altLang="zh-CN" sz="2400" b="1" dirty="0">
                <a:solidFill>
                  <a:srgbClr val="333333"/>
                </a:solidFill>
                <a:latin typeface="微软雅黑" panose="020B0503020204020204" charset="-122"/>
                <a:ea typeface="微软雅黑" panose="020B0503020204020204" charset="-122"/>
                <a:cs typeface="微软雅黑" panose="020B0503020204020204" charset="-122"/>
                <a:sym typeface="+mn-ea"/>
              </a:rPr>
              <a:t>1-</a:t>
            </a:r>
            <a:r>
              <a:rPr lang="zh-CN" altLang="zh-CN" sz="2400" b="1" kern="100" dirty="0">
                <a:effectLst/>
                <a:latin typeface="仿宋" panose="02010609060101010101" pitchFamily="49" charset="-122"/>
                <a:ea typeface="微软雅黑" panose="020B0503020204020204" pitchFamily="34" charset="-122"/>
                <a:cs typeface="Times New Roman" panose="02020603050405020304" pitchFamily="18" charset="0"/>
              </a:rPr>
              <a:t>基础服务</a:t>
            </a:r>
            <a:endParaRPr lang="en-US" altLang="zh-CN" sz="2400" b="1" kern="100" dirty="0">
              <a:effectLst/>
              <a:latin typeface="仿宋" panose="02010609060101010101" pitchFamily="49" charset="-122"/>
              <a:ea typeface="微软雅黑" panose="020B0503020204020204" pitchFamily="34" charset="-122"/>
              <a:cs typeface="Times New Roman" panose="02020603050405020304" pitchFamily="18" charset="0"/>
            </a:endParaRPr>
          </a:p>
          <a:p>
            <a:pPr indent="316920">
              <a:lnSpc>
                <a:spcPct val="150000"/>
              </a:lnSpc>
            </a:pPr>
            <a:r>
              <a:rPr lang="en-US" altLang="zh-CN" sz="2000" kern="100" dirty="0">
                <a:effectLst/>
                <a:latin typeface="仿宋" panose="02010609060101010101" pitchFamily="49" charset="-122"/>
                <a:ea typeface="微软雅黑" panose="020B0503020204020204" pitchFamily="34" charset="-122"/>
                <a:cs typeface="Times New Roman" panose="02020603050405020304" pitchFamily="18" charset="0"/>
              </a:rPr>
              <a:t>  </a:t>
            </a:r>
            <a:r>
              <a:rPr lang="zh-CN" altLang="zh-CN" sz="2000" kern="100" dirty="0">
                <a:effectLst/>
                <a:latin typeface="仿宋" panose="02010609060101010101" pitchFamily="49" charset="-122"/>
                <a:ea typeface="微软雅黑" panose="020B0503020204020204" pitchFamily="34" charset="-122"/>
                <a:cs typeface="Times New Roman" panose="02020603050405020304" pitchFamily="18" charset="0"/>
              </a:rPr>
              <a:t>获取机器狗的实时运行数据包括：电池、电机、</a:t>
            </a:r>
            <a:r>
              <a:rPr lang="en-US" altLang="zh-CN" sz="2000" kern="100" dirty="0">
                <a:effectLst/>
                <a:latin typeface="仿宋" panose="02010609060101010101" pitchFamily="49" charset="-122"/>
                <a:ea typeface="微软雅黑" panose="020B0503020204020204" pitchFamily="34" charset="-122"/>
                <a:cs typeface="Times New Roman" panose="02020603050405020304" pitchFamily="18" charset="0"/>
              </a:rPr>
              <a:t>IMU</a:t>
            </a:r>
            <a:r>
              <a:rPr lang="zh-CN" altLang="zh-CN" sz="2000" kern="100" dirty="0">
                <a:effectLst/>
                <a:latin typeface="仿宋" panose="02010609060101010101" pitchFamily="49" charset="-122"/>
                <a:ea typeface="微软雅黑" panose="020B0503020204020204" pitchFamily="34" charset="-122"/>
                <a:cs typeface="Times New Roman" panose="02020603050405020304" pitchFamily="18" charset="0"/>
              </a:rPr>
              <a:t>等，同时提供底层控制接口。</a:t>
            </a:r>
            <a:endParaRPr sz="2800" b="1" dirty="0">
              <a:solidFill>
                <a:srgbClr val="333333"/>
              </a:solidFill>
              <a:latin typeface="微软雅黑" panose="020B0503020204020204" charset="-122"/>
              <a:ea typeface="微软雅黑" panose="020B0503020204020204" charset="-122"/>
              <a:cs typeface="微软雅黑" panose="020B0503020204020204" charset="-122"/>
              <a:sym typeface="+mn-ea"/>
            </a:endParaRPr>
          </a:p>
        </p:txBody>
      </p:sp>
      <p:sp>
        <p:nvSpPr>
          <p:cNvPr id="5" name="内容占位符 2">
            <a:extLst>
              <a:ext uri="{FF2B5EF4-FFF2-40B4-BE49-F238E27FC236}">
                <a16:creationId xmlns:a16="http://schemas.microsoft.com/office/drawing/2014/main" id="{E226AD08-CAC8-9E5C-CC87-CF62245D81D9}"/>
              </a:ext>
            </a:extLst>
          </p:cNvPr>
          <p:cNvSpPr txBox="1"/>
          <p:nvPr/>
        </p:nvSpPr>
        <p:spPr>
          <a:xfrm>
            <a:off x="999055" y="438820"/>
            <a:ext cx="4232849" cy="399923"/>
          </a:xfrm>
          <a:prstGeom prst="rect">
            <a:avLst/>
          </a:prstGeom>
        </p:spPr>
        <p:txBody>
          <a:bodyPr/>
          <a:lstStyle>
            <a:lvl1pPr marL="0" marR="0" indent="0" algn="l" defTabSz="685800" rtl="0" eaLnBrk="1" fontAlgn="auto" latinLnBrk="0" hangingPunct="1">
              <a:lnSpc>
                <a:spcPct val="90000"/>
              </a:lnSpc>
              <a:spcBef>
                <a:spcPts val="750"/>
              </a:spcBef>
              <a:spcAft>
                <a:spcPts val="0"/>
              </a:spcAft>
              <a:buClrTx/>
              <a:buSzTx/>
              <a:buFontTx/>
              <a:buNone/>
              <a:defRPr lang="zh-CN" altLang="en-US" sz="1800" kern="1200" dirty="0" smtClean="0">
                <a:solidFill>
                  <a:schemeClr val="tx1"/>
                </a:solidFill>
                <a:latin typeface="+mj-ea"/>
                <a:ea typeface="+mj-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lang="zh-CN" altLang="en-US" sz="1800" kern="1200" dirty="0" smtClean="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lang="zh-CN" altLang="en-US" sz="1500" kern="1200" dirty="0" smtClean="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lang="zh-CN" altLang="en-US" sz="1350" kern="1200" dirty="0" smtClean="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lang="zh-CN" altLang="en-US" sz="1350" kern="1200" dirty="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altLang="zh-CN" sz="2800" b="1" dirty="0">
                <a:solidFill>
                  <a:schemeClr val="tx1">
                    <a:lumMod val="65000"/>
                    <a:lumOff val="35000"/>
                  </a:schemeClr>
                </a:solidFill>
                <a:latin typeface="微软雅黑" panose="020B0503020204020204" charset="-122"/>
                <a:ea typeface="微软雅黑" panose="020B0503020204020204" charset="-122"/>
              </a:rPr>
              <a:t>3-</a:t>
            </a:r>
            <a:r>
              <a:rPr lang="en-US" altLang="zh-CN" sz="2800" b="1" kern="100" dirty="0">
                <a:effectLst/>
                <a:latin typeface="微软雅黑" panose="020B0503020204020204" pitchFamily="34" charset="-122"/>
                <a:ea typeface="微软雅黑" panose="020B0503020204020204" pitchFamily="34" charset="-122"/>
                <a:cs typeface="Times New Roman" panose="02020603050405020304" pitchFamily="18" charset="0"/>
              </a:rPr>
              <a:t>Go2</a:t>
            </a:r>
            <a:r>
              <a:rPr lang="zh-CN" altLang="zh-CN" sz="2800" b="1" kern="100" dirty="0">
                <a:effectLst/>
                <a:latin typeface="Cambria" panose="02040503050406030204" pitchFamily="18" charset="0"/>
                <a:ea typeface="微软雅黑" panose="020B0503020204020204" pitchFamily="34" charset="-122"/>
                <a:cs typeface="Times New Roman" panose="02020603050405020304" pitchFamily="18" charset="0"/>
              </a:rPr>
              <a:t>机器人</a:t>
            </a:r>
            <a:r>
              <a:rPr lang="zh-CN" altLang="en-US" sz="2800" b="1" kern="100" dirty="0">
                <a:latin typeface="Cambria" panose="02040503050406030204" pitchFamily="18" charset="0"/>
                <a:ea typeface="微软雅黑" panose="020B0503020204020204" pitchFamily="34" charset="-122"/>
                <a:cs typeface="Times New Roman" panose="02020603050405020304" pitchFamily="18" charset="0"/>
              </a:rPr>
              <a:t>软件</a:t>
            </a:r>
            <a:r>
              <a:rPr lang="zh-CN" altLang="zh-CN" sz="2800" b="1" kern="100" dirty="0">
                <a:effectLst/>
                <a:latin typeface="Cambria" panose="02040503050406030204" pitchFamily="18" charset="0"/>
                <a:ea typeface="微软雅黑" panose="020B0503020204020204" pitchFamily="34" charset="-122"/>
                <a:cs typeface="Times New Roman" panose="02020603050405020304" pitchFamily="18" charset="0"/>
              </a:rPr>
              <a:t>架构</a:t>
            </a:r>
          </a:p>
          <a:p>
            <a:r>
              <a:rPr lang="zh-CN" altLang="en-US" sz="2852" b="1" dirty="0">
                <a:solidFill>
                  <a:schemeClr val="tx1">
                    <a:lumMod val="65000"/>
                    <a:lumOff val="35000"/>
                  </a:schemeClr>
                </a:solidFill>
                <a:latin typeface="微软雅黑" panose="020B0503020204020204" charset="-122"/>
                <a:ea typeface="微软雅黑" panose="020B0503020204020204" charset="-122"/>
              </a:rPr>
              <a:t>	</a:t>
            </a:r>
          </a:p>
        </p:txBody>
      </p:sp>
      <p:sp>
        <p:nvSpPr>
          <p:cNvPr id="3" name="文本框 2">
            <a:extLst>
              <a:ext uri="{FF2B5EF4-FFF2-40B4-BE49-F238E27FC236}">
                <a16:creationId xmlns:a16="http://schemas.microsoft.com/office/drawing/2014/main" id="{72A33759-8DCD-53CE-A7D5-4089DC2BAE6D}"/>
              </a:ext>
            </a:extLst>
          </p:cNvPr>
          <p:cNvSpPr txBox="1"/>
          <p:nvPr/>
        </p:nvSpPr>
        <p:spPr>
          <a:xfrm>
            <a:off x="1055439" y="2423083"/>
            <a:ext cx="10081122" cy="1050288"/>
          </a:xfrm>
          <a:prstGeom prst="rect">
            <a:avLst/>
          </a:prstGeom>
          <a:noFill/>
          <a:ln w="9525">
            <a:noFill/>
          </a:ln>
        </p:spPr>
        <p:txBody>
          <a:bodyPr wrap="square">
            <a:spAutoFit/>
          </a:bodyPr>
          <a:lstStyle/>
          <a:p>
            <a:pPr indent="316920">
              <a:lnSpc>
                <a:spcPct val="150000"/>
              </a:lnSpc>
            </a:pPr>
            <a:r>
              <a:rPr lang="en-US" altLang="zh-CN" sz="2400" b="1" dirty="0">
                <a:solidFill>
                  <a:srgbClr val="333333"/>
                </a:solidFill>
                <a:latin typeface="微软雅黑" panose="020B0503020204020204" charset="-122"/>
                <a:ea typeface="微软雅黑" panose="020B0503020204020204" charset="-122"/>
                <a:cs typeface="微软雅黑" panose="020B0503020204020204" charset="-122"/>
                <a:sym typeface="+mn-ea"/>
              </a:rPr>
              <a:t>2-</a:t>
            </a:r>
            <a:r>
              <a:rPr lang="zh-CN" altLang="en-US" sz="2400" b="1" kern="100" dirty="0">
                <a:solidFill>
                  <a:srgbClr val="333333"/>
                </a:solidFill>
                <a:latin typeface="仿宋" panose="02010609060101010101" pitchFamily="49" charset="-122"/>
                <a:ea typeface="微软雅黑" panose="020B0503020204020204" pitchFamily="34" charset="-122"/>
                <a:cs typeface="Times New Roman" panose="02020603050405020304" pitchFamily="18" charset="0"/>
                <a:sym typeface="+mn-ea"/>
              </a:rPr>
              <a:t>运动</a:t>
            </a:r>
            <a:r>
              <a:rPr lang="zh-CN" altLang="zh-CN" sz="2400" b="1" kern="100" dirty="0">
                <a:effectLst/>
                <a:latin typeface="仿宋" panose="02010609060101010101" pitchFamily="49" charset="-122"/>
                <a:ea typeface="微软雅黑" panose="020B0503020204020204" pitchFamily="34" charset="-122"/>
                <a:cs typeface="Times New Roman" panose="02020603050405020304" pitchFamily="18" charset="0"/>
              </a:rPr>
              <a:t>服务</a:t>
            </a:r>
            <a:endParaRPr lang="en-US" altLang="zh-CN" sz="2400" b="1" kern="100" dirty="0">
              <a:effectLst/>
              <a:latin typeface="仿宋" panose="02010609060101010101" pitchFamily="49" charset="-122"/>
              <a:ea typeface="微软雅黑" panose="020B0503020204020204" pitchFamily="34" charset="-122"/>
              <a:cs typeface="Times New Roman" panose="02020603050405020304" pitchFamily="18" charset="0"/>
            </a:endParaRPr>
          </a:p>
          <a:p>
            <a:pPr indent="316920">
              <a:lnSpc>
                <a:spcPct val="150000"/>
              </a:lnSpc>
            </a:pPr>
            <a:r>
              <a:rPr lang="zh-CN" altLang="en-US" sz="2000" kern="100" dirty="0">
                <a:effectLst/>
                <a:latin typeface="仿宋" panose="02010609060101010101" pitchFamily="49" charset="-122"/>
                <a:ea typeface="微软雅黑" panose="020B0503020204020204" pitchFamily="34" charset="-122"/>
                <a:cs typeface="Times New Roman" panose="02020603050405020304" pitchFamily="18" charset="0"/>
              </a:rPr>
              <a:t>  控制机器狗的运动，具备切换步态、控制姿势及速度、进行特技表演或跳舞等功能。</a:t>
            </a:r>
            <a:endParaRPr lang="en-US" altLang="zh-CN" sz="2000" kern="100" dirty="0">
              <a:effectLst/>
              <a:latin typeface="仿宋" panose="02010609060101010101" pitchFamily="49" charset="-122"/>
              <a:ea typeface="微软雅黑" panose="020B0503020204020204" pitchFamily="34" charset="-122"/>
              <a:cs typeface="Times New Roman" panose="02020603050405020304" pitchFamily="18" charset="0"/>
            </a:endParaRPr>
          </a:p>
        </p:txBody>
      </p:sp>
      <p:sp>
        <p:nvSpPr>
          <p:cNvPr id="6" name="文本框 5">
            <a:extLst>
              <a:ext uri="{FF2B5EF4-FFF2-40B4-BE49-F238E27FC236}">
                <a16:creationId xmlns:a16="http://schemas.microsoft.com/office/drawing/2014/main" id="{1D49DE9C-C991-D5B5-3CC8-F20F0DEB8895}"/>
              </a:ext>
            </a:extLst>
          </p:cNvPr>
          <p:cNvSpPr txBox="1"/>
          <p:nvPr/>
        </p:nvSpPr>
        <p:spPr>
          <a:xfrm>
            <a:off x="1055439" y="3429000"/>
            <a:ext cx="9849435" cy="1050288"/>
          </a:xfrm>
          <a:prstGeom prst="rect">
            <a:avLst/>
          </a:prstGeom>
          <a:noFill/>
          <a:ln w="9525">
            <a:noFill/>
          </a:ln>
        </p:spPr>
        <p:txBody>
          <a:bodyPr wrap="square">
            <a:spAutoFit/>
          </a:bodyPr>
          <a:lstStyle/>
          <a:p>
            <a:pPr indent="316920">
              <a:lnSpc>
                <a:spcPct val="150000"/>
              </a:lnSpc>
            </a:pPr>
            <a:r>
              <a:rPr lang="en-US" altLang="zh-CN" sz="2400" b="1" dirty="0">
                <a:solidFill>
                  <a:srgbClr val="333333"/>
                </a:solidFill>
                <a:latin typeface="微软雅黑" panose="020B0503020204020204" charset="-122"/>
                <a:ea typeface="微软雅黑" panose="020B0503020204020204" charset="-122"/>
                <a:cs typeface="微软雅黑" panose="020B0503020204020204" charset="-122"/>
                <a:sym typeface="+mn-ea"/>
              </a:rPr>
              <a:t>3-</a:t>
            </a:r>
            <a:r>
              <a:rPr lang="zh-CN" altLang="en-US" sz="2400" b="1" kern="100" dirty="0">
                <a:solidFill>
                  <a:srgbClr val="333333"/>
                </a:solidFill>
                <a:latin typeface="仿宋" panose="02010609060101010101" pitchFamily="49" charset="-122"/>
                <a:ea typeface="微软雅黑" panose="020B0503020204020204" pitchFamily="34" charset="-122"/>
                <a:cs typeface="Times New Roman" panose="02020603050405020304" pitchFamily="18" charset="0"/>
                <a:sym typeface="+mn-ea"/>
              </a:rPr>
              <a:t>图像</a:t>
            </a:r>
            <a:r>
              <a:rPr lang="zh-CN" altLang="zh-CN" sz="2400" b="1" kern="100" dirty="0">
                <a:effectLst/>
                <a:latin typeface="仿宋" panose="02010609060101010101" pitchFamily="49" charset="-122"/>
                <a:ea typeface="微软雅黑" panose="020B0503020204020204" pitchFamily="34" charset="-122"/>
                <a:cs typeface="Times New Roman" panose="02020603050405020304" pitchFamily="18" charset="0"/>
              </a:rPr>
              <a:t>服务</a:t>
            </a:r>
            <a:endParaRPr lang="en-US" altLang="zh-CN" sz="2400" b="1" kern="100" dirty="0">
              <a:effectLst/>
              <a:latin typeface="仿宋" panose="02010609060101010101" pitchFamily="49" charset="-122"/>
              <a:ea typeface="微软雅黑" panose="020B0503020204020204" pitchFamily="34" charset="-122"/>
              <a:cs typeface="Times New Roman" panose="02020603050405020304" pitchFamily="18" charset="0"/>
            </a:endParaRPr>
          </a:p>
          <a:p>
            <a:pPr indent="316920">
              <a:lnSpc>
                <a:spcPct val="150000"/>
              </a:lnSpc>
            </a:pPr>
            <a:r>
              <a:rPr lang="en-US" altLang="zh-CN" sz="1800" kern="100" dirty="0">
                <a:effectLst/>
                <a:latin typeface="仿宋" panose="02010609060101010101" pitchFamily="49" charset="-122"/>
                <a:ea typeface="微软雅黑" panose="020B0503020204020204" pitchFamily="34" charset="-122"/>
                <a:cs typeface="Times New Roman" panose="02020603050405020304" pitchFamily="18" charset="0"/>
              </a:rPr>
              <a:t>  </a:t>
            </a:r>
            <a:r>
              <a:rPr lang="zh-CN" altLang="zh-CN" sz="2000" kern="100" dirty="0">
                <a:effectLst/>
                <a:latin typeface="仿宋" panose="02010609060101010101" pitchFamily="49" charset="-122"/>
                <a:ea typeface="微软雅黑" panose="020B0503020204020204" pitchFamily="34" charset="-122"/>
                <a:cs typeface="Times New Roman" panose="02020603050405020304" pitchFamily="18" charset="0"/>
              </a:rPr>
              <a:t>拍照，图像推流等功能。</a:t>
            </a:r>
            <a:r>
              <a:rPr lang="en-US" altLang="zh-CN" sz="2000" kern="100" dirty="0">
                <a:effectLst/>
                <a:latin typeface="仿宋" panose="02010609060101010101" pitchFamily="49" charset="-122"/>
                <a:ea typeface="微软雅黑" panose="020B0503020204020204" pitchFamily="34" charset="-122"/>
                <a:cs typeface="Times New Roman" panose="02020603050405020304" pitchFamily="18" charset="0"/>
              </a:rPr>
              <a:t>  </a:t>
            </a:r>
            <a:endParaRPr sz="2800" b="1" dirty="0">
              <a:solidFill>
                <a:srgbClr val="333333"/>
              </a:solidFill>
              <a:latin typeface="微软雅黑" panose="020B0503020204020204" charset="-122"/>
              <a:ea typeface="微软雅黑" panose="020B0503020204020204" charset="-122"/>
              <a:cs typeface="微软雅黑" panose="020B0503020204020204" charset="-122"/>
              <a:sym typeface="+mn-ea"/>
            </a:endParaRPr>
          </a:p>
        </p:txBody>
      </p:sp>
      <p:sp>
        <p:nvSpPr>
          <p:cNvPr id="9" name="文本框 8">
            <a:extLst>
              <a:ext uri="{FF2B5EF4-FFF2-40B4-BE49-F238E27FC236}">
                <a16:creationId xmlns:a16="http://schemas.microsoft.com/office/drawing/2014/main" id="{9A1F1DFB-67F2-8E49-284F-4BDF2947EC30}"/>
              </a:ext>
            </a:extLst>
          </p:cNvPr>
          <p:cNvSpPr txBox="1"/>
          <p:nvPr/>
        </p:nvSpPr>
        <p:spPr>
          <a:xfrm>
            <a:off x="1001977" y="5455489"/>
            <a:ext cx="9849435" cy="1050288"/>
          </a:xfrm>
          <a:prstGeom prst="rect">
            <a:avLst/>
          </a:prstGeom>
          <a:noFill/>
          <a:ln w="9525">
            <a:noFill/>
          </a:ln>
        </p:spPr>
        <p:txBody>
          <a:bodyPr wrap="square">
            <a:spAutoFit/>
          </a:bodyPr>
          <a:lstStyle/>
          <a:p>
            <a:pPr indent="316920">
              <a:lnSpc>
                <a:spcPct val="150000"/>
              </a:lnSpc>
            </a:pPr>
            <a:r>
              <a:rPr lang="en-US" altLang="zh-CN" sz="2400" b="1" dirty="0">
                <a:solidFill>
                  <a:srgbClr val="333333"/>
                </a:solidFill>
                <a:latin typeface="微软雅黑" panose="020B0503020204020204" charset="-122"/>
                <a:ea typeface="微软雅黑" panose="020B0503020204020204" charset="-122"/>
                <a:cs typeface="微软雅黑" panose="020B0503020204020204" charset="-122"/>
                <a:sym typeface="+mn-ea"/>
              </a:rPr>
              <a:t>5-</a:t>
            </a:r>
            <a:r>
              <a:rPr lang="zh-CN" altLang="en-US" sz="2400" b="1" kern="100" dirty="0">
                <a:solidFill>
                  <a:srgbClr val="333333"/>
                </a:solidFill>
                <a:latin typeface="仿宋" panose="02010609060101010101" pitchFamily="49" charset="-122"/>
                <a:ea typeface="微软雅黑" panose="020B0503020204020204" pitchFamily="34" charset="-122"/>
                <a:cs typeface="Times New Roman" panose="02020603050405020304" pitchFamily="18" charset="0"/>
                <a:sym typeface="+mn-ea"/>
              </a:rPr>
              <a:t>雷达</a:t>
            </a:r>
            <a:r>
              <a:rPr lang="zh-CN" altLang="zh-CN" sz="2400" b="1" kern="100" dirty="0">
                <a:effectLst/>
                <a:latin typeface="仿宋" panose="02010609060101010101" pitchFamily="49" charset="-122"/>
                <a:ea typeface="微软雅黑" panose="020B0503020204020204" pitchFamily="34" charset="-122"/>
                <a:cs typeface="Times New Roman" panose="02020603050405020304" pitchFamily="18" charset="0"/>
              </a:rPr>
              <a:t>服务</a:t>
            </a:r>
            <a:endParaRPr lang="en-US" altLang="zh-CN" sz="2400" b="1" kern="100" dirty="0">
              <a:effectLst/>
              <a:latin typeface="仿宋" panose="02010609060101010101" pitchFamily="49" charset="-122"/>
              <a:ea typeface="微软雅黑" panose="020B0503020204020204" pitchFamily="34" charset="-122"/>
              <a:cs typeface="Times New Roman" panose="02020603050405020304" pitchFamily="18" charset="0"/>
            </a:endParaRPr>
          </a:p>
          <a:p>
            <a:pPr indent="316920">
              <a:lnSpc>
                <a:spcPct val="150000"/>
              </a:lnSpc>
            </a:pPr>
            <a:r>
              <a:rPr lang="en-US" altLang="zh-CN" sz="2000" kern="100" dirty="0">
                <a:effectLst/>
                <a:latin typeface="仿宋" panose="02010609060101010101" pitchFamily="49" charset="-122"/>
                <a:ea typeface="微软雅黑" panose="020B0503020204020204" pitchFamily="34" charset="-122"/>
                <a:cs typeface="Times New Roman" panose="02020603050405020304" pitchFamily="18" charset="0"/>
              </a:rPr>
              <a:t>  </a:t>
            </a:r>
            <a:r>
              <a:rPr lang="zh-CN" altLang="zh-CN" sz="2000" kern="100" dirty="0">
                <a:effectLst/>
                <a:latin typeface="仿宋" panose="02010609060101010101" pitchFamily="49" charset="-122"/>
                <a:ea typeface="微软雅黑" panose="020B0503020204020204" pitchFamily="34" charset="-122"/>
                <a:cs typeface="Times New Roman" panose="02020603050405020304" pitchFamily="18" charset="0"/>
              </a:rPr>
              <a:t>获取点云数据和</a:t>
            </a:r>
            <a:r>
              <a:rPr lang="en-US" altLang="zh-CN" sz="2000" kern="100" dirty="0">
                <a:effectLst/>
                <a:latin typeface="仿宋" panose="02010609060101010101" pitchFamily="49" charset="-122"/>
                <a:ea typeface="微软雅黑" panose="020B0503020204020204" pitchFamily="34" charset="-122"/>
                <a:cs typeface="Times New Roman" panose="02020603050405020304" pitchFamily="18" charset="0"/>
              </a:rPr>
              <a:t>IMU</a:t>
            </a:r>
            <a:r>
              <a:rPr lang="zh-CN" altLang="zh-CN" sz="2000" kern="100" dirty="0">
                <a:effectLst/>
                <a:latin typeface="仿宋" panose="02010609060101010101" pitchFamily="49" charset="-122"/>
                <a:ea typeface="微软雅黑" panose="020B0503020204020204" pitchFamily="34" charset="-122"/>
                <a:cs typeface="Times New Roman" panose="02020603050405020304" pitchFamily="18" charset="0"/>
              </a:rPr>
              <a:t>数据，构建高度地图和</a:t>
            </a:r>
            <a:r>
              <a:rPr lang="en-US" altLang="zh-CN" sz="2000" kern="100" dirty="0">
                <a:effectLst/>
                <a:latin typeface="仿宋" panose="02010609060101010101" pitchFamily="49" charset="-122"/>
                <a:ea typeface="微软雅黑" panose="020B0503020204020204" pitchFamily="34" charset="-122"/>
                <a:cs typeface="Times New Roman" panose="02020603050405020304" pitchFamily="18" charset="0"/>
              </a:rPr>
              <a:t>3D</a:t>
            </a:r>
            <a:r>
              <a:rPr lang="zh-CN" altLang="zh-CN" sz="2000" kern="100" dirty="0">
                <a:effectLst/>
                <a:latin typeface="仿宋" panose="02010609060101010101" pitchFamily="49" charset="-122"/>
                <a:ea typeface="微软雅黑" panose="020B0503020204020204" pitchFamily="34" charset="-122"/>
                <a:cs typeface="Times New Roman" panose="02020603050405020304" pitchFamily="18" charset="0"/>
              </a:rPr>
              <a:t>体素地图。</a:t>
            </a:r>
            <a:r>
              <a:rPr lang="en-US" altLang="zh-CN" sz="2000" kern="100" dirty="0">
                <a:effectLst/>
                <a:latin typeface="仿宋" panose="02010609060101010101" pitchFamily="49" charset="-122"/>
                <a:ea typeface="微软雅黑" panose="020B0503020204020204" pitchFamily="34" charset="-122"/>
                <a:cs typeface="Times New Roman" panose="02020603050405020304" pitchFamily="18" charset="0"/>
              </a:rPr>
              <a:t>  </a:t>
            </a:r>
            <a:endParaRPr sz="2800" b="1" dirty="0">
              <a:solidFill>
                <a:srgbClr val="333333"/>
              </a:solidFill>
              <a:latin typeface="微软雅黑" panose="020B0503020204020204" charset="-122"/>
              <a:ea typeface="微软雅黑" panose="020B0503020204020204" charset="-122"/>
              <a:cs typeface="微软雅黑" panose="020B0503020204020204" charset="-122"/>
              <a:sym typeface="+mn-ea"/>
            </a:endParaRPr>
          </a:p>
        </p:txBody>
      </p:sp>
      <p:sp>
        <p:nvSpPr>
          <p:cNvPr id="10" name="文本框 9">
            <a:extLst>
              <a:ext uri="{FF2B5EF4-FFF2-40B4-BE49-F238E27FC236}">
                <a16:creationId xmlns:a16="http://schemas.microsoft.com/office/drawing/2014/main" id="{E8A54ECE-AAAF-2AE2-2D8A-022B8C4596D7}"/>
              </a:ext>
            </a:extLst>
          </p:cNvPr>
          <p:cNvSpPr txBox="1"/>
          <p:nvPr/>
        </p:nvSpPr>
        <p:spPr>
          <a:xfrm>
            <a:off x="1024534" y="4449572"/>
            <a:ext cx="9849435" cy="1050288"/>
          </a:xfrm>
          <a:prstGeom prst="rect">
            <a:avLst/>
          </a:prstGeom>
          <a:noFill/>
          <a:ln w="9525">
            <a:noFill/>
          </a:ln>
        </p:spPr>
        <p:txBody>
          <a:bodyPr wrap="square">
            <a:spAutoFit/>
          </a:bodyPr>
          <a:lstStyle/>
          <a:p>
            <a:pPr indent="316920">
              <a:lnSpc>
                <a:spcPct val="150000"/>
              </a:lnSpc>
            </a:pPr>
            <a:r>
              <a:rPr lang="en-US" altLang="zh-CN" sz="2400" b="1" dirty="0">
                <a:solidFill>
                  <a:srgbClr val="333333"/>
                </a:solidFill>
                <a:latin typeface="微软雅黑" panose="020B0503020204020204" charset="-122"/>
                <a:ea typeface="微软雅黑" panose="020B0503020204020204" charset="-122"/>
                <a:cs typeface="微软雅黑" panose="020B0503020204020204" charset="-122"/>
                <a:sym typeface="+mn-ea"/>
              </a:rPr>
              <a:t>4-</a:t>
            </a:r>
            <a:r>
              <a:rPr lang="zh-CN" altLang="en-US" sz="2400" b="1" kern="100" dirty="0">
                <a:solidFill>
                  <a:srgbClr val="333333"/>
                </a:solidFill>
                <a:latin typeface="仿宋" panose="02010609060101010101" pitchFamily="49" charset="-122"/>
                <a:ea typeface="微软雅黑" panose="020B0503020204020204" pitchFamily="34" charset="-122"/>
                <a:cs typeface="Times New Roman" panose="02020603050405020304" pitchFamily="18" charset="0"/>
                <a:sym typeface="+mn-ea"/>
              </a:rPr>
              <a:t>网络</a:t>
            </a:r>
            <a:r>
              <a:rPr lang="zh-CN" altLang="zh-CN" sz="2400" b="1" kern="100" dirty="0">
                <a:effectLst/>
                <a:latin typeface="仿宋" panose="02010609060101010101" pitchFamily="49" charset="-122"/>
                <a:ea typeface="微软雅黑" panose="020B0503020204020204" pitchFamily="34" charset="-122"/>
                <a:cs typeface="Times New Roman" panose="02020603050405020304" pitchFamily="18" charset="0"/>
              </a:rPr>
              <a:t>服务</a:t>
            </a:r>
            <a:endParaRPr lang="en-US" altLang="zh-CN" sz="2400" b="1" kern="100" dirty="0">
              <a:effectLst/>
              <a:latin typeface="仿宋" panose="02010609060101010101" pitchFamily="49" charset="-122"/>
              <a:ea typeface="微软雅黑" panose="020B0503020204020204" pitchFamily="34" charset="-122"/>
              <a:cs typeface="Times New Roman" panose="02020603050405020304" pitchFamily="18" charset="0"/>
            </a:endParaRPr>
          </a:p>
          <a:p>
            <a:pPr indent="316920">
              <a:lnSpc>
                <a:spcPct val="150000"/>
              </a:lnSpc>
            </a:pPr>
            <a:r>
              <a:rPr lang="en-US" altLang="zh-CN" sz="2000" kern="100" dirty="0">
                <a:effectLst/>
                <a:latin typeface="仿宋" panose="02010609060101010101" pitchFamily="49" charset="-122"/>
                <a:ea typeface="微软雅黑" panose="020B0503020204020204" pitchFamily="34" charset="-122"/>
                <a:cs typeface="Times New Roman" panose="02020603050405020304" pitchFamily="18" charset="0"/>
              </a:rPr>
              <a:t>  </a:t>
            </a:r>
            <a:r>
              <a:rPr lang="zh-CN" altLang="zh-CN" sz="2000" kern="100" dirty="0">
                <a:effectLst/>
                <a:latin typeface="仿宋" panose="02010609060101010101" pitchFamily="49" charset="-122"/>
                <a:ea typeface="微软雅黑" panose="020B0503020204020204" pitchFamily="34" charset="-122"/>
                <a:cs typeface="Times New Roman" panose="02020603050405020304" pitchFamily="18" charset="0"/>
              </a:rPr>
              <a:t>查看</a:t>
            </a:r>
            <a:r>
              <a:rPr lang="en-US" altLang="zh-CN" sz="2000" kern="100" dirty="0">
                <a:effectLst/>
                <a:latin typeface="微软雅黑" panose="020B0503020204020204" pitchFamily="34" charset="-122"/>
                <a:ea typeface="仿宋" panose="02010609060101010101" pitchFamily="49" charset="-122"/>
                <a:cs typeface="Calibri" panose="020F0502020204030204" pitchFamily="34" charset="0"/>
              </a:rPr>
              <a:t> </a:t>
            </a:r>
            <a:r>
              <a:rPr lang="en-US" altLang="zh-CN" sz="2000" kern="100" dirty="0">
                <a:effectLst/>
                <a:latin typeface="微软雅黑" panose="020B0503020204020204" pitchFamily="34" charset="-122"/>
                <a:ea typeface="仿宋" panose="02010609060101010101" pitchFamily="49" charset="-122"/>
                <a:cs typeface="Times New Roman" panose="02020603050405020304" pitchFamily="18" charset="0"/>
              </a:rPr>
              <a:t>4G</a:t>
            </a:r>
            <a:r>
              <a:rPr lang="en-US" altLang="zh-CN" sz="2000" kern="100" dirty="0">
                <a:effectLst/>
                <a:latin typeface="微软雅黑" panose="020B0503020204020204" pitchFamily="34" charset="-122"/>
                <a:ea typeface="仿宋" panose="02010609060101010101" pitchFamily="49" charset="-122"/>
                <a:cs typeface="Calibri" panose="020F0502020204030204" pitchFamily="34" charset="0"/>
              </a:rPr>
              <a:t> </a:t>
            </a:r>
            <a:r>
              <a:rPr lang="zh-CN" altLang="zh-CN" sz="2000" kern="100" dirty="0">
                <a:effectLst/>
                <a:latin typeface="仿宋" panose="02010609060101010101" pitchFamily="49" charset="-122"/>
                <a:ea typeface="微软雅黑" panose="020B0503020204020204" pitchFamily="34" charset="-122"/>
                <a:cs typeface="Times New Roman" panose="02020603050405020304" pitchFamily="18" charset="0"/>
              </a:rPr>
              <a:t>物联网卡信息，配置</a:t>
            </a:r>
            <a:r>
              <a:rPr lang="en-US" altLang="zh-CN" sz="2000" kern="100" dirty="0">
                <a:effectLst/>
                <a:latin typeface="微软雅黑" panose="020B0503020204020204" pitchFamily="34" charset="-122"/>
                <a:ea typeface="仿宋" panose="02010609060101010101" pitchFamily="49" charset="-122"/>
                <a:cs typeface="Calibri" panose="020F0502020204030204" pitchFamily="34" charset="0"/>
              </a:rPr>
              <a:t> </a:t>
            </a:r>
            <a:r>
              <a:rPr lang="en-US" altLang="zh-CN" sz="2000" kern="100" dirty="0">
                <a:effectLst/>
                <a:latin typeface="微软雅黑" panose="020B0503020204020204" pitchFamily="34" charset="-122"/>
                <a:ea typeface="仿宋" panose="02010609060101010101" pitchFamily="49" charset="-122"/>
                <a:cs typeface="Times New Roman" panose="02020603050405020304" pitchFamily="18" charset="0"/>
              </a:rPr>
              <a:t>Wi-Fi</a:t>
            </a:r>
            <a:r>
              <a:rPr lang="zh-CN" altLang="zh-CN" sz="2000" kern="100" dirty="0">
                <a:effectLst/>
                <a:latin typeface="仿宋" panose="02010609060101010101" pitchFamily="49" charset="-122"/>
                <a:ea typeface="微软雅黑" panose="020B0503020204020204" pitchFamily="34" charset="-122"/>
                <a:cs typeface="Times New Roman" panose="02020603050405020304" pitchFamily="18" charset="0"/>
              </a:rPr>
              <a:t>、</a:t>
            </a:r>
            <a:r>
              <a:rPr lang="en-US" altLang="zh-CN" sz="2000" kern="100" dirty="0">
                <a:effectLst/>
                <a:latin typeface="仿宋" panose="02010609060101010101" pitchFamily="49" charset="-122"/>
                <a:ea typeface="微软雅黑" panose="020B0503020204020204" pitchFamily="34" charset="-122"/>
                <a:cs typeface="Times New Roman" panose="02020603050405020304" pitchFamily="18" charset="0"/>
              </a:rPr>
              <a:t>AP</a:t>
            </a:r>
            <a:r>
              <a:rPr lang="en-US" altLang="zh-CN" sz="2000" kern="100" dirty="0">
                <a:effectLst/>
                <a:latin typeface="微软雅黑" panose="020B0503020204020204" pitchFamily="34" charset="-122"/>
                <a:ea typeface="仿宋" panose="02010609060101010101" pitchFamily="49" charset="-122"/>
                <a:cs typeface="Calibri" panose="020F0502020204030204" pitchFamily="34" charset="0"/>
              </a:rPr>
              <a:t> </a:t>
            </a:r>
            <a:r>
              <a:rPr lang="zh-CN" altLang="zh-CN" sz="2000" kern="100" dirty="0">
                <a:effectLst/>
                <a:latin typeface="仿宋" panose="02010609060101010101" pitchFamily="49" charset="-122"/>
                <a:ea typeface="微软雅黑" panose="020B0503020204020204" pitchFamily="34" charset="-122"/>
                <a:cs typeface="Times New Roman" panose="02020603050405020304" pitchFamily="18" charset="0"/>
              </a:rPr>
              <a:t>和</a:t>
            </a:r>
            <a:r>
              <a:rPr lang="en-US" altLang="zh-CN" sz="2000" kern="100" dirty="0">
                <a:effectLst/>
                <a:latin typeface="微软雅黑" panose="020B0503020204020204" pitchFamily="34" charset="-122"/>
                <a:ea typeface="仿宋" panose="02010609060101010101" pitchFamily="49" charset="-122"/>
                <a:cs typeface="Calibri" panose="020F0502020204030204" pitchFamily="34" charset="0"/>
              </a:rPr>
              <a:t> </a:t>
            </a:r>
            <a:r>
              <a:rPr lang="en-US" altLang="zh-CN" sz="2000" kern="100" dirty="0">
                <a:effectLst/>
                <a:latin typeface="微软雅黑" panose="020B0503020204020204" pitchFamily="34" charset="-122"/>
                <a:ea typeface="仿宋" panose="02010609060101010101" pitchFamily="49" charset="-122"/>
                <a:cs typeface="Times New Roman" panose="02020603050405020304" pitchFamily="18" charset="0"/>
              </a:rPr>
              <a:t>STA</a:t>
            </a:r>
            <a:r>
              <a:rPr lang="zh-CN" altLang="zh-CN" sz="2000" kern="100" dirty="0">
                <a:effectLst/>
                <a:latin typeface="仿宋" panose="02010609060101010101" pitchFamily="49" charset="-122"/>
                <a:ea typeface="微软雅黑" panose="020B0503020204020204" pitchFamily="34" charset="-122"/>
                <a:cs typeface="Times New Roman" panose="02020603050405020304" pitchFamily="18" charset="0"/>
              </a:rPr>
              <a:t>模式。</a:t>
            </a:r>
            <a:r>
              <a:rPr lang="en-US" altLang="zh-CN" sz="2000" kern="100" dirty="0">
                <a:effectLst/>
                <a:latin typeface="仿宋" panose="02010609060101010101" pitchFamily="49" charset="-122"/>
                <a:ea typeface="微软雅黑" panose="020B0503020204020204" pitchFamily="34" charset="-122"/>
                <a:cs typeface="Times New Roman" panose="02020603050405020304" pitchFamily="18" charset="0"/>
              </a:rPr>
              <a:t> </a:t>
            </a:r>
            <a:endParaRPr sz="2000" b="1" dirty="0">
              <a:solidFill>
                <a:srgbClr val="333333"/>
              </a:solidFill>
              <a:latin typeface="微软雅黑" panose="020B0503020204020204" charset="-122"/>
              <a:ea typeface="微软雅黑" panose="020B0503020204020204" charset="-122"/>
              <a:cs typeface="微软雅黑" panose="020B0503020204020204" charset="-122"/>
              <a:sym typeface="+mn-ea"/>
            </a:endParaRPr>
          </a:p>
        </p:txBody>
      </p:sp>
    </p:spTree>
    <p:extLst>
      <p:ext uri="{BB962C8B-B14F-4D97-AF65-F5344CB8AC3E}">
        <p14:creationId xmlns:p14="http://schemas.microsoft.com/office/powerpoint/2010/main" val="4156539613"/>
      </p:ext>
    </p:extLst>
  </p:cSld>
  <p:clrMapOvr>
    <a:masterClrMapping/>
  </p:clrMapOvr>
  <mc:AlternateContent xmlns:mc="http://schemas.openxmlformats.org/markup-compatibility/2006" xmlns:p159="http://schemas.microsoft.com/office/powerpoint/2015/09/main">
    <mc:Choice Requires="p159">
      <p:transition>
        <p159:morph option="byChar"/>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8" name="直接连接符 77"/>
          <p:cNvCxnSpPr/>
          <p:nvPr/>
        </p:nvCxnSpPr>
        <p:spPr>
          <a:xfrm>
            <a:off x="999054" y="1017576"/>
            <a:ext cx="7006203" cy="0"/>
          </a:xfrm>
          <a:prstGeom prst="line">
            <a:avLst/>
          </a:prstGeom>
          <a:ln w="12700" cmpd="sng">
            <a:solidFill>
              <a:srgbClr val="7DCDFF"/>
            </a:solidFill>
            <a:prstDash val="solid"/>
          </a:ln>
        </p:spPr>
        <p:style>
          <a:lnRef idx="1">
            <a:schemeClr val="accent1"/>
          </a:lnRef>
          <a:fillRef idx="0">
            <a:schemeClr val="accent1"/>
          </a:fillRef>
          <a:effectRef idx="0">
            <a:schemeClr val="accent1"/>
          </a:effectRef>
          <a:fontRef idx="minor">
            <a:schemeClr val="tx1"/>
          </a:fontRef>
        </p:style>
      </p:cxnSp>
      <p:sp>
        <p:nvSpPr>
          <p:cNvPr id="7" name="矩形 6"/>
          <p:cNvSpPr/>
          <p:nvPr/>
        </p:nvSpPr>
        <p:spPr>
          <a:xfrm>
            <a:off x="565553" y="504698"/>
            <a:ext cx="342231" cy="513347"/>
          </a:xfrm>
          <a:prstGeom prst="rect">
            <a:avLst/>
          </a:prstGeom>
          <a:solidFill>
            <a:srgbClr val="7DCD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39"/>
          </a:p>
        </p:txBody>
      </p:sp>
      <p:sp>
        <p:nvSpPr>
          <p:cNvPr id="8" name="矩形 7"/>
          <p:cNvSpPr/>
          <p:nvPr/>
        </p:nvSpPr>
        <p:spPr>
          <a:xfrm>
            <a:off x="931258" y="504698"/>
            <a:ext cx="21389" cy="513347"/>
          </a:xfrm>
          <a:prstGeom prst="rect">
            <a:avLst/>
          </a:prstGeom>
          <a:solidFill>
            <a:srgbClr val="7DCD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39"/>
          </a:p>
        </p:txBody>
      </p:sp>
      <p:sp>
        <p:nvSpPr>
          <p:cNvPr id="4" name="文本框 3"/>
          <p:cNvSpPr txBox="1"/>
          <p:nvPr/>
        </p:nvSpPr>
        <p:spPr>
          <a:xfrm>
            <a:off x="1055440" y="1340768"/>
            <a:ext cx="10657184" cy="1792286"/>
          </a:xfrm>
          <a:prstGeom prst="rect">
            <a:avLst/>
          </a:prstGeom>
          <a:noFill/>
          <a:ln w="9525">
            <a:noFill/>
          </a:ln>
        </p:spPr>
        <p:txBody>
          <a:bodyPr wrap="square">
            <a:spAutoFit/>
          </a:bodyPr>
          <a:lstStyle/>
          <a:p>
            <a:pPr indent="316920"/>
            <a:r>
              <a:rPr lang="en-US" altLang="zh-CN" sz="2400" b="1" dirty="0">
                <a:solidFill>
                  <a:srgbClr val="333333"/>
                </a:solidFill>
                <a:latin typeface="+mj-ea"/>
                <a:ea typeface="+mj-ea"/>
                <a:cs typeface="微软雅黑" panose="020B0503020204020204" charset="-122"/>
                <a:sym typeface="+mn-ea"/>
              </a:rPr>
              <a:t>6-</a:t>
            </a:r>
            <a:r>
              <a:rPr lang="en-US" altLang="zh-CN" sz="2400" b="1" kern="100" dirty="0">
                <a:solidFill>
                  <a:srgbClr val="333333"/>
                </a:solidFill>
                <a:latin typeface="+mj-ea"/>
                <a:ea typeface="+mj-ea"/>
                <a:cs typeface="Times New Roman" panose="02020603050405020304" pitchFamily="18" charset="0"/>
                <a:sym typeface="+mn-ea"/>
              </a:rPr>
              <a:t>SLAM</a:t>
            </a:r>
            <a:r>
              <a:rPr lang="zh-CN" altLang="zh-CN" sz="2400" b="1" kern="100" dirty="0">
                <a:effectLst/>
                <a:latin typeface="+mj-ea"/>
                <a:ea typeface="+mj-ea"/>
                <a:cs typeface="Times New Roman" panose="02020603050405020304" pitchFamily="18" charset="0"/>
              </a:rPr>
              <a:t>服务</a:t>
            </a:r>
            <a:endParaRPr lang="en-US" altLang="zh-CN" sz="2400" b="1" kern="100" dirty="0">
              <a:effectLst/>
              <a:latin typeface="+mj-ea"/>
              <a:ea typeface="+mj-ea"/>
              <a:cs typeface="Times New Roman" panose="02020603050405020304" pitchFamily="18" charset="0"/>
            </a:endParaRPr>
          </a:p>
          <a:p>
            <a:pPr indent="316920">
              <a:lnSpc>
                <a:spcPct val="150000"/>
              </a:lnSpc>
            </a:pPr>
            <a:r>
              <a:rPr lang="en-US" altLang="zh-CN" sz="2000" kern="100" dirty="0">
                <a:effectLst/>
                <a:latin typeface="仿宋" panose="02010609060101010101" pitchFamily="49" charset="-122"/>
                <a:ea typeface="微软雅黑" panose="020B0503020204020204" pitchFamily="34" charset="-122"/>
                <a:cs typeface="Times New Roman" panose="02020603050405020304" pitchFamily="18" charset="0"/>
              </a:rPr>
              <a:t>  </a:t>
            </a:r>
            <a:r>
              <a:rPr lang="zh-CN" altLang="zh-CN" sz="2000" kern="100" dirty="0">
                <a:effectLst/>
                <a:latin typeface="仿宋" panose="02010609060101010101" pitchFamily="49" charset="-122"/>
                <a:ea typeface="微软雅黑" panose="020B0503020204020204" pitchFamily="34" charset="-122"/>
                <a:cs typeface="Times New Roman" panose="02020603050405020304" pitchFamily="18" charset="0"/>
              </a:rPr>
              <a:t>分为建图、定位和导航三部分，其中建图用于生成用于重定位的当前环境地图</a:t>
            </a:r>
            <a:r>
              <a:rPr lang="en-US" altLang="zh-CN" sz="2000" kern="100" dirty="0">
                <a:latin typeface="仿宋" panose="02010609060101010101" pitchFamily="49" charset="-122"/>
                <a:ea typeface="微软雅黑" panose="020B0503020204020204" pitchFamily="34" charset="-122"/>
                <a:cs typeface="Times New Roman" panose="02020603050405020304" pitchFamily="18" charset="0"/>
              </a:rPr>
              <a:t>,</a:t>
            </a:r>
            <a:r>
              <a:rPr lang="zh-CN" altLang="zh-CN" sz="2000" kern="100" dirty="0">
                <a:effectLst/>
                <a:latin typeface="仿宋" panose="02010609060101010101" pitchFamily="49" charset="-122"/>
                <a:ea typeface="微软雅黑" panose="020B0503020204020204" pitchFamily="34" charset="-122"/>
                <a:cs typeface="Times New Roman" panose="02020603050405020304" pitchFamily="18" charset="0"/>
              </a:rPr>
              <a:t>定位确定机器人于当前环境中的位姿，导航模块则根据定位结果以及相对于目标点的偏差自动规划出到达目标点的路径。</a:t>
            </a:r>
            <a:endParaRPr sz="2800" b="1" dirty="0">
              <a:solidFill>
                <a:srgbClr val="333333"/>
              </a:solidFill>
              <a:latin typeface="微软雅黑" panose="020B0503020204020204" charset="-122"/>
              <a:ea typeface="微软雅黑" panose="020B0503020204020204" charset="-122"/>
              <a:cs typeface="微软雅黑" panose="020B0503020204020204" charset="-122"/>
              <a:sym typeface="+mn-ea"/>
            </a:endParaRPr>
          </a:p>
        </p:txBody>
      </p:sp>
      <p:sp>
        <p:nvSpPr>
          <p:cNvPr id="5" name="内容占位符 2">
            <a:extLst>
              <a:ext uri="{FF2B5EF4-FFF2-40B4-BE49-F238E27FC236}">
                <a16:creationId xmlns:a16="http://schemas.microsoft.com/office/drawing/2014/main" id="{E226AD08-CAC8-9E5C-CC87-CF62245D81D9}"/>
              </a:ext>
            </a:extLst>
          </p:cNvPr>
          <p:cNvSpPr txBox="1"/>
          <p:nvPr/>
        </p:nvSpPr>
        <p:spPr>
          <a:xfrm>
            <a:off x="999055" y="438820"/>
            <a:ext cx="4232849" cy="399923"/>
          </a:xfrm>
          <a:prstGeom prst="rect">
            <a:avLst/>
          </a:prstGeom>
        </p:spPr>
        <p:txBody>
          <a:bodyPr/>
          <a:lstStyle>
            <a:lvl1pPr marL="0" marR="0" indent="0" algn="l" defTabSz="685800" rtl="0" eaLnBrk="1" fontAlgn="auto" latinLnBrk="0" hangingPunct="1">
              <a:lnSpc>
                <a:spcPct val="90000"/>
              </a:lnSpc>
              <a:spcBef>
                <a:spcPts val="750"/>
              </a:spcBef>
              <a:spcAft>
                <a:spcPts val="0"/>
              </a:spcAft>
              <a:buClrTx/>
              <a:buSzTx/>
              <a:buFontTx/>
              <a:buNone/>
              <a:defRPr lang="zh-CN" altLang="en-US" sz="1800" kern="1200" dirty="0" smtClean="0">
                <a:solidFill>
                  <a:schemeClr val="tx1"/>
                </a:solidFill>
                <a:latin typeface="+mj-ea"/>
                <a:ea typeface="+mj-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lang="zh-CN" altLang="en-US" sz="1800" kern="1200" dirty="0" smtClean="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lang="zh-CN" altLang="en-US" sz="1500" kern="1200" dirty="0" smtClean="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lang="zh-CN" altLang="en-US" sz="1350" kern="1200" dirty="0" smtClean="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lang="zh-CN" altLang="en-US" sz="1350" kern="1200" dirty="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altLang="zh-CN" sz="2800" b="1" dirty="0">
                <a:solidFill>
                  <a:schemeClr val="tx1">
                    <a:lumMod val="65000"/>
                    <a:lumOff val="35000"/>
                  </a:schemeClr>
                </a:solidFill>
                <a:latin typeface="微软雅黑" panose="020B0503020204020204" charset="-122"/>
                <a:ea typeface="微软雅黑" panose="020B0503020204020204" charset="-122"/>
              </a:rPr>
              <a:t>3-</a:t>
            </a:r>
            <a:r>
              <a:rPr lang="en-US" altLang="zh-CN" sz="2800" b="1" kern="100" dirty="0">
                <a:effectLst/>
                <a:latin typeface="微软雅黑" panose="020B0503020204020204" pitchFamily="34" charset="-122"/>
                <a:ea typeface="微软雅黑" panose="020B0503020204020204" pitchFamily="34" charset="-122"/>
                <a:cs typeface="Times New Roman" panose="02020603050405020304" pitchFamily="18" charset="0"/>
              </a:rPr>
              <a:t>Go2</a:t>
            </a:r>
            <a:r>
              <a:rPr lang="zh-CN" altLang="zh-CN" sz="2800" b="1" kern="100" dirty="0">
                <a:effectLst/>
                <a:latin typeface="Cambria" panose="02040503050406030204" pitchFamily="18" charset="0"/>
                <a:ea typeface="微软雅黑" panose="020B0503020204020204" pitchFamily="34" charset="-122"/>
                <a:cs typeface="Times New Roman" panose="02020603050405020304" pitchFamily="18" charset="0"/>
              </a:rPr>
              <a:t>机器人</a:t>
            </a:r>
            <a:r>
              <a:rPr lang="zh-CN" altLang="en-US" sz="2800" b="1" kern="100" dirty="0">
                <a:latin typeface="Cambria" panose="02040503050406030204" pitchFamily="18" charset="0"/>
                <a:ea typeface="微软雅黑" panose="020B0503020204020204" pitchFamily="34" charset="-122"/>
                <a:cs typeface="Times New Roman" panose="02020603050405020304" pitchFamily="18" charset="0"/>
              </a:rPr>
              <a:t>软件</a:t>
            </a:r>
            <a:r>
              <a:rPr lang="zh-CN" altLang="zh-CN" sz="2800" b="1" kern="100" dirty="0">
                <a:effectLst/>
                <a:latin typeface="Cambria" panose="02040503050406030204" pitchFamily="18" charset="0"/>
                <a:ea typeface="微软雅黑" panose="020B0503020204020204" pitchFamily="34" charset="-122"/>
                <a:cs typeface="Times New Roman" panose="02020603050405020304" pitchFamily="18" charset="0"/>
              </a:rPr>
              <a:t>架构</a:t>
            </a:r>
          </a:p>
          <a:p>
            <a:r>
              <a:rPr lang="zh-CN" altLang="en-US" sz="2852" b="1" dirty="0">
                <a:solidFill>
                  <a:schemeClr val="tx1">
                    <a:lumMod val="65000"/>
                    <a:lumOff val="35000"/>
                  </a:schemeClr>
                </a:solidFill>
                <a:latin typeface="微软雅黑" panose="020B0503020204020204" charset="-122"/>
                <a:ea typeface="微软雅黑" panose="020B0503020204020204" charset="-122"/>
              </a:rPr>
              <a:t>	</a:t>
            </a:r>
          </a:p>
        </p:txBody>
      </p:sp>
      <p:sp>
        <p:nvSpPr>
          <p:cNvPr id="6" name="文本框 5">
            <a:extLst>
              <a:ext uri="{FF2B5EF4-FFF2-40B4-BE49-F238E27FC236}">
                <a16:creationId xmlns:a16="http://schemas.microsoft.com/office/drawing/2014/main" id="{1D49DE9C-C991-D5B5-3CC8-F20F0DEB8895}"/>
              </a:ext>
            </a:extLst>
          </p:cNvPr>
          <p:cNvSpPr txBox="1"/>
          <p:nvPr/>
        </p:nvSpPr>
        <p:spPr>
          <a:xfrm>
            <a:off x="1065240" y="3408330"/>
            <a:ext cx="10647384" cy="1330621"/>
          </a:xfrm>
          <a:prstGeom prst="rect">
            <a:avLst/>
          </a:prstGeom>
          <a:noFill/>
          <a:ln w="9525">
            <a:noFill/>
          </a:ln>
        </p:spPr>
        <p:txBody>
          <a:bodyPr wrap="square">
            <a:spAutoFit/>
          </a:bodyPr>
          <a:lstStyle/>
          <a:p>
            <a:pPr indent="316920"/>
            <a:r>
              <a:rPr lang="en-US" altLang="zh-CN" sz="2400" b="1" dirty="0">
                <a:solidFill>
                  <a:srgbClr val="333333"/>
                </a:solidFill>
                <a:latin typeface="微软雅黑" panose="020B0503020204020204" charset="-122"/>
                <a:ea typeface="微软雅黑" panose="020B0503020204020204" charset="-122"/>
                <a:cs typeface="微软雅黑" panose="020B0503020204020204" charset="-122"/>
                <a:sym typeface="+mn-ea"/>
              </a:rPr>
              <a:t>7-</a:t>
            </a:r>
            <a:r>
              <a:rPr lang="en-US" altLang="zh-CN" sz="2400" b="1" kern="100" dirty="0">
                <a:effectLst/>
                <a:latin typeface="微软雅黑" panose="020B0503020204020204" pitchFamily="34" charset="-122"/>
                <a:ea typeface="仿宋" panose="02010609060101010101" pitchFamily="49" charset="-122"/>
                <a:cs typeface="Times New Roman" panose="02020603050405020304" pitchFamily="18" charset="0"/>
              </a:rPr>
              <a:t>UWB</a:t>
            </a:r>
            <a:r>
              <a:rPr lang="zh-CN" altLang="zh-CN" sz="2400" b="1" kern="100" dirty="0">
                <a:effectLst/>
                <a:latin typeface="仿宋" panose="02010609060101010101" pitchFamily="49" charset="-122"/>
                <a:ea typeface="微软雅黑" panose="020B0503020204020204" pitchFamily="34" charset="-122"/>
                <a:cs typeface="Times New Roman" panose="02020603050405020304" pitchFamily="18" charset="0"/>
              </a:rPr>
              <a:t>服务</a:t>
            </a:r>
            <a:endParaRPr lang="zh-CN" altLang="zh-CN" sz="2400" b="1" kern="100" dirty="0">
              <a:effectLst/>
              <a:latin typeface="仿宋" panose="02010609060101010101" pitchFamily="49" charset="-122"/>
              <a:ea typeface="仿宋" panose="02010609060101010101" pitchFamily="49" charset="-122"/>
              <a:cs typeface="Times New Roman" panose="02020603050405020304" pitchFamily="18" charset="0"/>
            </a:endParaRPr>
          </a:p>
          <a:p>
            <a:pPr indent="316920">
              <a:lnSpc>
                <a:spcPct val="150000"/>
              </a:lnSpc>
            </a:pPr>
            <a:r>
              <a:rPr lang="zh-CN" altLang="en-US" sz="2000" dirty="0">
                <a:solidFill>
                  <a:srgbClr val="333333"/>
                </a:solidFill>
                <a:latin typeface="微软雅黑" panose="020B0503020204020204" charset="-122"/>
                <a:ea typeface="微软雅黑" panose="020B0503020204020204" charset="-122"/>
                <a:cs typeface="微软雅黑" panose="020B0503020204020204" charset="-122"/>
                <a:sym typeface="+mn-ea"/>
              </a:rPr>
              <a:t>  基于自研的矢量定位模组，可实现机身平面内的厘米级定位。标签内置</a:t>
            </a:r>
            <a:r>
              <a:rPr lang="en-US" altLang="zh-CN" sz="2000" dirty="0">
                <a:solidFill>
                  <a:srgbClr val="333333"/>
                </a:solidFill>
                <a:latin typeface="微软雅黑" panose="020B0503020204020204" charset="-122"/>
                <a:ea typeface="微软雅黑" panose="020B0503020204020204" charset="-122"/>
                <a:cs typeface="微软雅黑" panose="020B0503020204020204" charset="-122"/>
                <a:sym typeface="+mn-ea"/>
              </a:rPr>
              <a:t>3</a:t>
            </a:r>
            <a:r>
              <a:rPr lang="zh-CN" altLang="en-US" sz="2000" dirty="0">
                <a:solidFill>
                  <a:srgbClr val="333333"/>
                </a:solidFill>
                <a:latin typeface="微软雅黑" panose="020B0503020204020204" charset="-122"/>
                <a:ea typeface="微软雅黑" panose="020B0503020204020204" charset="-122"/>
                <a:cs typeface="微软雅黑" panose="020B0503020204020204" charset="-122"/>
                <a:sym typeface="+mn-ea"/>
              </a:rPr>
              <a:t>轴加速度计和</a:t>
            </a:r>
            <a:r>
              <a:rPr lang="en-US" altLang="zh-CN" sz="2000" dirty="0">
                <a:solidFill>
                  <a:srgbClr val="333333"/>
                </a:solidFill>
                <a:latin typeface="微软雅黑" panose="020B0503020204020204" charset="-122"/>
                <a:ea typeface="微软雅黑" panose="020B0503020204020204" charset="-122"/>
                <a:cs typeface="微软雅黑" panose="020B0503020204020204" charset="-122"/>
                <a:sym typeface="+mn-ea"/>
              </a:rPr>
              <a:t>3</a:t>
            </a:r>
            <a:r>
              <a:rPr lang="zh-CN" altLang="en-US" sz="2000" dirty="0">
                <a:solidFill>
                  <a:srgbClr val="333333"/>
                </a:solidFill>
                <a:latin typeface="微软雅黑" panose="020B0503020204020204" charset="-122"/>
                <a:ea typeface="微软雅黑" panose="020B0503020204020204" charset="-122"/>
                <a:cs typeface="微软雅黑" panose="020B0503020204020204" charset="-122"/>
                <a:sym typeface="+mn-ea"/>
              </a:rPr>
              <a:t>轴陀螺仪 </a:t>
            </a:r>
            <a:r>
              <a:rPr lang="en-US" altLang="zh-CN" sz="2000" dirty="0">
                <a:solidFill>
                  <a:srgbClr val="333333"/>
                </a:solidFill>
                <a:latin typeface="微软雅黑" panose="020B0503020204020204" charset="-122"/>
                <a:ea typeface="微软雅黑" panose="020B0503020204020204" charset="-122"/>
                <a:cs typeface="微软雅黑" panose="020B0503020204020204" charset="-122"/>
                <a:sym typeface="+mn-ea"/>
              </a:rPr>
              <a:t>IMU</a:t>
            </a:r>
            <a:r>
              <a:rPr lang="zh-CN" altLang="en-US" sz="2000" dirty="0">
                <a:solidFill>
                  <a:srgbClr val="333333"/>
                </a:solidFill>
                <a:latin typeface="微软雅黑" panose="020B0503020204020204" charset="-122"/>
                <a:ea typeface="微软雅黑" panose="020B0503020204020204" charset="-122"/>
                <a:cs typeface="微软雅黑" panose="020B0503020204020204" charset="-122"/>
                <a:sym typeface="+mn-ea"/>
              </a:rPr>
              <a:t>，可提供标签的姿态。 主要用于</a:t>
            </a:r>
            <a:r>
              <a:rPr lang="en-US" altLang="zh-CN" sz="2000" dirty="0">
                <a:solidFill>
                  <a:srgbClr val="333333"/>
                </a:solidFill>
                <a:latin typeface="微软雅黑" panose="020B0503020204020204" charset="-122"/>
                <a:ea typeface="微软雅黑" panose="020B0503020204020204" charset="-122"/>
                <a:cs typeface="微软雅黑" panose="020B0503020204020204" charset="-122"/>
                <a:sym typeface="+mn-ea"/>
              </a:rPr>
              <a:t>Go2</a:t>
            </a:r>
            <a:r>
              <a:rPr lang="zh-CN" altLang="en-US" sz="2000" dirty="0">
                <a:solidFill>
                  <a:srgbClr val="333333"/>
                </a:solidFill>
                <a:latin typeface="微软雅黑" panose="020B0503020204020204" charset="-122"/>
                <a:ea typeface="微软雅黑" panose="020B0503020204020204" charset="-122"/>
                <a:cs typeface="微软雅黑" panose="020B0503020204020204" charset="-122"/>
                <a:sym typeface="+mn-ea"/>
              </a:rPr>
              <a:t>集成的伴随功能，也可用于用户二次开发。</a:t>
            </a:r>
          </a:p>
        </p:txBody>
      </p:sp>
    </p:spTree>
    <p:extLst>
      <p:ext uri="{BB962C8B-B14F-4D97-AF65-F5344CB8AC3E}">
        <p14:creationId xmlns:p14="http://schemas.microsoft.com/office/powerpoint/2010/main" val="1424393118"/>
      </p:ext>
    </p:extLst>
  </p:cSld>
  <p:clrMapOvr>
    <a:masterClrMapping/>
  </p:clrMapOvr>
  <mc:AlternateContent xmlns:mc="http://schemas.openxmlformats.org/markup-compatibility/2006" xmlns:p159="http://schemas.microsoft.com/office/powerpoint/2015/09/main">
    <mc:Choice Requires="p159">
      <p:transition>
        <p159:morph option="byChar"/>
      </p:transition>
    </mc:Choice>
    <mc:Fallback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8" name="直接连接符 77"/>
          <p:cNvCxnSpPr/>
          <p:nvPr/>
        </p:nvCxnSpPr>
        <p:spPr>
          <a:xfrm>
            <a:off x="999054" y="1017576"/>
            <a:ext cx="7006203" cy="0"/>
          </a:xfrm>
          <a:prstGeom prst="line">
            <a:avLst/>
          </a:prstGeom>
          <a:ln w="12700" cmpd="sng">
            <a:solidFill>
              <a:srgbClr val="7DCDFF"/>
            </a:solidFill>
            <a:prstDash val="solid"/>
          </a:ln>
        </p:spPr>
        <p:style>
          <a:lnRef idx="1">
            <a:schemeClr val="accent1"/>
          </a:lnRef>
          <a:fillRef idx="0">
            <a:schemeClr val="accent1"/>
          </a:fillRef>
          <a:effectRef idx="0">
            <a:schemeClr val="accent1"/>
          </a:effectRef>
          <a:fontRef idx="minor">
            <a:schemeClr val="tx1"/>
          </a:fontRef>
        </p:style>
      </p:cxnSp>
      <p:sp>
        <p:nvSpPr>
          <p:cNvPr id="3" name="内容占位符 2"/>
          <p:cNvSpPr txBox="1"/>
          <p:nvPr/>
        </p:nvSpPr>
        <p:spPr>
          <a:xfrm>
            <a:off x="999055" y="438820"/>
            <a:ext cx="7292940" cy="399923"/>
          </a:xfrm>
          <a:prstGeom prst="rect">
            <a:avLst/>
          </a:prstGeom>
        </p:spPr>
        <p:txBody>
          <a:bodyPr/>
          <a:lstStyle>
            <a:lvl1pPr marL="0" marR="0" indent="0" algn="l" defTabSz="685800" rtl="0" eaLnBrk="1" fontAlgn="auto" latinLnBrk="0" hangingPunct="1">
              <a:lnSpc>
                <a:spcPct val="90000"/>
              </a:lnSpc>
              <a:spcBef>
                <a:spcPts val="750"/>
              </a:spcBef>
              <a:spcAft>
                <a:spcPts val="0"/>
              </a:spcAft>
              <a:buClrTx/>
              <a:buSzTx/>
              <a:buFontTx/>
              <a:buNone/>
              <a:defRPr lang="zh-CN" altLang="en-US" sz="1800" kern="1200" dirty="0" smtClean="0">
                <a:solidFill>
                  <a:schemeClr val="tx1"/>
                </a:solidFill>
                <a:latin typeface="+mj-ea"/>
                <a:ea typeface="+mj-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lang="zh-CN" altLang="en-US" sz="1800" kern="1200" dirty="0" smtClean="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lang="zh-CN" altLang="en-US" sz="1500" kern="1200" dirty="0" smtClean="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lang="zh-CN" altLang="en-US" sz="1350" kern="1200" dirty="0" smtClean="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lang="zh-CN" altLang="en-US" sz="1350" kern="1200" dirty="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altLang="zh-CN" sz="2852" b="1" dirty="0">
                <a:solidFill>
                  <a:schemeClr val="tx1">
                    <a:lumMod val="65000"/>
                    <a:lumOff val="35000"/>
                  </a:schemeClr>
                </a:solidFill>
                <a:latin typeface="微软雅黑" panose="020B0503020204020204" charset="-122"/>
                <a:ea typeface="微软雅黑" panose="020B0503020204020204" charset="-122"/>
              </a:rPr>
              <a:t>4-Go2</a:t>
            </a:r>
            <a:r>
              <a:rPr lang="zh-CN" altLang="en-US" sz="2852" b="1" dirty="0">
                <a:solidFill>
                  <a:schemeClr val="tx1">
                    <a:lumMod val="65000"/>
                    <a:lumOff val="35000"/>
                  </a:schemeClr>
                </a:solidFill>
                <a:latin typeface="微软雅黑" panose="020B0503020204020204" charset="-122"/>
                <a:ea typeface="微软雅黑" panose="020B0503020204020204" charset="-122"/>
              </a:rPr>
              <a:t>机器人部件组成	</a:t>
            </a:r>
          </a:p>
        </p:txBody>
      </p:sp>
      <p:sp>
        <p:nvSpPr>
          <p:cNvPr id="7" name="矩形 6"/>
          <p:cNvSpPr/>
          <p:nvPr/>
        </p:nvSpPr>
        <p:spPr>
          <a:xfrm>
            <a:off x="565553" y="504698"/>
            <a:ext cx="342231" cy="513347"/>
          </a:xfrm>
          <a:prstGeom prst="rect">
            <a:avLst/>
          </a:prstGeom>
          <a:solidFill>
            <a:srgbClr val="7DCD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39"/>
          </a:p>
        </p:txBody>
      </p:sp>
      <p:sp>
        <p:nvSpPr>
          <p:cNvPr id="8" name="矩形 7"/>
          <p:cNvSpPr/>
          <p:nvPr/>
        </p:nvSpPr>
        <p:spPr>
          <a:xfrm>
            <a:off x="931258" y="504698"/>
            <a:ext cx="21389" cy="513347"/>
          </a:xfrm>
          <a:prstGeom prst="rect">
            <a:avLst/>
          </a:prstGeom>
          <a:solidFill>
            <a:srgbClr val="7DCD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39"/>
          </a:p>
        </p:txBody>
      </p:sp>
      <p:sp>
        <p:nvSpPr>
          <p:cNvPr id="9" name="文本框 8"/>
          <p:cNvSpPr txBox="1"/>
          <p:nvPr/>
        </p:nvSpPr>
        <p:spPr>
          <a:xfrm>
            <a:off x="5087888" y="5957714"/>
            <a:ext cx="1680543" cy="348429"/>
          </a:xfrm>
          <a:prstGeom prst="rect">
            <a:avLst/>
          </a:prstGeom>
          <a:noFill/>
          <a:ln w="9525">
            <a:noFill/>
          </a:ln>
        </p:spPr>
        <p:txBody>
          <a:bodyPr wrap="square">
            <a:spAutoFit/>
          </a:bodyPr>
          <a:lstStyle/>
          <a:p>
            <a:r>
              <a:rPr sz="1664" dirty="0">
                <a:latin typeface="微软雅黑" panose="020B0503020204020204" charset="-122"/>
                <a:ea typeface="微软雅黑" panose="020B0503020204020204" charset="-122"/>
                <a:cs typeface="微软雅黑" panose="020B0503020204020204" charset="-122"/>
              </a:rPr>
              <a:t>图</a:t>
            </a:r>
            <a:r>
              <a:rPr lang="en-US" sz="1664" dirty="0">
                <a:latin typeface="微软雅黑" panose="020B0503020204020204" charset="-122"/>
                <a:ea typeface="微软雅黑" panose="020B0503020204020204" charset="-122"/>
                <a:cs typeface="微软雅黑" panose="020B0503020204020204" charset="-122"/>
              </a:rPr>
              <a:t>4</a:t>
            </a:r>
            <a:r>
              <a:rPr sz="1664" dirty="0">
                <a:latin typeface="微软雅黑" panose="020B0503020204020204" charset="-122"/>
                <a:ea typeface="微软雅黑" panose="020B0503020204020204" charset="-122"/>
                <a:cs typeface="微软雅黑" panose="020B0503020204020204" charset="-122"/>
              </a:rPr>
              <a:t>-</a:t>
            </a:r>
            <a:r>
              <a:rPr lang="en-US" sz="1664" dirty="0">
                <a:latin typeface="微软雅黑" panose="020B0503020204020204" charset="-122"/>
                <a:ea typeface="微软雅黑" panose="020B0503020204020204" charset="-122"/>
                <a:cs typeface="微软雅黑" panose="020B0503020204020204" charset="-122"/>
              </a:rPr>
              <a:t>1 </a:t>
            </a:r>
            <a:r>
              <a:rPr lang="zh-CN" altLang="en-US" sz="1664" dirty="0">
                <a:latin typeface="微软雅黑" panose="020B0503020204020204" charset="-122"/>
                <a:ea typeface="微软雅黑" panose="020B0503020204020204" charset="-122"/>
                <a:cs typeface="微软雅黑" panose="020B0503020204020204" charset="-122"/>
              </a:rPr>
              <a:t>部件组成</a:t>
            </a:r>
            <a:endParaRPr sz="1664" dirty="0">
              <a:latin typeface="微软雅黑" panose="020B0503020204020204" charset="-122"/>
              <a:ea typeface="微软雅黑" panose="020B0503020204020204" charset="-122"/>
              <a:cs typeface="微软雅黑" panose="020B0503020204020204" charset="-122"/>
            </a:endParaRPr>
          </a:p>
        </p:txBody>
      </p:sp>
      <p:pic>
        <p:nvPicPr>
          <p:cNvPr id="2" name="图片 1" descr="1">
            <a:extLst>
              <a:ext uri="{FF2B5EF4-FFF2-40B4-BE49-F238E27FC236}">
                <a16:creationId xmlns:a16="http://schemas.microsoft.com/office/drawing/2014/main" id="{8526C89C-69F0-A5EC-D74D-0C17EB671AA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15445" y="2234749"/>
            <a:ext cx="5274310" cy="2975610"/>
          </a:xfrm>
          <a:prstGeom prst="rect">
            <a:avLst/>
          </a:prstGeom>
          <a:noFill/>
          <a:ln>
            <a:noFill/>
          </a:ln>
        </p:spPr>
      </p:pic>
      <p:pic>
        <p:nvPicPr>
          <p:cNvPr id="12" name="图片 11" descr="1">
            <a:extLst>
              <a:ext uri="{FF2B5EF4-FFF2-40B4-BE49-F238E27FC236}">
                <a16:creationId xmlns:a16="http://schemas.microsoft.com/office/drawing/2014/main" id="{684C11B7-14D3-20FB-D16C-1F89F4869D5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989755" y="2234749"/>
            <a:ext cx="5274310" cy="2975610"/>
          </a:xfrm>
          <a:prstGeom prst="rect">
            <a:avLst/>
          </a:prstGeom>
          <a:noFill/>
          <a:ln>
            <a:noFill/>
          </a:ln>
        </p:spPr>
      </p:pic>
    </p:spTree>
    <p:extLst>
      <p:ext uri="{BB962C8B-B14F-4D97-AF65-F5344CB8AC3E}">
        <p14:creationId xmlns:p14="http://schemas.microsoft.com/office/powerpoint/2010/main" val="1139809548"/>
      </p:ext>
    </p:extLst>
  </p:cSld>
  <p:clrMapOvr>
    <a:masterClrMapping/>
  </p:clrMapOvr>
  <mc:AlternateContent xmlns:mc="http://schemas.openxmlformats.org/markup-compatibility/2006" xmlns:p159="http://schemas.microsoft.com/office/powerpoint/2015/09/main">
    <mc:Choice Requires="p159">
      <p:transition>
        <p159:morph option="byChar"/>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8" name="直接连接符 77"/>
          <p:cNvCxnSpPr/>
          <p:nvPr/>
        </p:nvCxnSpPr>
        <p:spPr>
          <a:xfrm>
            <a:off x="999054" y="1017576"/>
            <a:ext cx="7006203" cy="0"/>
          </a:xfrm>
          <a:prstGeom prst="line">
            <a:avLst/>
          </a:prstGeom>
          <a:ln w="12700" cmpd="sng">
            <a:solidFill>
              <a:srgbClr val="7DCDFF"/>
            </a:solidFill>
            <a:prstDash val="solid"/>
          </a:ln>
        </p:spPr>
        <p:style>
          <a:lnRef idx="1">
            <a:schemeClr val="accent1"/>
          </a:lnRef>
          <a:fillRef idx="0">
            <a:schemeClr val="accent1"/>
          </a:fillRef>
          <a:effectRef idx="0">
            <a:schemeClr val="accent1"/>
          </a:effectRef>
          <a:fontRef idx="minor">
            <a:schemeClr val="tx1"/>
          </a:fontRef>
        </p:style>
      </p:cxnSp>
      <p:sp>
        <p:nvSpPr>
          <p:cNvPr id="3" name="内容占位符 2"/>
          <p:cNvSpPr txBox="1"/>
          <p:nvPr/>
        </p:nvSpPr>
        <p:spPr>
          <a:xfrm>
            <a:off x="999055" y="438820"/>
            <a:ext cx="7292940" cy="399923"/>
          </a:xfrm>
          <a:prstGeom prst="rect">
            <a:avLst/>
          </a:prstGeom>
        </p:spPr>
        <p:txBody>
          <a:bodyPr/>
          <a:lstStyle>
            <a:lvl1pPr marL="0" marR="0" indent="0" algn="l" defTabSz="685800" rtl="0" eaLnBrk="1" fontAlgn="auto" latinLnBrk="0" hangingPunct="1">
              <a:lnSpc>
                <a:spcPct val="90000"/>
              </a:lnSpc>
              <a:spcBef>
                <a:spcPts val="750"/>
              </a:spcBef>
              <a:spcAft>
                <a:spcPts val="0"/>
              </a:spcAft>
              <a:buClrTx/>
              <a:buSzTx/>
              <a:buFontTx/>
              <a:buNone/>
              <a:defRPr lang="zh-CN" altLang="en-US" sz="1800" kern="1200" dirty="0" smtClean="0">
                <a:solidFill>
                  <a:schemeClr val="tx1"/>
                </a:solidFill>
                <a:latin typeface="+mj-ea"/>
                <a:ea typeface="+mj-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lang="zh-CN" altLang="en-US" sz="1800" kern="1200" dirty="0" smtClean="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lang="zh-CN" altLang="en-US" sz="1500" kern="1200" dirty="0" smtClean="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lang="zh-CN" altLang="en-US" sz="1350" kern="1200" dirty="0" smtClean="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lang="zh-CN" altLang="en-US" sz="1350" kern="1200" dirty="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altLang="zh-CN" sz="2852" b="1" dirty="0">
                <a:solidFill>
                  <a:schemeClr val="tx1">
                    <a:lumMod val="65000"/>
                    <a:lumOff val="35000"/>
                  </a:schemeClr>
                </a:solidFill>
                <a:latin typeface="微软雅黑" panose="020B0503020204020204" charset="-122"/>
                <a:ea typeface="微软雅黑" panose="020B0503020204020204" charset="-122"/>
              </a:rPr>
              <a:t>4-Go2</a:t>
            </a:r>
            <a:r>
              <a:rPr lang="zh-CN" altLang="en-US" sz="2852" b="1" dirty="0">
                <a:solidFill>
                  <a:schemeClr val="tx1">
                    <a:lumMod val="65000"/>
                    <a:lumOff val="35000"/>
                  </a:schemeClr>
                </a:solidFill>
                <a:latin typeface="微软雅黑" panose="020B0503020204020204" charset="-122"/>
                <a:ea typeface="微软雅黑" panose="020B0503020204020204" charset="-122"/>
              </a:rPr>
              <a:t>机器人部件组成	</a:t>
            </a:r>
          </a:p>
        </p:txBody>
      </p:sp>
      <p:sp>
        <p:nvSpPr>
          <p:cNvPr id="7" name="矩形 6"/>
          <p:cNvSpPr/>
          <p:nvPr/>
        </p:nvSpPr>
        <p:spPr>
          <a:xfrm>
            <a:off x="565553" y="504698"/>
            <a:ext cx="342231" cy="513347"/>
          </a:xfrm>
          <a:prstGeom prst="rect">
            <a:avLst/>
          </a:prstGeom>
          <a:solidFill>
            <a:srgbClr val="7DCD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39"/>
          </a:p>
        </p:txBody>
      </p:sp>
      <p:sp>
        <p:nvSpPr>
          <p:cNvPr id="8" name="矩形 7"/>
          <p:cNvSpPr/>
          <p:nvPr/>
        </p:nvSpPr>
        <p:spPr>
          <a:xfrm>
            <a:off x="931258" y="504698"/>
            <a:ext cx="21389" cy="513347"/>
          </a:xfrm>
          <a:prstGeom prst="rect">
            <a:avLst/>
          </a:prstGeom>
          <a:solidFill>
            <a:srgbClr val="7DCD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39"/>
          </a:p>
        </p:txBody>
      </p:sp>
      <p:sp>
        <p:nvSpPr>
          <p:cNvPr id="9" name="文本框 8"/>
          <p:cNvSpPr txBox="1"/>
          <p:nvPr/>
        </p:nvSpPr>
        <p:spPr>
          <a:xfrm>
            <a:off x="5087888" y="5957714"/>
            <a:ext cx="1680543" cy="348429"/>
          </a:xfrm>
          <a:prstGeom prst="rect">
            <a:avLst/>
          </a:prstGeom>
          <a:noFill/>
          <a:ln w="9525">
            <a:noFill/>
          </a:ln>
        </p:spPr>
        <p:txBody>
          <a:bodyPr wrap="square">
            <a:spAutoFit/>
          </a:bodyPr>
          <a:lstStyle/>
          <a:p>
            <a:r>
              <a:rPr sz="1664" dirty="0">
                <a:latin typeface="微软雅黑" panose="020B0503020204020204" charset="-122"/>
                <a:ea typeface="微软雅黑" panose="020B0503020204020204" charset="-122"/>
                <a:cs typeface="微软雅黑" panose="020B0503020204020204" charset="-122"/>
              </a:rPr>
              <a:t>图</a:t>
            </a:r>
            <a:r>
              <a:rPr lang="en-US" sz="1664" dirty="0">
                <a:latin typeface="微软雅黑" panose="020B0503020204020204" charset="-122"/>
                <a:ea typeface="微软雅黑" panose="020B0503020204020204" charset="-122"/>
                <a:cs typeface="微软雅黑" panose="020B0503020204020204" charset="-122"/>
              </a:rPr>
              <a:t>4</a:t>
            </a:r>
            <a:r>
              <a:rPr sz="1664" dirty="0">
                <a:latin typeface="微软雅黑" panose="020B0503020204020204" charset="-122"/>
                <a:ea typeface="微软雅黑" panose="020B0503020204020204" charset="-122"/>
                <a:cs typeface="微软雅黑" panose="020B0503020204020204" charset="-122"/>
              </a:rPr>
              <a:t>-</a:t>
            </a:r>
            <a:r>
              <a:rPr lang="en-US" sz="1664" dirty="0">
                <a:latin typeface="微软雅黑" panose="020B0503020204020204" charset="-122"/>
                <a:ea typeface="微软雅黑" panose="020B0503020204020204" charset="-122"/>
                <a:cs typeface="微软雅黑" panose="020B0503020204020204" charset="-122"/>
              </a:rPr>
              <a:t>2 </a:t>
            </a:r>
            <a:r>
              <a:rPr lang="zh-CN" altLang="en-US" sz="1664" dirty="0">
                <a:latin typeface="微软雅黑" panose="020B0503020204020204" charset="-122"/>
                <a:ea typeface="微软雅黑" panose="020B0503020204020204" charset="-122"/>
                <a:cs typeface="微软雅黑" panose="020B0503020204020204" charset="-122"/>
              </a:rPr>
              <a:t>电气接口</a:t>
            </a:r>
            <a:endParaRPr sz="1664" dirty="0">
              <a:latin typeface="微软雅黑" panose="020B0503020204020204" charset="-122"/>
              <a:ea typeface="微软雅黑" panose="020B0503020204020204" charset="-122"/>
              <a:cs typeface="微软雅黑" panose="020B0503020204020204" charset="-122"/>
            </a:endParaRPr>
          </a:p>
        </p:txBody>
      </p:sp>
      <p:pic>
        <p:nvPicPr>
          <p:cNvPr id="4" name="图片 3">
            <a:extLst>
              <a:ext uri="{FF2B5EF4-FFF2-40B4-BE49-F238E27FC236}">
                <a16:creationId xmlns:a16="http://schemas.microsoft.com/office/drawing/2014/main" id="{250564DD-CC06-1FAD-1BE5-D64FEF886E1E}"/>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153937" y="2564904"/>
            <a:ext cx="7884125" cy="2592288"/>
          </a:xfrm>
          <a:prstGeom prst="rect">
            <a:avLst/>
          </a:prstGeom>
          <a:noFill/>
          <a:ln>
            <a:noFill/>
          </a:ln>
        </p:spPr>
      </p:pic>
    </p:spTree>
    <p:extLst>
      <p:ext uri="{BB962C8B-B14F-4D97-AF65-F5344CB8AC3E}">
        <p14:creationId xmlns:p14="http://schemas.microsoft.com/office/powerpoint/2010/main" val="3312597351"/>
      </p:ext>
    </p:extLst>
  </p:cSld>
  <p:clrMapOvr>
    <a:masterClrMapping/>
  </p:clrMapOvr>
  <mc:AlternateContent xmlns:mc="http://schemas.openxmlformats.org/markup-compatibility/2006" xmlns:p159="http://schemas.microsoft.com/office/powerpoint/2015/09/main">
    <mc:Choice Requires="p159">
      <p:transition>
        <p159:morph option="byChar"/>
      </p:transition>
    </mc:Choice>
    <mc:Fallback xmlns="">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8" name="直接连接符 77"/>
          <p:cNvCxnSpPr/>
          <p:nvPr/>
        </p:nvCxnSpPr>
        <p:spPr>
          <a:xfrm>
            <a:off x="999054" y="1017576"/>
            <a:ext cx="7006203" cy="0"/>
          </a:xfrm>
          <a:prstGeom prst="line">
            <a:avLst/>
          </a:prstGeom>
          <a:ln w="12700" cmpd="sng">
            <a:solidFill>
              <a:srgbClr val="7DCDFF"/>
            </a:solidFill>
            <a:prstDash val="solid"/>
          </a:ln>
        </p:spPr>
        <p:style>
          <a:lnRef idx="1">
            <a:schemeClr val="accent1"/>
          </a:lnRef>
          <a:fillRef idx="0">
            <a:schemeClr val="accent1"/>
          </a:fillRef>
          <a:effectRef idx="0">
            <a:schemeClr val="accent1"/>
          </a:effectRef>
          <a:fontRef idx="minor">
            <a:schemeClr val="tx1"/>
          </a:fontRef>
        </p:style>
      </p:cxnSp>
      <p:sp>
        <p:nvSpPr>
          <p:cNvPr id="3" name="内容占位符 2"/>
          <p:cNvSpPr txBox="1"/>
          <p:nvPr/>
        </p:nvSpPr>
        <p:spPr>
          <a:xfrm>
            <a:off x="999055" y="438820"/>
            <a:ext cx="7292940" cy="399923"/>
          </a:xfrm>
          <a:prstGeom prst="rect">
            <a:avLst/>
          </a:prstGeom>
        </p:spPr>
        <p:txBody>
          <a:bodyPr/>
          <a:lstStyle>
            <a:lvl1pPr marL="0" marR="0" indent="0" algn="l" defTabSz="685800" rtl="0" eaLnBrk="1" fontAlgn="auto" latinLnBrk="0" hangingPunct="1">
              <a:lnSpc>
                <a:spcPct val="90000"/>
              </a:lnSpc>
              <a:spcBef>
                <a:spcPts val="750"/>
              </a:spcBef>
              <a:spcAft>
                <a:spcPts val="0"/>
              </a:spcAft>
              <a:buClrTx/>
              <a:buSzTx/>
              <a:buFontTx/>
              <a:buNone/>
              <a:defRPr lang="zh-CN" altLang="en-US" sz="1800" kern="1200" dirty="0" smtClean="0">
                <a:solidFill>
                  <a:schemeClr val="tx1"/>
                </a:solidFill>
                <a:latin typeface="+mj-ea"/>
                <a:ea typeface="+mj-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lang="zh-CN" altLang="en-US" sz="1800" kern="1200" dirty="0" smtClean="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lang="zh-CN" altLang="en-US" sz="1500" kern="1200" dirty="0" smtClean="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lang="zh-CN" altLang="en-US" sz="1350" kern="1200" dirty="0" smtClean="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lang="zh-CN" altLang="en-US" sz="1350" kern="1200" dirty="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altLang="zh-CN" sz="2852" b="1" dirty="0">
                <a:solidFill>
                  <a:schemeClr val="tx1">
                    <a:lumMod val="65000"/>
                    <a:lumOff val="35000"/>
                  </a:schemeClr>
                </a:solidFill>
                <a:latin typeface="微软雅黑" panose="020B0503020204020204" charset="-122"/>
                <a:ea typeface="微软雅黑" panose="020B0503020204020204" charset="-122"/>
              </a:rPr>
              <a:t>4-Go2</a:t>
            </a:r>
            <a:r>
              <a:rPr lang="zh-CN" altLang="en-US" sz="2852" b="1" dirty="0">
                <a:solidFill>
                  <a:schemeClr val="tx1">
                    <a:lumMod val="65000"/>
                    <a:lumOff val="35000"/>
                  </a:schemeClr>
                </a:solidFill>
                <a:latin typeface="微软雅黑" panose="020B0503020204020204" charset="-122"/>
                <a:ea typeface="微软雅黑" panose="020B0503020204020204" charset="-122"/>
              </a:rPr>
              <a:t>机器人部件组成	</a:t>
            </a:r>
          </a:p>
        </p:txBody>
      </p:sp>
      <p:sp>
        <p:nvSpPr>
          <p:cNvPr id="7" name="矩形 6"/>
          <p:cNvSpPr/>
          <p:nvPr/>
        </p:nvSpPr>
        <p:spPr>
          <a:xfrm>
            <a:off x="565553" y="504698"/>
            <a:ext cx="342231" cy="513347"/>
          </a:xfrm>
          <a:prstGeom prst="rect">
            <a:avLst/>
          </a:prstGeom>
          <a:solidFill>
            <a:srgbClr val="7DCD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39"/>
          </a:p>
        </p:txBody>
      </p:sp>
      <p:sp>
        <p:nvSpPr>
          <p:cNvPr id="8" name="矩形 7"/>
          <p:cNvSpPr/>
          <p:nvPr/>
        </p:nvSpPr>
        <p:spPr>
          <a:xfrm>
            <a:off x="931258" y="504698"/>
            <a:ext cx="21389" cy="513347"/>
          </a:xfrm>
          <a:prstGeom prst="rect">
            <a:avLst/>
          </a:prstGeom>
          <a:solidFill>
            <a:srgbClr val="7DCD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39"/>
          </a:p>
        </p:txBody>
      </p:sp>
      <p:pic>
        <p:nvPicPr>
          <p:cNvPr id="4" name="图片 3">
            <a:extLst>
              <a:ext uri="{FF2B5EF4-FFF2-40B4-BE49-F238E27FC236}">
                <a16:creationId xmlns:a16="http://schemas.microsoft.com/office/drawing/2014/main" id="{2A13A277-5987-018D-37BF-DCBD5E3C1542}"/>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087862" y="1957092"/>
            <a:ext cx="4962525" cy="3215640"/>
          </a:xfrm>
          <a:prstGeom prst="rect">
            <a:avLst/>
          </a:prstGeom>
          <a:noFill/>
          <a:ln>
            <a:noFill/>
          </a:ln>
        </p:spPr>
      </p:pic>
      <p:sp>
        <p:nvSpPr>
          <p:cNvPr id="5" name="文本框 4">
            <a:extLst>
              <a:ext uri="{FF2B5EF4-FFF2-40B4-BE49-F238E27FC236}">
                <a16:creationId xmlns:a16="http://schemas.microsoft.com/office/drawing/2014/main" id="{11B5B31A-C828-2D1D-F360-C14A8BD95249}"/>
              </a:ext>
            </a:extLst>
          </p:cNvPr>
          <p:cNvSpPr txBox="1"/>
          <p:nvPr/>
        </p:nvSpPr>
        <p:spPr>
          <a:xfrm>
            <a:off x="5087888" y="5957714"/>
            <a:ext cx="3024336" cy="348429"/>
          </a:xfrm>
          <a:prstGeom prst="rect">
            <a:avLst/>
          </a:prstGeom>
          <a:noFill/>
          <a:ln w="9525">
            <a:noFill/>
          </a:ln>
        </p:spPr>
        <p:txBody>
          <a:bodyPr wrap="square">
            <a:spAutoFit/>
          </a:bodyPr>
          <a:lstStyle/>
          <a:p>
            <a:r>
              <a:rPr lang="zh-CN" altLang="en-US" sz="1664" dirty="0">
                <a:latin typeface="微软雅黑" panose="020B0503020204020204" charset="-122"/>
                <a:ea typeface="微软雅黑" panose="020B0503020204020204" charset="-122"/>
                <a:cs typeface="微软雅黑" panose="020B0503020204020204" charset="-122"/>
              </a:rPr>
              <a:t>表</a:t>
            </a:r>
            <a:r>
              <a:rPr lang="en-US" altLang="zh-CN" sz="1664" dirty="0">
                <a:latin typeface="微软雅黑" panose="020B0503020204020204" charset="-122"/>
                <a:ea typeface="微软雅黑" panose="020B0503020204020204" charset="-122"/>
                <a:cs typeface="微软雅黑" panose="020B0503020204020204" charset="-122"/>
              </a:rPr>
              <a:t>4-1&amp;4-2 </a:t>
            </a:r>
            <a:r>
              <a:rPr lang="zh-CN" altLang="en-US" sz="1664" dirty="0">
                <a:latin typeface="微软雅黑" panose="020B0503020204020204" charset="-122"/>
                <a:ea typeface="微软雅黑" panose="020B0503020204020204" charset="-122"/>
                <a:cs typeface="微软雅黑" panose="020B0503020204020204" charset="-122"/>
              </a:rPr>
              <a:t>关节序号与限位表</a:t>
            </a:r>
            <a:endParaRPr sz="1664" dirty="0">
              <a:latin typeface="微软雅黑" panose="020B0503020204020204" charset="-122"/>
              <a:ea typeface="微软雅黑" panose="020B0503020204020204" charset="-122"/>
              <a:cs typeface="微软雅黑" panose="020B0503020204020204" charset="-122"/>
            </a:endParaRPr>
          </a:p>
        </p:txBody>
      </p:sp>
      <p:pic>
        <p:nvPicPr>
          <p:cNvPr id="10" name="图片 9">
            <a:extLst>
              <a:ext uri="{FF2B5EF4-FFF2-40B4-BE49-F238E27FC236}">
                <a16:creationId xmlns:a16="http://schemas.microsoft.com/office/drawing/2014/main" id="{AAD1A991-0ACF-5034-081F-ADA9393B329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5400" y="1328180"/>
            <a:ext cx="6180356" cy="2415749"/>
          </a:xfrm>
          <a:prstGeom prst="rect">
            <a:avLst/>
          </a:prstGeom>
        </p:spPr>
      </p:pic>
      <p:pic>
        <p:nvPicPr>
          <p:cNvPr id="13" name="图片 12">
            <a:extLst>
              <a:ext uri="{FF2B5EF4-FFF2-40B4-BE49-F238E27FC236}">
                <a16:creationId xmlns:a16="http://schemas.microsoft.com/office/drawing/2014/main" id="{54EA54BB-6755-57A7-7BE1-881B2E26EB1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98222" y="3977082"/>
            <a:ext cx="6241321" cy="1684166"/>
          </a:xfrm>
          <a:prstGeom prst="rect">
            <a:avLst/>
          </a:prstGeom>
        </p:spPr>
      </p:pic>
    </p:spTree>
    <p:extLst>
      <p:ext uri="{BB962C8B-B14F-4D97-AF65-F5344CB8AC3E}">
        <p14:creationId xmlns:p14="http://schemas.microsoft.com/office/powerpoint/2010/main" val="1745943916"/>
      </p:ext>
    </p:extLst>
  </p:cSld>
  <p:clrMapOvr>
    <a:masterClrMapping/>
  </p:clrMapOvr>
  <mc:AlternateContent xmlns:mc="http://schemas.openxmlformats.org/markup-compatibility/2006" xmlns:p159="http://schemas.microsoft.com/office/powerpoint/2015/09/main">
    <mc:Choice Requires="p159">
      <p:transition>
        <p159:morph option="byChar"/>
      </p:transition>
    </mc:Choice>
    <mc:Fallback xmlns="">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8" name="直接连接符 77"/>
          <p:cNvCxnSpPr/>
          <p:nvPr/>
        </p:nvCxnSpPr>
        <p:spPr>
          <a:xfrm>
            <a:off x="999054" y="1017576"/>
            <a:ext cx="7006203" cy="0"/>
          </a:xfrm>
          <a:prstGeom prst="line">
            <a:avLst/>
          </a:prstGeom>
          <a:ln w="12700" cmpd="sng">
            <a:solidFill>
              <a:srgbClr val="7DCDFF"/>
            </a:solidFill>
            <a:prstDash val="solid"/>
          </a:ln>
        </p:spPr>
        <p:style>
          <a:lnRef idx="1">
            <a:schemeClr val="accent1"/>
          </a:lnRef>
          <a:fillRef idx="0">
            <a:schemeClr val="accent1"/>
          </a:fillRef>
          <a:effectRef idx="0">
            <a:schemeClr val="accent1"/>
          </a:effectRef>
          <a:fontRef idx="minor">
            <a:schemeClr val="tx1"/>
          </a:fontRef>
        </p:style>
      </p:cxnSp>
      <p:sp>
        <p:nvSpPr>
          <p:cNvPr id="7" name="矩形 6"/>
          <p:cNvSpPr/>
          <p:nvPr/>
        </p:nvSpPr>
        <p:spPr>
          <a:xfrm>
            <a:off x="565553" y="504698"/>
            <a:ext cx="342231" cy="513347"/>
          </a:xfrm>
          <a:prstGeom prst="rect">
            <a:avLst/>
          </a:prstGeom>
          <a:solidFill>
            <a:srgbClr val="7DCD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39"/>
          </a:p>
        </p:txBody>
      </p:sp>
      <p:sp>
        <p:nvSpPr>
          <p:cNvPr id="8" name="矩形 7"/>
          <p:cNvSpPr/>
          <p:nvPr/>
        </p:nvSpPr>
        <p:spPr>
          <a:xfrm>
            <a:off x="931258" y="504698"/>
            <a:ext cx="21389" cy="513347"/>
          </a:xfrm>
          <a:prstGeom prst="rect">
            <a:avLst/>
          </a:prstGeom>
          <a:solidFill>
            <a:srgbClr val="7DCD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39"/>
          </a:p>
        </p:txBody>
      </p:sp>
      <p:sp>
        <p:nvSpPr>
          <p:cNvPr id="10" name="内容占位符 2">
            <a:extLst>
              <a:ext uri="{FF2B5EF4-FFF2-40B4-BE49-F238E27FC236}">
                <a16:creationId xmlns:a16="http://schemas.microsoft.com/office/drawing/2014/main" id="{9CB940FB-9009-8FB3-A9AE-A337FAC4C9F6}"/>
              </a:ext>
            </a:extLst>
          </p:cNvPr>
          <p:cNvSpPr txBox="1"/>
          <p:nvPr/>
        </p:nvSpPr>
        <p:spPr>
          <a:xfrm>
            <a:off x="999055" y="438820"/>
            <a:ext cx="7292940" cy="399923"/>
          </a:xfrm>
          <a:prstGeom prst="rect">
            <a:avLst/>
          </a:prstGeom>
        </p:spPr>
        <p:txBody>
          <a:bodyPr/>
          <a:lstStyle>
            <a:lvl1pPr marL="0" marR="0" indent="0" algn="l" defTabSz="685800" rtl="0" eaLnBrk="1" fontAlgn="auto" latinLnBrk="0" hangingPunct="1">
              <a:lnSpc>
                <a:spcPct val="90000"/>
              </a:lnSpc>
              <a:spcBef>
                <a:spcPts val="750"/>
              </a:spcBef>
              <a:spcAft>
                <a:spcPts val="0"/>
              </a:spcAft>
              <a:buClrTx/>
              <a:buSzTx/>
              <a:buFontTx/>
              <a:buNone/>
              <a:defRPr lang="zh-CN" altLang="en-US" sz="1800" kern="1200" dirty="0" smtClean="0">
                <a:solidFill>
                  <a:schemeClr val="tx1"/>
                </a:solidFill>
                <a:latin typeface="+mj-ea"/>
                <a:ea typeface="+mj-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lang="zh-CN" altLang="en-US" sz="1800" kern="1200" dirty="0" smtClean="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lang="zh-CN" altLang="en-US" sz="1500" kern="1200" dirty="0" smtClean="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lang="zh-CN" altLang="en-US" sz="1350" kern="1200" dirty="0" smtClean="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lang="zh-CN" altLang="en-US" sz="1350" kern="1200" dirty="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zh-CN" altLang="en-US" sz="2800" b="1" dirty="0">
                <a:solidFill>
                  <a:schemeClr val="tx1">
                    <a:lumMod val="65000"/>
                    <a:lumOff val="35000"/>
                  </a:schemeClr>
                </a:solidFill>
                <a:latin typeface="微软雅黑" panose="020B0503020204020204" charset="-122"/>
                <a:ea typeface="微软雅黑" panose="020B0503020204020204" charset="-122"/>
              </a:rPr>
              <a:t>	</a:t>
            </a:r>
          </a:p>
        </p:txBody>
      </p:sp>
      <p:pic>
        <p:nvPicPr>
          <p:cNvPr id="2" name="图片 1">
            <a:extLst>
              <a:ext uri="{FF2B5EF4-FFF2-40B4-BE49-F238E27FC236}">
                <a16:creationId xmlns:a16="http://schemas.microsoft.com/office/drawing/2014/main" id="{F085D0B2-9412-A7A2-B326-FC55068BA6C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359696" y="1301876"/>
            <a:ext cx="5274310" cy="4928235"/>
          </a:xfrm>
          <a:prstGeom prst="rect">
            <a:avLst/>
          </a:prstGeom>
          <a:noFill/>
          <a:ln>
            <a:noFill/>
          </a:ln>
        </p:spPr>
      </p:pic>
      <p:sp>
        <p:nvSpPr>
          <p:cNvPr id="4" name="文本框 3">
            <a:extLst>
              <a:ext uri="{FF2B5EF4-FFF2-40B4-BE49-F238E27FC236}">
                <a16:creationId xmlns:a16="http://schemas.microsoft.com/office/drawing/2014/main" id="{01FBA6EB-4057-DF06-AC5D-DEFB824E753A}"/>
              </a:ext>
            </a:extLst>
          </p:cNvPr>
          <p:cNvSpPr txBox="1"/>
          <p:nvPr/>
        </p:nvSpPr>
        <p:spPr>
          <a:xfrm>
            <a:off x="4871864" y="6344815"/>
            <a:ext cx="2232248" cy="348429"/>
          </a:xfrm>
          <a:prstGeom prst="rect">
            <a:avLst/>
          </a:prstGeom>
          <a:noFill/>
          <a:ln w="9525">
            <a:noFill/>
          </a:ln>
        </p:spPr>
        <p:txBody>
          <a:bodyPr wrap="square">
            <a:spAutoFit/>
          </a:bodyPr>
          <a:lstStyle/>
          <a:p>
            <a:r>
              <a:rPr sz="1664" dirty="0">
                <a:latin typeface="微软雅黑" panose="020B0503020204020204" charset="-122"/>
                <a:ea typeface="微软雅黑" panose="020B0503020204020204" charset="-122"/>
                <a:cs typeface="微软雅黑" panose="020B0503020204020204" charset="-122"/>
              </a:rPr>
              <a:t>图</a:t>
            </a:r>
            <a:r>
              <a:rPr lang="en-US" sz="1664" dirty="0">
                <a:latin typeface="微软雅黑" panose="020B0503020204020204" charset="-122"/>
                <a:ea typeface="微软雅黑" panose="020B0503020204020204" charset="-122"/>
                <a:cs typeface="微软雅黑" panose="020B0503020204020204" charset="-122"/>
              </a:rPr>
              <a:t>4</a:t>
            </a:r>
            <a:r>
              <a:rPr sz="1664" dirty="0">
                <a:latin typeface="微软雅黑" panose="020B0503020204020204" charset="-122"/>
                <a:ea typeface="微软雅黑" panose="020B0503020204020204" charset="-122"/>
                <a:cs typeface="微软雅黑" panose="020B0503020204020204" charset="-122"/>
              </a:rPr>
              <a:t>-</a:t>
            </a:r>
            <a:r>
              <a:rPr lang="en-US" sz="1664" dirty="0">
                <a:latin typeface="微软雅黑" panose="020B0503020204020204" charset="-122"/>
                <a:ea typeface="微软雅黑" panose="020B0503020204020204" charset="-122"/>
                <a:cs typeface="微软雅黑" panose="020B0503020204020204" charset="-122"/>
              </a:rPr>
              <a:t>3 GO2</a:t>
            </a:r>
            <a:r>
              <a:rPr lang="zh-CN" altLang="en-US" sz="1664" dirty="0">
                <a:latin typeface="微软雅黑" panose="020B0503020204020204" charset="-122"/>
                <a:ea typeface="微软雅黑" panose="020B0503020204020204" charset="-122"/>
                <a:cs typeface="微软雅黑" panose="020B0503020204020204" charset="-122"/>
              </a:rPr>
              <a:t>坐标系</a:t>
            </a:r>
            <a:endParaRPr sz="1664" dirty="0">
              <a:latin typeface="微软雅黑" panose="020B0503020204020204" charset="-122"/>
              <a:ea typeface="微软雅黑" panose="020B0503020204020204" charset="-122"/>
              <a:cs typeface="微软雅黑" panose="020B0503020204020204" charset="-122"/>
            </a:endParaRPr>
          </a:p>
        </p:txBody>
      </p:sp>
      <p:sp>
        <p:nvSpPr>
          <p:cNvPr id="3" name="内容占位符 2">
            <a:extLst>
              <a:ext uri="{FF2B5EF4-FFF2-40B4-BE49-F238E27FC236}">
                <a16:creationId xmlns:a16="http://schemas.microsoft.com/office/drawing/2014/main" id="{ECC1D823-1577-0A7D-5C96-85B432BC92DE}"/>
              </a:ext>
            </a:extLst>
          </p:cNvPr>
          <p:cNvSpPr txBox="1"/>
          <p:nvPr/>
        </p:nvSpPr>
        <p:spPr>
          <a:xfrm>
            <a:off x="1151455" y="591220"/>
            <a:ext cx="7292940" cy="399923"/>
          </a:xfrm>
          <a:prstGeom prst="rect">
            <a:avLst/>
          </a:prstGeom>
        </p:spPr>
        <p:txBody>
          <a:bodyPr/>
          <a:lstStyle>
            <a:lvl1pPr marL="0" marR="0" indent="0" algn="l" defTabSz="685800" rtl="0" eaLnBrk="1" fontAlgn="auto" latinLnBrk="0" hangingPunct="1">
              <a:lnSpc>
                <a:spcPct val="90000"/>
              </a:lnSpc>
              <a:spcBef>
                <a:spcPts val="750"/>
              </a:spcBef>
              <a:spcAft>
                <a:spcPts val="0"/>
              </a:spcAft>
              <a:buClrTx/>
              <a:buSzTx/>
              <a:buFontTx/>
              <a:buNone/>
              <a:defRPr lang="zh-CN" altLang="en-US" sz="1800" kern="1200" dirty="0" smtClean="0">
                <a:solidFill>
                  <a:schemeClr val="tx1"/>
                </a:solidFill>
                <a:latin typeface="+mj-ea"/>
                <a:ea typeface="+mj-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lang="zh-CN" altLang="en-US" sz="1800" kern="1200" dirty="0" smtClean="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lang="zh-CN" altLang="en-US" sz="1500" kern="1200" dirty="0" smtClean="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lang="zh-CN" altLang="en-US" sz="1350" kern="1200" dirty="0" smtClean="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lang="zh-CN" altLang="en-US" sz="1350" kern="1200" dirty="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altLang="zh-CN" sz="2852" b="1" dirty="0">
                <a:solidFill>
                  <a:schemeClr val="tx1">
                    <a:lumMod val="65000"/>
                    <a:lumOff val="35000"/>
                  </a:schemeClr>
                </a:solidFill>
                <a:latin typeface="微软雅黑" panose="020B0503020204020204" charset="-122"/>
                <a:ea typeface="微软雅黑" panose="020B0503020204020204" charset="-122"/>
              </a:rPr>
              <a:t>4-Go2</a:t>
            </a:r>
            <a:r>
              <a:rPr lang="zh-CN" altLang="en-US" sz="2852" b="1" dirty="0">
                <a:solidFill>
                  <a:schemeClr val="tx1">
                    <a:lumMod val="65000"/>
                    <a:lumOff val="35000"/>
                  </a:schemeClr>
                </a:solidFill>
                <a:latin typeface="微软雅黑" panose="020B0503020204020204" charset="-122"/>
                <a:ea typeface="微软雅黑" panose="020B0503020204020204" charset="-122"/>
              </a:rPr>
              <a:t>机器人部件组成	</a:t>
            </a:r>
          </a:p>
        </p:txBody>
      </p:sp>
    </p:spTree>
  </p:cSld>
  <p:clrMapOvr>
    <a:masterClrMapping/>
  </p:clrMapOvr>
  <mc:AlternateContent xmlns:mc="http://schemas.openxmlformats.org/markup-compatibility/2006" xmlns:p159="http://schemas.microsoft.com/office/powerpoint/2015/09/main">
    <mc:Choice Requires="p159">
      <p:transition>
        <p159:morph option="byChar"/>
      </p:transition>
    </mc:Choice>
    <mc:Fallback xmlns="">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548561" y="533896"/>
            <a:ext cx="2739097" cy="823752"/>
          </a:xfrm>
          <a:prstGeom prst="rect">
            <a:avLst/>
          </a:prstGeom>
          <a:noFill/>
        </p:spPr>
        <p:txBody>
          <a:bodyPr wrap="square" rtlCol="0">
            <a:spAutoFit/>
          </a:bodyPr>
          <a:lstStyle/>
          <a:p>
            <a:pPr defTabSz="1086582"/>
            <a:r>
              <a:rPr lang="zh-CN" altLang="en-US" sz="4753" b="1" dirty="0">
                <a:solidFill>
                  <a:prstClr val="black">
                    <a:lumMod val="65000"/>
                    <a:lumOff val="35000"/>
                  </a:prstClr>
                </a:solidFill>
                <a:latin typeface="微软雅黑" panose="020B0503020204020204" charset="-122"/>
                <a:ea typeface="微软雅黑" panose="020B0503020204020204" charset="-122"/>
              </a:rPr>
              <a:t>课堂作业</a:t>
            </a:r>
          </a:p>
        </p:txBody>
      </p:sp>
      <p:sp>
        <p:nvSpPr>
          <p:cNvPr id="83" name="Freeform 12"/>
          <p:cNvSpPr/>
          <p:nvPr/>
        </p:nvSpPr>
        <p:spPr bwMode="auto">
          <a:xfrm>
            <a:off x="3821047" y="1582562"/>
            <a:ext cx="628182" cy="630068"/>
          </a:xfrm>
          <a:custGeom>
            <a:avLst/>
            <a:gdLst>
              <a:gd name="T0" fmla="*/ 0 w 1446"/>
              <a:gd name="T1" fmla="*/ 0 h 1446"/>
              <a:gd name="T2" fmla="*/ 1446 w 1446"/>
              <a:gd name="T3" fmla="*/ 0 h 1446"/>
              <a:gd name="T4" fmla="*/ 1446 w 1446"/>
              <a:gd name="T5" fmla="*/ 458 h 1446"/>
              <a:gd name="T6" fmla="*/ 438 w 1446"/>
              <a:gd name="T7" fmla="*/ 458 h 1446"/>
              <a:gd name="T8" fmla="*/ 438 w 1446"/>
              <a:gd name="T9" fmla="*/ 1446 h 1446"/>
              <a:gd name="T10" fmla="*/ 0 w 1446"/>
              <a:gd name="T11" fmla="*/ 1446 h 1446"/>
              <a:gd name="T12" fmla="*/ 0 w 1446"/>
              <a:gd name="T13" fmla="*/ 0 h 1446"/>
            </a:gdLst>
            <a:ahLst/>
            <a:cxnLst>
              <a:cxn ang="0">
                <a:pos x="T0" y="T1"/>
              </a:cxn>
              <a:cxn ang="0">
                <a:pos x="T2" y="T3"/>
              </a:cxn>
              <a:cxn ang="0">
                <a:pos x="T4" y="T5"/>
              </a:cxn>
              <a:cxn ang="0">
                <a:pos x="T6" y="T7"/>
              </a:cxn>
              <a:cxn ang="0">
                <a:pos x="T8" y="T9"/>
              </a:cxn>
              <a:cxn ang="0">
                <a:pos x="T10" y="T11"/>
              </a:cxn>
              <a:cxn ang="0">
                <a:pos x="T12" y="T13"/>
              </a:cxn>
            </a:cxnLst>
            <a:rect l="0" t="0" r="r" b="b"/>
            <a:pathLst>
              <a:path w="1446" h="1446">
                <a:moveTo>
                  <a:pt x="0" y="0"/>
                </a:moveTo>
                <a:lnTo>
                  <a:pt x="1446" y="0"/>
                </a:lnTo>
                <a:lnTo>
                  <a:pt x="1446" y="458"/>
                </a:lnTo>
                <a:lnTo>
                  <a:pt x="438" y="458"/>
                </a:lnTo>
                <a:lnTo>
                  <a:pt x="438" y="1446"/>
                </a:lnTo>
                <a:lnTo>
                  <a:pt x="0" y="1446"/>
                </a:lnTo>
                <a:lnTo>
                  <a:pt x="0" y="0"/>
                </a:lnTo>
                <a:close/>
              </a:path>
            </a:pathLst>
          </a:custGeom>
          <a:solidFill>
            <a:srgbClr val="7DCDFF"/>
          </a:solidFill>
          <a:ln>
            <a:noFill/>
          </a:ln>
        </p:spPr>
        <p:txBody>
          <a:bodyPr/>
          <a:lstStyle/>
          <a:p>
            <a:pPr defTabSz="1086582"/>
            <a:endParaRPr lang="zh-CN" altLang="en-US" sz="2139">
              <a:solidFill>
                <a:prstClr val="black">
                  <a:lumMod val="50000"/>
                  <a:lumOff val="50000"/>
                </a:prstClr>
              </a:solidFill>
              <a:latin typeface="Calibri"/>
              <a:ea typeface="宋体" panose="02010600030101010101" pitchFamily="2" charset="-122"/>
            </a:endParaRPr>
          </a:p>
        </p:txBody>
      </p:sp>
      <p:sp>
        <p:nvSpPr>
          <p:cNvPr id="84" name="Freeform 12"/>
          <p:cNvSpPr/>
          <p:nvPr/>
        </p:nvSpPr>
        <p:spPr bwMode="auto">
          <a:xfrm flipH="1" flipV="1">
            <a:off x="11203951" y="5448567"/>
            <a:ext cx="628182" cy="630068"/>
          </a:xfrm>
          <a:custGeom>
            <a:avLst/>
            <a:gdLst>
              <a:gd name="T0" fmla="*/ 0 w 1446"/>
              <a:gd name="T1" fmla="*/ 0 h 1446"/>
              <a:gd name="T2" fmla="*/ 1446 w 1446"/>
              <a:gd name="T3" fmla="*/ 0 h 1446"/>
              <a:gd name="T4" fmla="*/ 1446 w 1446"/>
              <a:gd name="T5" fmla="*/ 458 h 1446"/>
              <a:gd name="T6" fmla="*/ 438 w 1446"/>
              <a:gd name="T7" fmla="*/ 458 h 1446"/>
              <a:gd name="T8" fmla="*/ 438 w 1446"/>
              <a:gd name="T9" fmla="*/ 1446 h 1446"/>
              <a:gd name="T10" fmla="*/ 0 w 1446"/>
              <a:gd name="T11" fmla="*/ 1446 h 1446"/>
              <a:gd name="T12" fmla="*/ 0 w 1446"/>
              <a:gd name="T13" fmla="*/ 0 h 1446"/>
            </a:gdLst>
            <a:ahLst/>
            <a:cxnLst>
              <a:cxn ang="0">
                <a:pos x="T0" y="T1"/>
              </a:cxn>
              <a:cxn ang="0">
                <a:pos x="T2" y="T3"/>
              </a:cxn>
              <a:cxn ang="0">
                <a:pos x="T4" y="T5"/>
              </a:cxn>
              <a:cxn ang="0">
                <a:pos x="T6" y="T7"/>
              </a:cxn>
              <a:cxn ang="0">
                <a:pos x="T8" y="T9"/>
              </a:cxn>
              <a:cxn ang="0">
                <a:pos x="T10" y="T11"/>
              </a:cxn>
              <a:cxn ang="0">
                <a:pos x="T12" y="T13"/>
              </a:cxn>
            </a:cxnLst>
            <a:rect l="0" t="0" r="r" b="b"/>
            <a:pathLst>
              <a:path w="1446" h="1446">
                <a:moveTo>
                  <a:pt x="0" y="0"/>
                </a:moveTo>
                <a:lnTo>
                  <a:pt x="1446" y="0"/>
                </a:lnTo>
                <a:lnTo>
                  <a:pt x="1446" y="458"/>
                </a:lnTo>
                <a:lnTo>
                  <a:pt x="438" y="458"/>
                </a:lnTo>
                <a:lnTo>
                  <a:pt x="438" y="1446"/>
                </a:lnTo>
                <a:lnTo>
                  <a:pt x="0" y="1446"/>
                </a:lnTo>
                <a:lnTo>
                  <a:pt x="0" y="0"/>
                </a:lnTo>
                <a:close/>
              </a:path>
            </a:pathLst>
          </a:custGeom>
          <a:solidFill>
            <a:srgbClr val="7DCDFF"/>
          </a:solidFill>
          <a:ln>
            <a:noFill/>
          </a:ln>
        </p:spPr>
        <p:txBody>
          <a:bodyPr/>
          <a:lstStyle/>
          <a:p>
            <a:pPr defTabSz="1086582"/>
            <a:endParaRPr lang="zh-CN" altLang="en-US" sz="2139">
              <a:solidFill>
                <a:prstClr val="black">
                  <a:lumMod val="50000"/>
                  <a:lumOff val="50000"/>
                </a:prstClr>
              </a:solidFill>
              <a:latin typeface="Calibri"/>
              <a:ea typeface="宋体" panose="02010600030101010101" pitchFamily="2" charset="-122"/>
            </a:endParaRPr>
          </a:p>
        </p:txBody>
      </p:sp>
      <p:sp>
        <p:nvSpPr>
          <p:cNvPr id="80" name="TextBox 79"/>
          <p:cNvSpPr txBox="1"/>
          <p:nvPr/>
        </p:nvSpPr>
        <p:spPr>
          <a:xfrm>
            <a:off x="4092045" y="1831005"/>
            <a:ext cx="6949610" cy="2812821"/>
          </a:xfrm>
          <a:prstGeom prst="rect">
            <a:avLst/>
          </a:prstGeom>
          <a:noFill/>
        </p:spPr>
        <p:txBody>
          <a:bodyPr wrap="square" rtlCol="0">
            <a:spAutoFit/>
          </a:bodyPr>
          <a:lstStyle/>
          <a:p>
            <a:pPr defTabSz="1086582">
              <a:lnSpc>
                <a:spcPct val="160000"/>
              </a:lnSpc>
            </a:pPr>
            <a:r>
              <a:rPr sz="2852" dirty="0">
                <a:solidFill>
                  <a:prstClr val="black">
                    <a:lumMod val="50000"/>
                    <a:lumOff val="50000"/>
                  </a:prstClr>
                </a:solidFill>
                <a:latin typeface="微软雅黑" panose="020B0503020204020204" charset="-122"/>
                <a:ea typeface="微软雅黑" panose="020B0503020204020204" charset="-122"/>
              </a:rPr>
              <a:t>1. </a:t>
            </a:r>
            <a:r>
              <a:rPr lang="en-US" sz="2852" dirty="0">
                <a:solidFill>
                  <a:prstClr val="black">
                    <a:lumMod val="50000"/>
                    <a:lumOff val="50000"/>
                  </a:prstClr>
                </a:solidFill>
                <a:latin typeface="微软雅黑" panose="020B0503020204020204" charset="-122"/>
                <a:ea typeface="微软雅黑" panose="020B0503020204020204" charset="-122"/>
              </a:rPr>
              <a:t>Go2</a:t>
            </a:r>
            <a:r>
              <a:rPr lang="zh-CN" altLang="en-US" sz="2852" dirty="0">
                <a:solidFill>
                  <a:prstClr val="black">
                    <a:lumMod val="50000"/>
                    <a:lumOff val="50000"/>
                  </a:prstClr>
                </a:solidFill>
                <a:latin typeface="微软雅黑" panose="020B0503020204020204" charset="-122"/>
                <a:ea typeface="微软雅黑" panose="020B0503020204020204" charset="-122"/>
              </a:rPr>
              <a:t>机器人的硬件架构由哪几个主要部分构成？请描述它们的主要功能和实现。</a:t>
            </a:r>
            <a:endParaRPr sz="2852" dirty="0">
              <a:solidFill>
                <a:prstClr val="black">
                  <a:lumMod val="50000"/>
                  <a:lumOff val="50000"/>
                </a:prstClr>
              </a:solidFill>
              <a:latin typeface="微软雅黑" panose="020B0503020204020204" charset="-122"/>
              <a:ea typeface="微软雅黑" panose="020B0503020204020204" charset="-122"/>
            </a:endParaRPr>
          </a:p>
          <a:p>
            <a:pPr defTabSz="1086582">
              <a:lnSpc>
                <a:spcPct val="160000"/>
              </a:lnSpc>
            </a:pPr>
            <a:r>
              <a:rPr sz="2852" dirty="0">
                <a:solidFill>
                  <a:prstClr val="black">
                    <a:lumMod val="50000"/>
                    <a:lumOff val="50000"/>
                  </a:prstClr>
                </a:solidFill>
                <a:latin typeface="微软雅黑" panose="020B0503020204020204" charset="-122"/>
                <a:ea typeface="微软雅黑" panose="020B0503020204020204" charset="-122"/>
              </a:rPr>
              <a:t>2.</a:t>
            </a:r>
            <a:r>
              <a:rPr lang="en-US" sz="2852" dirty="0">
                <a:solidFill>
                  <a:prstClr val="black">
                    <a:lumMod val="50000"/>
                    <a:lumOff val="50000"/>
                  </a:prstClr>
                </a:solidFill>
                <a:latin typeface="微软雅黑" panose="020B0503020204020204" charset="-122"/>
                <a:ea typeface="微软雅黑" panose="020B0503020204020204" charset="-122"/>
              </a:rPr>
              <a:t> Go2</a:t>
            </a:r>
            <a:r>
              <a:rPr lang="zh-CN" altLang="en-US" sz="2852" dirty="0">
                <a:solidFill>
                  <a:prstClr val="black">
                    <a:lumMod val="50000"/>
                    <a:lumOff val="50000"/>
                  </a:prstClr>
                </a:solidFill>
                <a:latin typeface="微软雅黑" panose="020B0503020204020204" charset="-122"/>
                <a:ea typeface="微软雅黑" panose="020B0503020204020204" charset="-122"/>
              </a:rPr>
              <a:t>机器人的软件架构由哪几个主要部分组成</a:t>
            </a:r>
            <a:r>
              <a:rPr sz="2852" dirty="0">
                <a:solidFill>
                  <a:prstClr val="black">
                    <a:lumMod val="50000"/>
                    <a:lumOff val="50000"/>
                  </a:prstClr>
                </a:solidFill>
                <a:latin typeface="微软雅黑" panose="020B0503020204020204" charset="-122"/>
                <a:ea typeface="微软雅黑" panose="020B0503020204020204" charset="-122"/>
              </a:rPr>
              <a:t>？</a:t>
            </a:r>
            <a:r>
              <a:rPr lang="zh-CN" altLang="en-US" sz="2852" dirty="0">
                <a:solidFill>
                  <a:prstClr val="black">
                    <a:lumMod val="50000"/>
                    <a:lumOff val="50000"/>
                  </a:prstClr>
                </a:solidFill>
                <a:latin typeface="微软雅黑" panose="020B0503020204020204" charset="-122"/>
                <a:ea typeface="微软雅黑" panose="020B0503020204020204" charset="-122"/>
              </a:rPr>
              <a:t>请描述它们的主要功能和实现。</a:t>
            </a:r>
            <a:endParaRPr sz="2852" dirty="0">
              <a:solidFill>
                <a:prstClr val="black">
                  <a:lumMod val="50000"/>
                  <a:lumOff val="50000"/>
                </a:prstClr>
              </a:solidFill>
              <a:latin typeface="微软雅黑" panose="020B0503020204020204" charset="-122"/>
              <a:ea typeface="微软雅黑" panose="020B0503020204020204" charset="-122"/>
            </a:endParaRPr>
          </a:p>
        </p:txBody>
      </p:sp>
      <p:sp>
        <p:nvSpPr>
          <p:cNvPr id="32" name="椭圆 31"/>
          <p:cNvSpPr/>
          <p:nvPr/>
        </p:nvSpPr>
        <p:spPr>
          <a:xfrm>
            <a:off x="934776" y="1582498"/>
            <a:ext cx="2909288" cy="2909288"/>
          </a:xfrm>
          <a:prstGeom prst="ellipse">
            <a:avLst/>
          </a:prstGeom>
          <a:solidFill>
            <a:srgbClr val="7DCD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86582"/>
            <a:endParaRPr lang="zh-CN" altLang="en-US" sz="2139">
              <a:solidFill>
                <a:prstClr val="white"/>
              </a:solidFill>
              <a:latin typeface="Calibri"/>
              <a:ea typeface="宋体" panose="02010600030101010101" pitchFamily="2" charset="-122"/>
            </a:endParaRPr>
          </a:p>
        </p:txBody>
      </p:sp>
      <p:sp>
        <p:nvSpPr>
          <p:cNvPr id="66" name="标题 4"/>
          <p:cNvSpPr txBox="1"/>
          <p:nvPr/>
        </p:nvSpPr>
        <p:spPr>
          <a:xfrm>
            <a:off x="997638" y="3731330"/>
            <a:ext cx="2823721" cy="562642"/>
          </a:xfrm>
          <a:prstGeom prst="rect">
            <a:avLst/>
          </a:prstGeom>
        </p:spPr>
        <p:txBody>
          <a:bodyPr vert="horz" lIns="108658" tIns="54329" rIns="108658" bIns="54329"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defTabSz="1086582"/>
            <a:endParaRPr lang="en-US" altLang="zh-CN" sz="2852" b="1" dirty="0">
              <a:solidFill>
                <a:prstClr val="white"/>
              </a:solidFill>
              <a:latin typeface="微软雅黑" panose="020B0503020204020204" charset="-122"/>
              <a:ea typeface="微软雅黑" panose="020B0503020204020204" charset="-122"/>
            </a:endParaRPr>
          </a:p>
        </p:txBody>
      </p:sp>
      <p:sp>
        <p:nvSpPr>
          <p:cNvPr id="67" name="椭圆 66"/>
          <p:cNvSpPr/>
          <p:nvPr/>
        </p:nvSpPr>
        <p:spPr>
          <a:xfrm>
            <a:off x="1078444" y="1706547"/>
            <a:ext cx="2662702" cy="2662702"/>
          </a:xfrm>
          <a:prstGeom prst="ellipse">
            <a:avLst/>
          </a:prstGeom>
          <a:noFill/>
          <a:ln w="3175">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86582"/>
            <a:endParaRPr lang="zh-CN" altLang="en-US" sz="2139">
              <a:solidFill>
                <a:prstClr val="white"/>
              </a:solidFill>
              <a:latin typeface="Calibri"/>
              <a:ea typeface="宋体" panose="02010600030101010101" pitchFamily="2" charset="-122"/>
            </a:endParaRPr>
          </a:p>
        </p:txBody>
      </p:sp>
      <p:sp>
        <p:nvSpPr>
          <p:cNvPr id="74" name="KSO_Shape"/>
          <p:cNvSpPr/>
          <p:nvPr/>
        </p:nvSpPr>
        <p:spPr bwMode="auto">
          <a:xfrm>
            <a:off x="1529471" y="2411750"/>
            <a:ext cx="1760513" cy="1499365"/>
          </a:xfrm>
          <a:custGeom>
            <a:avLst/>
            <a:gdLst>
              <a:gd name="T0" fmla="*/ 432030 w 2125663"/>
              <a:gd name="T1" fmla="*/ 1344893 h 1811338"/>
              <a:gd name="T2" fmla="*/ 462740 w 2125663"/>
              <a:gd name="T3" fmla="*/ 1477960 h 1811338"/>
              <a:gd name="T4" fmla="*/ 513638 w 2125663"/>
              <a:gd name="T5" fmla="*/ 1557743 h 1811338"/>
              <a:gd name="T6" fmla="*/ 516481 w 2125663"/>
              <a:gd name="T7" fmla="*/ 1336346 h 1811338"/>
              <a:gd name="T8" fmla="*/ 503401 w 2125663"/>
              <a:gd name="T9" fmla="*/ 1310416 h 1811338"/>
              <a:gd name="T10" fmla="*/ 515913 w 2125663"/>
              <a:gd name="T11" fmla="*/ 1250009 h 1811338"/>
              <a:gd name="T12" fmla="*/ 618846 w 2125663"/>
              <a:gd name="T13" fmla="*/ 1242885 h 1811338"/>
              <a:gd name="T14" fmla="*/ 643583 w 2125663"/>
              <a:gd name="T15" fmla="*/ 1263116 h 1811338"/>
              <a:gd name="T16" fmla="*/ 642446 w 2125663"/>
              <a:gd name="T17" fmla="*/ 1324948 h 1811338"/>
              <a:gd name="T18" fmla="*/ 619414 w 2125663"/>
              <a:gd name="T19" fmla="*/ 1342899 h 1811338"/>
              <a:gd name="T20" fmla="*/ 664057 w 2125663"/>
              <a:gd name="T21" fmla="*/ 1524691 h 1811338"/>
              <a:gd name="T22" fmla="*/ 704434 w 2125663"/>
              <a:gd name="T23" fmla="*/ 1417553 h 1811338"/>
              <a:gd name="T24" fmla="*/ 725191 w 2125663"/>
              <a:gd name="T25" fmla="*/ 1259697 h 1811338"/>
              <a:gd name="T26" fmla="*/ 857412 w 2125663"/>
              <a:gd name="T27" fmla="*/ 1192451 h 1811338"/>
              <a:gd name="T28" fmla="*/ 923096 w 2125663"/>
              <a:gd name="T29" fmla="*/ 1212682 h 1811338"/>
              <a:gd name="T30" fmla="*/ 970013 w 2125663"/>
              <a:gd name="T31" fmla="*/ 1259697 h 1811338"/>
              <a:gd name="T32" fmla="*/ 990201 w 2125663"/>
              <a:gd name="T33" fmla="*/ 1325233 h 1811338"/>
              <a:gd name="T34" fmla="*/ 980818 w 2125663"/>
              <a:gd name="T35" fmla="*/ 1537228 h 1811338"/>
              <a:gd name="T36" fmla="*/ 935891 w 2125663"/>
              <a:gd name="T37" fmla="*/ 1570566 h 1811338"/>
              <a:gd name="T38" fmla="*/ 798837 w 2125663"/>
              <a:gd name="T39" fmla="*/ 1607608 h 1811338"/>
              <a:gd name="T40" fmla="*/ 617424 w 2125663"/>
              <a:gd name="T41" fmla="*/ 1622140 h 1811338"/>
              <a:gd name="T42" fmla="*/ 428049 w 2125663"/>
              <a:gd name="T43" fmla="*/ 1615872 h 1811338"/>
              <a:gd name="T44" fmla="*/ 264551 w 2125663"/>
              <a:gd name="T45" fmla="*/ 1588232 h 1811338"/>
              <a:gd name="T46" fmla="*/ 180669 w 2125663"/>
              <a:gd name="T47" fmla="*/ 1549481 h 1811338"/>
              <a:gd name="T48" fmla="*/ 159912 w 2125663"/>
              <a:gd name="T49" fmla="*/ 1517283 h 1811338"/>
              <a:gd name="T50" fmla="*/ 167873 w 2125663"/>
              <a:gd name="T51" fmla="*/ 1284201 h 1811338"/>
              <a:gd name="T52" fmla="*/ 205123 w 2125663"/>
              <a:gd name="T53" fmla="*/ 1228638 h 1811338"/>
              <a:gd name="T54" fmla="*/ 264266 w 2125663"/>
              <a:gd name="T55" fmla="*/ 1196440 h 1811338"/>
              <a:gd name="T56" fmla="*/ 421225 w 2125663"/>
              <a:gd name="T57" fmla="*/ 1183048 h 1811338"/>
              <a:gd name="T58" fmla="*/ 433514 w 2125663"/>
              <a:gd name="T59" fmla="*/ 761303 h 1811338"/>
              <a:gd name="T60" fmla="*/ 391450 w 2125663"/>
              <a:gd name="T61" fmla="*/ 813630 h 1811338"/>
              <a:gd name="T62" fmla="*/ 379229 w 2125663"/>
              <a:gd name="T63" fmla="*/ 902075 h 1811338"/>
              <a:gd name="T64" fmla="*/ 414756 w 2125663"/>
              <a:gd name="T65" fmla="*/ 1016114 h 1811338"/>
              <a:gd name="T66" fmla="*/ 487516 w 2125663"/>
              <a:gd name="T67" fmla="*/ 1099439 h 1811338"/>
              <a:gd name="T68" fmla="*/ 567666 w 2125663"/>
              <a:gd name="T69" fmla="*/ 1135272 h 1811338"/>
              <a:gd name="T70" fmla="*/ 645542 w 2125663"/>
              <a:gd name="T71" fmla="*/ 1111099 h 1811338"/>
              <a:gd name="T72" fmla="*/ 722282 w 2125663"/>
              <a:gd name="T73" fmla="*/ 1035452 h 1811338"/>
              <a:gd name="T74" fmla="*/ 767757 w 2125663"/>
              <a:gd name="T75" fmla="*/ 926248 h 1811338"/>
              <a:gd name="T76" fmla="*/ 666290 w 2125663"/>
              <a:gd name="T77" fmla="*/ 863967 h 1811338"/>
              <a:gd name="T78" fmla="*/ 546918 w 2125663"/>
              <a:gd name="T79" fmla="*/ 832116 h 1811338"/>
              <a:gd name="T80" fmla="*/ 484389 w 2125663"/>
              <a:gd name="T81" fmla="*/ 790595 h 1811338"/>
              <a:gd name="T82" fmla="*/ 452273 w 2125663"/>
              <a:gd name="T83" fmla="*/ 760734 h 1811338"/>
              <a:gd name="T84" fmla="*/ 568234 w 2125663"/>
              <a:gd name="T85" fmla="*/ 587258 h 1811338"/>
              <a:gd name="T86" fmla="*/ 631616 w 2125663"/>
              <a:gd name="T87" fmla="*/ 594937 h 1811338"/>
              <a:gd name="T88" fmla="*/ 705513 w 2125663"/>
              <a:gd name="T89" fmla="*/ 631054 h 1811338"/>
              <a:gd name="T90" fmla="*/ 790210 w 2125663"/>
              <a:gd name="T91" fmla="*/ 732864 h 1811338"/>
              <a:gd name="T92" fmla="*/ 826306 w 2125663"/>
              <a:gd name="T93" fmla="*/ 873920 h 1811338"/>
              <a:gd name="T94" fmla="*/ 818064 w 2125663"/>
              <a:gd name="T95" fmla="*/ 959237 h 1811338"/>
              <a:gd name="T96" fmla="*/ 780831 w 2125663"/>
              <a:gd name="T97" fmla="*/ 1048534 h 1811338"/>
              <a:gd name="T98" fmla="*/ 687607 w 2125663"/>
              <a:gd name="T99" fmla="*/ 1148922 h 1811338"/>
              <a:gd name="T100" fmla="*/ 588983 w 2125663"/>
              <a:gd name="T101" fmla="*/ 1190727 h 1811338"/>
              <a:gd name="T102" fmla="*/ 525033 w 2125663"/>
              <a:gd name="T103" fmla="*/ 1182480 h 1811338"/>
              <a:gd name="T104" fmla="*/ 421293 w 2125663"/>
              <a:gd name="T105" fmla="*/ 1115081 h 1811338"/>
              <a:gd name="T106" fmla="*/ 345406 w 2125663"/>
              <a:gd name="T107" fmla="*/ 1002463 h 1811338"/>
              <a:gd name="T108" fmla="*/ 325511 w 2125663"/>
              <a:gd name="T109" fmla="*/ 929092 h 1811338"/>
              <a:gd name="T110" fmla="*/ 330627 w 2125663"/>
              <a:gd name="T111" fmla="*/ 813915 h 1811338"/>
              <a:gd name="T112" fmla="*/ 388324 w 2125663"/>
              <a:gd name="T113" fmla="*/ 686510 h 1811338"/>
              <a:gd name="T114" fmla="*/ 482400 w 2125663"/>
              <a:gd name="T115" fmla="*/ 608303 h 1811338"/>
              <a:gd name="T116" fmla="*/ 542939 w 2125663"/>
              <a:gd name="T117" fmla="*/ 589534 h 1811338"/>
              <a:gd name="T118" fmla="*/ 0 w 2125663"/>
              <a:gd name="T119" fmla="*/ 0 h 1811338"/>
              <a:gd name="T120" fmla="*/ 174993 w 2125663"/>
              <a:gd name="T121" fmla="*/ 1118883 h 1811338"/>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2125663" h="1811338">
                <a:moveTo>
                  <a:pt x="470017" y="1320800"/>
                </a:moveTo>
                <a:lnTo>
                  <a:pt x="470335" y="1343069"/>
                </a:lnTo>
                <a:lnTo>
                  <a:pt x="471286" y="1364382"/>
                </a:lnTo>
                <a:lnTo>
                  <a:pt x="472238" y="1385696"/>
                </a:lnTo>
                <a:lnTo>
                  <a:pt x="473190" y="1406374"/>
                </a:lnTo>
                <a:lnTo>
                  <a:pt x="474459" y="1426415"/>
                </a:lnTo>
                <a:lnTo>
                  <a:pt x="476363" y="1446139"/>
                </a:lnTo>
                <a:lnTo>
                  <a:pt x="478267" y="1464908"/>
                </a:lnTo>
                <a:lnTo>
                  <a:pt x="480170" y="1483677"/>
                </a:lnTo>
                <a:lnTo>
                  <a:pt x="482074" y="1501491"/>
                </a:lnTo>
                <a:lnTo>
                  <a:pt x="484612" y="1518988"/>
                </a:lnTo>
                <a:lnTo>
                  <a:pt x="487468" y="1535530"/>
                </a:lnTo>
                <a:lnTo>
                  <a:pt x="490323" y="1552072"/>
                </a:lnTo>
                <a:lnTo>
                  <a:pt x="493179" y="1567660"/>
                </a:lnTo>
                <a:lnTo>
                  <a:pt x="496352" y="1582611"/>
                </a:lnTo>
                <a:lnTo>
                  <a:pt x="500159" y="1597563"/>
                </a:lnTo>
                <a:lnTo>
                  <a:pt x="503649" y="1611560"/>
                </a:lnTo>
                <a:lnTo>
                  <a:pt x="507774" y="1624921"/>
                </a:lnTo>
                <a:lnTo>
                  <a:pt x="511899" y="1637646"/>
                </a:lnTo>
                <a:lnTo>
                  <a:pt x="516341" y="1650052"/>
                </a:lnTo>
                <a:lnTo>
                  <a:pt x="520783" y="1661505"/>
                </a:lnTo>
                <a:lnTo>
                  <a:pt x="525859" y="1672639"/>
                </a:lnTo>
                <a:lnTo>
                  <a:pt x="530936" y="1683137"/>
                </a:lnTo>
                <a:lnTo>
                  <a:pt x="536329" y="1692998"/>
                </a:lnTo>
                <a:lnTo>
                  <a:pt x="541723" y="1702224"/>
                </a:lnTo>
                <a:lnTo>
                  <a:pt x="547752" y="1710813"/>
                </a:lnTo>
                <a:lnTo>
                  <a:pt x="553463" y="1718766"/>
                </a:lnTo>
                <a:lnTo>
                  <a:pt x="559808" y="1726083"/>
                </a:lnTo>
                <a:lnTo>
                  <a:pt x="566154" y="1732763"/>
                </a:lnTo>
                <a:lnTo>
                  <a:pt x="573134" y="1739125"/>
                </a:lnTo>
                <a:lnTo>
                  <a:pt x="580114" y="1744215"/>
                </a:lnTo>
                <a:lnTo>
                  <a:pt x="587412" y="1749305"/>
                </a:lnTo>
                <a:lnTo>
                  <a:pt x="594709" y="1753123"/>
                </a:lnTo>
                <a:lnTo>
                  <a:pt x="594709" y="1499901"/>
                </a:lnTo>
                <a:lnTo>
                  <a:pt x="591537" y="1499264"/>
                </a:lnTo>
                <a:lnTo>
                  <a:pt x="588047" y="1498310"/>
                </a:lnTo>
                <a:lnTo>
                  <a:pt x="584874" y="1497038"/>
                </a:lnTo>
                <a:lnTo>
                  <a:pt x="582018" y="1495765"/>
                </a:lnTo>
                <a:lnTo>
                  <a:pt x="579163" y="1494175"/>
                </a:lnTo>
                <a:lnTo>
                  <a:pt x="576307" y="1491948"/>
                </a:lnTo>
                <a:lnTo>
                  <a:pt x="573769" y="1489721"/>
                </a:lnTo>
                <a:lnTo>
                  <a:pt x="571548" y="1487494"/>
                </a:lnTo>
                <a:lnTo>
                  <a:pt x="569327" y="1484949"/>
                </a:lnTo>
                <a:lnTo>
                  <a:pt x="567106" y="1482404"/>
                </a:lnTo>
                <a:lnTo>
                  <a:pt x="565519" y="1479223"/>
                </a:lnTo>
                <a:lnTo>
                  <a:pt x="564250" y="1476360"/>
                </a:lnTo>
                <a:lnTo>
                  <a:pt x="563298" y="1473179"/>
                </a:lnTo>
                <a:lnTo>
                  <a:pt x="562347" y="1469998"/>
                </a:lnTo>
                <a:lnTo>
                  <a:pt x="562029" y="1466180"/>
                </a:lnTo>
                <a:lnTo>
                  <a:pt x="561712" y="1462999"/>
                </a:lnTo>
                <a:lnTo>
                  <a:pt x="561712" y="1425143"/>
                </a:lnTo>
                <a:lnTo>
                  <a:pt x="562029" y="1421007"/>
                </a:lnTo>
                <a:lnTo>
                  <a:pt x="562664" y="1417508"/>
                </a:lnTo>
                <a:lnTo>
                  <a:pt x="563616" y="1414009"/>
                </a:lnTo>
                <a:lnTo>
                  <a:pt x="564885" y="1410191"/>
                </a:lnTo>
                <a:lnTo>
                  <a:pt x="566154" y="1407010"/>
                </a:lnTo>
                <a:lnTo>
                  <a:pt x="568375" y="1403829"/>
                </a:lnTo>
                <a:lnTo>
                  <a:pt x="570596" y="1400966"/>
                </a:lnTo>
                <a:lnTo>
                  <a:pt x="572817" y="1398103"/>
                </a:lnTo>
                <a:lnTo>
                  <a:pt x="575673" y="1395558"/>
                </a:lnTo>
                <a:lnTo>
                  <a:pt x="578528" y="1393649"/>
                </a:lnTo>
                <a:lnTo>
                  <a:pt x="581701" y="1391741"/>
                </a:lnTo>
                <a:lnTo>
                  <a:pt x="584874" y="1390150"/>
                </a:lnTo>
                <a:lnTo>
                  <a:pt x="588364" y="1388878"/>
                </a:lnTo>
                <a:lnTo>
                  <a:pt x="592171" y="1387605"/>
                </a:lnTo>
                <a:lnTo>
                  <a:pt x="595979" y="1386969"/>
                </a:lnTo>
                <a:lnTo>
                  <a:pt x="599786" y="1386969"/>
                </a:lnTo>
                <a:lnTo>
                  <a:pt x="682597" y="1386969"/>
                </a:lnTo>
                <a:lnTo>
                  <a:pt x="686721" y="1386969"/>
                </a:lnTo>
                <a:lnTo>
                  <a:pt x="690529" y="1387605"/>
                </a:lnTo>
                <a:lnTo>
                  <a:pt x="694019" y="1388878"/>
                </a:lnTo>
                <a:lnTo>
                  <a:pt x="697826" y="1390150"/>
                </a:lnTo>
                <a:lnTo>
                  <a:pt x="700999" y="1391741"/>
                </a:lnTo>
                <a:lnTo>
                  <a:pt x="704172" y="1393649"/>
                </a:lnTo>
                <a:lnTo>
                  <a:pt x="707345" y="1395558"/>
                </a:lnTo>
                <a:lnTo>
                  <a:pt x="709883" y="1398103"/>
                </a:lnTo>
                <a:lnTo>
                  <a:pt x="712104" y="1400966"/>
                </a:lnTo>
                <a:lnTo>
                  <a:pt x="714325" y="1403829"/>
                </a:lnTo>
                <a:lnTo>
                  <a:pt x="716229" y="1407010"/>
                </a:lnTo>
                <a:lnTo>
                  <a:pt x="718132" y="1410191"/>
                </a:lnTo>
                <a:lnTo>
                  <a:pt x="719402" y="1414009"/>
                </a:lnTo>
                <a:lnTo>
                  <a:pt x="720353" y="1417508"/>
                </a:lnTo>
                <a:lnTo>
                  <a:pt x="720671" y="1421007"/>
                </a:lnTo>
                <a:lnTo>
                  <a:pt x="720988" y="1425143"/>
                </a:lnTo>
                <a:lnTo>
                  <a:pt x="720988" y="1462999"/>
                </a:lnTo>
                <a:lnTo>
                  <a:pt x="720988" y="1466180"/>
                </a:lnTo>
                <a:lnTo>
                  <a:pt x="720353" y="1469998"/>
                </a:lnTo>
                <a:lnTo>
                  <a:pt x="719719" y="1473179"/>
                </a:lnTo>
                <a:lnTo>
                  <a:pt x="718450" y="1476360"/>
                </a:lnTo>
                <a:lnTo>
                  <a:pt x="716863" y="1479223"/>
                </a:lnTo>
                <a:lnTo>
                  <a:pt x="715277" y="1482404"/>
                </a:lnTo>
                <a:lnTo>
                  <a:pt x="713373" y="1484949"/>
                </a:lnTo>
                <a:lnTo>
                  <a:pt x="711469" y="1487494"/>
                </a:lnTo>
                <a:lnTo>
                  <a:pt x="708931" y="1489721"/>
                </a:lnTo>
                <a:lnTo>
                  <a:pt x="706710" y="1491948"/>
                </a:lnTo>
                <a:lnTo>
                  <a:pt x="703537" y="1494175"/>
                </a:lnTo>
                <a:lnTo>
                  <a:pt x="700682" y="1495765"/>
                </a:lnTo>
                <a:lnTo>
                  <a:pt x="697826" y="1497038"/>
                </a:lnTo>
                <a:lnTo>
                  <a:pt x="694653" y="1498310"/>
                </a:lnTo>
                <a:lnTo>
                  <a:pt x="691163" y="1499264"/>
                </a:lnTo>
                <a:lnTo>
                  <a:pt x="687991" y="1499901"/>
                </a:lnTo>
                <a:lnTo>
                  <a:pt x="687991" y="1753123"/>
                </a:lnTo>
                <a:lnTo>
                  <a:pt x="695605" y="1749305"/>
                </a:lnTo>
                <a:lnTo>
                  <a:pt x="702586" y="1744215"/>
                </a:lnTo>
                <a:lnTo>
                  <a:pt x="709566" y="1739125"/>
                </a:lnTo>
                <a:lnTo>
                  <a:pt x="716229" y="1732763"/>
                </a:lnTo>
                <a:lnTo>
                  <a:pt x="722892" y="1726083"/>
                </a:lnTo>
                <a:lnTo>
                  <a:pt x="729237" y="1718766"/>
                </a:lnTo>
                <a:lnTo>
                  <a:pt x="734948" y="1710813"/>
                </a:lnTo>
                <a:lnTo>
                  <a:pt x="740977" y="1702224"/>
                </a:lnTo>
                <a:lnTo>
                  <a:pt x="746371" y="1692998"/>
                </a:lnTo>
                <a:lnTo>
                  <a:pt x="751447" y="1683137"/>
                </a:lnTo>
                <a:lnTo>
                  <a:pt x="756841" y="1672639"/>
                </a:lnTo>
                <a:lnTo>
                  <a:pt x="761600" y="1661505"/>
                </a:lnTo>
                <a:lnTo>
                  <a:pt x="766359" y="1650052"/>
                </a:lnTo>
                <a:lnTo>
                  <a:pt x="770801" y="1637646"/>
                </a:lnTo>
                <a:lnTo>
                  <a:pt x="774926" y="1624921"/>
                </a:lnTo>
                <a:lnTo>
                  <a:pt x="779051" y="1611560"/>
                </a:lnTo>
                <a:lnTo>
                  <a:pt x="782541" y="1597563"/>
                </a:lnTo>
                <a:lnTo>
                  <a:pt x="786031" y="1582611"/>
                </a:lnTo>
                <a:lnTo>
                  <a:pt x="789521" y="1567660"/>
                </a:lnTo>
                <a:lnTo>
                  <a:pt x="792377" y="1552072"/>
                </a:lnTo>
                <a:lnTo>
                  <a:pt x="795232" y="1535530"/>
                </a:lnTo>
                <a:lnTo>
                  <a:pt x="797770" y="1518988"/>
                </a:lnTo>
                <a:lnTo>
                  <a:pt x="800626" y="1501491"/>
                </a:lnTo>
                <a:lnTo>
                  <a:pt x="802530" y="1483677"/>
                </a:lnTo>
                <a:lnTo>
                  <a:pt x="804751" y="1464908"/>
                </a:lnTo>
                <a:lnTo>
                  <a:pt x="806337" y="1446139"/>
                </a:lnTo>
                <a:lnTo>
                  <a:pt x="807923" y="1426415"/>
                </a:lnTo>
                <a:lnTo>
                  <a:pt x="809193" y="1406374"/>
                </a:lnTo>
                <a:lnTo>
                  <a:pt x="810779" y="1385696"/>
                </a:lnTo>
                <a:lnTo>
                  <a:pt x="811731" y="1364382"/>
                </a:lnTo>
                <a:lnTo>
                  <a:pt x="812365" y="1343069"/>
                </a:lnTo>
                <a:lnTo>
                  <a:pt x="813000" y="1320800"/>
                </a:lnTo>
                <a:lnTo>
                  <a:pt x="840921" y="1322709"/>
                </a:lnTo>
                <a:lnTo>
                  <a:pt x="866621" y="1324300"/>
                </a:lnTo>
                <a:lnTo>
                  <a:pt x="909771" y="1327481"/>
                </a:lnTo>
                <a:lnTo>
                  <a:pt x="938644" y="1330026"/>
                </a:lnTo>
                <a:lnTo>
                  <a:pt x="948797" y="1330980"/>
                </a:lnTo>
                <a:lnTo>
                  <a:pt x="956729" y="1331298"/>
                </a:lnTo>
                <a:lnTo>
                  <a:pt x="964661" y="1331934"/>
                </a:lnTo>
                <a:lnTo>
                  <a:pt x="972593" y="1332889"/>
                </a:lnTo>
                <a:lnTo>
                  <a:pt x="980208" y="1334161"/>
                </a:lnTo>
                <a:lnTo>
                  <a:pt x="987823" y="1335752"/>
                </a:lnTo>
                <a:lnTo>
                  <a:pt x="995437" y="1337979"/>
                </a:lnTo>
                <a:lnTo>
                  <a:pt x="1002418" y="1340205"/>
                </a:lnTo>
                <a:lnTo>
                  <a:pt x="1009715" y="1343387"/>
                </a:lnTo>
                <a:lnTo>
                  <a:pt x="1016378" y="1346250"/>
                </a:lnTo>
                <a:lnTo>
                  <a:pt x="1023358" y="1349749"/>
                </a:lnTo>
                <a:lnTo>
                  <a:pt x="1030021" y="1353885"/>
                </a:lnTo>
                <a:lnTo>
                  <a:pt x="1036050" y="1357702"/>
                </a:lnTo>
                <a:lnTo>
                  <a:pt x="1042395" y="1361837"/>
                </a:lnTo>
                <a:lnTo>
                  <a:pt x="1048106" y="1366927"/>
                </a:lnTo>
                <a:lnTo>
                  <a:pt x="1053817" y="1371699"/>
                </a:lnTo>
                <a:lnTo>
                  <a:pt x="1059211" y="1377107"/>
                </a:lnTo>
                <a:lnTo>
                  <a:pt x="1064605" y="1382197"/>
                </a:lnTo>
                <a:lnTo>
                  <a:pt x="1069364" y="1388241"/>
                </a:lnTo>
                <a:lnTo>
                  <a:pt x="1073806" y="1393967"/>
                </a:lnTo>
                <a:lnTo>
                  <a:pt x="1078248" y="1400012"/>
                </a:lnTo>
                <a:lnTo>
                  <a:pt x="1082373" y="1406374"/>
                </a:lnTo>
                <a:lnTo>
                  <a:pt x="1085863" y="1413054"/>
                </a:lnTo>
                <a:lnTo>
                  <a:pt x="1089670" y="1419735"/>
                </a:lnTo>
                <a:lnTo>
                  <a:pt x="1092843" y="1426734"/>
                </a:lnTo>
                <a:lnTo>
                  <a:pt x="1095381" y="1433732"/>
                </a:lnTo>
                <a:lnTo>
                  <a:pt x="1097920" y="1441049"/>
                </a:lnTo>
                <a:lnTo>
                  <a:pt x="1100141" y="1448684"/>
                </a:lnTo>
                <a:lnTo>
                  <a:pt x="1101727" y="1456000"/>
                </a:lnTo>
                <a:lnTo>
                  <a:pt x="1103314" y="1463635"/>
                </a:lnTo>
                <a:lnTo>
                  <a:pt x="1104265" y="1471588"/>
                </a:lnTo>
                <a:lnTo>
                  <a:pt x="1104900" y="1479541"/>
                </a:lnTo>
                <a:lnTo>
                  <a:pt x="1104900" y="1487494"/>
                </a:lnTo>
                <a:lnTo>
                  <a:pt x="1104900" y="1686000"/>
                </a:lnTo>
                <a:lnTo>
                  <a:pt x="1104900" y="1690135"/>
                </a:lnTo>
                <a:lnTo>
                  <a:pt x="1104265" y="1693953"/>
                </a:lnTo>
                <a:lnTo>
                  <a:pt x="1103631" y="1697770"/>
                </a:lnTo>
                <a:lnTo>
                  <a:pt x="1102362" y="1701906"/>
                </a:lnTo>
                <a:lnTo>
                  <a:pt x="1101093" y="1705405"/>
                </a:lnTo>
                <a:lnTo>
                  <a:pt x="1099189" y="1709222"/>
                </a:lnTo>
                <a:lnTo>
                  <a:pt x="1096968" y="1713040"/>
                </a:lnTo>
                <a:lnTo>
                  <a:pt x="1094430" y="1716221"/>
                </a:lnTo>
                <a:lnTo>
                  <a:pt x="1091891" y="1719720"/>
                </a:lnTo>
                <a:lnTo>
                  <a:pt x="1089036" y="1722901"/>
                </a:lnTo>
                <a:lnTo>
                  <a:pt x="1085546" y="1726719"/>
                </a:lnTo>
                <a:lnTo>
                  <a:pt x="1082056" y="1729900"/>
                </a:lnTo>
                <a:lnTo>
                  <a:pt x="1078248" y="1732763"/>
                </a:lnTo>
                <a:lnTo>
                  <a:pt x="1074124" y="1736262"/>
                </a:lnTo>
                <a:lnTo>
                  <a:pt x="1069682" y="1739125"/>
                </a:lnTo>
                <a:lnTo>
                  <a:pt x="1065240" y="1741989"/>
                </a:lnTo>
                <a:lnTo>
                  <a:pt x="1055404" y="1748033"/>
                </a:lnTo>
                <a:lnTo>
                  <a:pt x="1044299" y="1753441"/>
                </a:lnTo>
                <a:lnTo>
                  <a:pt x="1032560" y="1758531"/>
                </a:lnTo>
                <a:lnTo>
                  <a:pt x="1019868" y="1763939"/>
                </a:lnTo>
                <a:lnTo>
                  <a:pt x="1005908" y="1768392"/>
                </a:lnTo>
                <a:lnTo>
                  <a:pt x="991630" y="1773164"/>
                </a:lnTo>
                <a:lnTo>
                  <a:pt x="976718" y="1777300"/>
                </a:lnTo>
                <a:lnTo>
                  <a:pt x="960854" y="1781117"/>
                </a:lnTo>
                <a:lnTo>
                  <a:pt x="944038" y="1784934"/>
                </a:lnTo>
                <a:lnTo>
                  <a:pt x="927222" y="1788434"/>
                </a:lnTo>
                <a:lnTo>
                  <a:pt x="909454" y="1791615"/>
                </a:lnTo>
                <a:lnTo>
                  <a:pt x="891369" y="1794796"/>
                </a:lnTo>
                <a:lnTo>
                  <a:pt x="872332" y="1797341"/>
                </a:lnTo>
                <a:lnTo>
                  <a:pt x="853295" y="1799886"/>
                </a:lnTo>
                <a:lnTo>
                  <a:pt x="833941" y="1801795"/>
                </a:lnTo>
                <a:lnTo>
                  <a:pt x="813952" y="1804022"/>
                </a:lnTo>
                <a:lnTo>
                  <a:pt x="793328" y="1805930"/>
                </a:lnTo>
                <a:lnTo>
                  <a:pt x="773022" y="1807203"/>
                </a:lnTo>
                <a:lnTo>
                  <a:pt x="752399" y="1808475"/>
                </a:lnTo>
                <a:lnTo>
                  <a:pt x="731458" y="1809748"/>
                </a:lnTo>
                <a:lnTo>
                  <a:pt x="710200" y="1810384"/>
                </a:lnTo>
                <a:lnTo>
                  <a:pt x="688942" y="1811020"/>
                </a:lnTo>
                <a:lnTo>
                  <a:pt x="667684" y="1811338"/>
                </a:lnTo>
                <a:lnTo>
                  <a:pt x="646427" y="1811338"/>
                </a:lnTo>
                <a:lnTo>
                  <a:pt x="625486" y="1811338"/>
                </a:lnTo>
                <a:lnTo>
                  <a:pt x="603911" y="1811020"/>
                </a:lnTo>
                <a:lnTo>
                  <a:pt x="582653" y="1810384"/>
                </a:lnTo>
                <a:lnTo>
                  <a:pt x="561395" y="1809748"/>
                </a:lnTo>
                <a:lnTo>
                  <a:pt x="540137" y="1808475"/>
                </a:lnTo>
                <a:lnTo>
                  <a:pt x="518879" y="1807203"/>
                </a:lnTo>
                <a:lnTo>
                  <a:pt x="498573" y="1805930"/>
                </a:lnTo>
                <a:lnTo>
                  <a:pt x="477632" y="1804022"/>
                </a:lnTo>
                <a:lnTo>
                  <a:pt x="457326" y="1801795"/>
                </a:lnTo>
                <a:lnTo>
                  <a:pt x="437337" y="1799886"/>
                </a:lnTo>
                <a:lnTo>
                  <a:pt x="417983" y="1797341"/>
                </a:lnTo>
                <a:lnTo>
                  <a:pt x="398629" y="1794796"/>
                </a:lnTo>
                <a:lnTo>
                  <a:pt x="379909" y="1791615"/>
                </a:lnTo>
                <a:lnTo>
                  <a:pt x="361824" y="1788434"/>
                </a:lnTo>
                <a:lnTo>
                  <a:pt x="344056" y="1784934"/>
                </a:lnTo>
                <a:lnTo>
                  <a:pt x="327240" y="1781117"/>
                </a:lnTo>
                <a:lnTo>
                  <a:pt x="310741" y="1777300"/>
                </a:lnTo>
                <a:lnTo>
                  <a:pt x="295195" y="1773164"/>
                </a:lnTo>
                <a:lnTo>
                  <a:pt x="280600" y="1768392"/>
                </a:lnTo>
                <a:lnTo>
                  <a:pt x="266322" y="1763939"/>
                </a:lnTo>
                <a:lnTo>
                  <a:pt x="252996" y="1758531"/>
                </a:lnTo>
                <a:lnTo>
                  <a:pt x="240622" y="1753441"/>
                </a:lnTo>
                <a:lnTo>
                  <a:pt x="229517" y="1748033"/>
                </a:lnTo>
                <a:lnTo>
                  <a:pt x="219047" y="1741989"/>
                </a:lnTo>
                <a:lnTo>
                  <a:pt x="214288" y="1739125"/>
                </a:lnTo>
                <a:lnTo>
                  <a:pt x="209846" y="1736262"/>
                </a:lnTo>
                <a:lnTo>
                  <a:pt x="205404" y="1732763"/>
                </a:lnTo>
                <a:lnTo>
                  <a:pt x="201596" y="1729900"/>
                </a:lnTo>
                <a:lnTo>
                  <a:pt x="198106" y="1726719"/>
                </a:lnTo>
                <a:lnTo>
                  <a:pt x="194299" y="1722901"/>
                </a:lnTo>
                <a:lnTo>
                  <a:pt x="191443" y="1719720"/>
                </a:lnTo>
                <a:lnTo>
                  <a:pt x="188588" y="1716221"/>
                </a:lnTo>
                <a:lnTo>
                  <a:pt x="186367" y="1713040"/>
                </a:lnTo>
                <a:lnTo>
                  <a:pt x="183828" y="1709222"/>
                </a:lnTo>
                <a:lnTo>
                  <a:pt x="181925" y="1705405"/>
                </a:lnTo>
                <a:lnTo>
                  <a:pt x="180338" y="1701906"/>
                </a:lnTo>
                <a:lnTo>
                  <a:pt x="179386" y="1697770"/>
                </a:lnTo>
                <a:lnTo>
                  <a:pt x="178435" y="1693953"/>
                </a:lnTo>
                <a:lnTo>
                  <a:pt x="177800" y="1690135"/>
                </a:lnTo>
                <a:lnTo>
                  <a:pt x="177800" y="1686000"/>
                </a:lnTo>
                <a:lnTo>
                  <a:pt x="177800" y="1487494"/>
                </a:lnTo>
                <a:lnTo>
                  <a:pt x="178117" y="1479541"/>
                </a:lnTo>
                <a:lnTo>
                  <a:pt x="178435" y="1471588"/>
                </a:lnTo>
                <a:lnTo>
                  <a:pt x="179386" y="1463635"/>
                </a:lnTo>
                <a:lnTo>
                  <a:pt x="180973" y="1456000"/>
                </a:lnTo>
                <a:lnTo>
                  <a:pt x="182559" y="1448684"/>
                </a:lnTo>
                <a:lnTo>
                  <a:pt x="184463" y="1441049"/>
                </a:lnTo>
                <a:lnTo>
                  <a:pt x="187318" y="1433732"/>
                </a:lnTo>
                <a:lnTo>
                  <a:pt x="190174" y="1426734"/>
                </a:lnTo>
                <a:lnTo>
                  <a:pt x="193030" y="1419735"/>
                </a:lnTo>
                <a:lnTo>
                  <a:pt x="196520" y="1413054"/>
                </a:lnTo>
                <a:lnTo>
                  <a:pt x="200327" y="1406374"/>
                </a:lnTo>
                <a:lnTo>
                  <a:pt x="204452" y="1400012"/>
                </a:lnTo>
                <a:lnTo>
                  <a:pt x="208576" y="1393967"/>
                </a:lnTo>
                <a:lnTo>
                  <a:pt x="213336" y="1388241"/>
                </a:lnTo>
                <a:lnTo>
                  <a:pt x="218095" y="1382197"/>
                </a:lnTo>
                <a:lnTo>
                  <a:pt x="223489" y="1377107"/>
                </a:lnTo>
                <a:lnTo>
                  <a:pt x="228883" y="1371699"/>
                </a:lnTo>
                <a:lnTo>
                  <a:pt x="234594" y="1366927"/>
                </a:lnTo>
                <a:lnTo>
                  <a:pt x="240305" y="1361837"/>
                </a:lnTo>
                <a:lnTo>
                  <a:pt x="246650" y="1357702"/>
                </a:lnTo>
                <a:lnTo>
                  <a:pt x="252679" y="1353885"/>
                </a:lnTo>
                <a:lnTo>
                  <a:pt x="259659" y="1349749"/>
                </a:lnTo>
                <a:lnTo>
                  <a:pt x="266005" y="1346250"/>
                </a:lnTo>
                <a:lnTo>
                  <a:pt x="272985" y="1343387"/>
                </a:lnTo>
                <a:lnTo>
                  <a:pt x="280282" y="1340205"/>
                </a:lnTo>
                <a:lnTo>
                  <a:pt x="287263" y="1337979"/>
                </a:lnTo>
                <a:lnTo>
                  <a:pt x="294877" y="1335752"/>
                </a:lnTo>
                <a:lnTo>
                  <a:pt x="302492" y="1334161"/>
                </a:lnTo>
                <a:lnTo>
                  <a:pt x="310107" y="1332889"/>
                </a:lnTo>
                <a:lnTo>
                  <a:pt x="318039" y="1331934"/>
                </a:lnTo>
                <a:lnTo>
                  <a:pt x="325971" y="1331298"/>
                </a:lnTo>
                <a:lnTo>
                  <a:pt x="333903" y="1330980"/>
                </a:lnTo>
                <a:lnTo>
                  <a:pt x="344056" y="1330026"/>
                </a:lnTo>
                <a:lnTo>
                  <a:pt x="372929" y="1327481"/>
                </a:lnTo>
                <a:lnTo>
                  <a:pt x="415762" y="1324300"/>
                </a:lnTo>
                <a:lnTo>
                  <a:pt x="441779" y="1322709"/>
                </a:lnTo>
                <a:lnTo>
                  <a:pt x="470017" y="1320800"/>
                </a:lnTo>
                <a:close/>
                <a:moveTo>
                  <a:pt x="1004887" y="995363"/>
                </a:moveTo>
                <a:lnTo>
                  <a:pt x="1176337" y="995363"/>
                </a:lnTo>
                <a:lnTo>
                  <a:pt x="1176337" y="1265238"/>
                </a:lnTo>
                <a:lnTo>
                  <a:pt x="1004887" y="1265238"/>
                </a:lnTo>
                <a:lnTo>
                  <a:pt x="1004887" y="995363"/>
                </a:lnTo>
                <a:close/>
                <a:moveTo>
                  <a:pt x="493561" y="847408"/>
                </a:moveTo>
                <a:lnTo>
                  <a:pt x="491024" y="847726"/>
                </a:lnTo>
                <a:lnTo>
                  <a:pt x="488804" y="848043"/>
                </a:lnTo>
                <a:lnTo>
                  <a:pt x="485950" y="848996"/>
                </a:lnTo>
                <a:lnTo>
                  <a:pt x="483730" y="849948"/>
                </a:lnTo>
                <a:lnTo>
                  <a:pt x="481510" y="851218"/>
                </a:lnTo>
                <a:lnTo>
                  <a:pt x="479290" y="852806"/>
                </a:lnTo>
                <a:lnTo>
                  <a:pt x="475167" y="856933"/>
                </a:lnTo>
                <a:lnTo>
                  <a:pt x="470727" y="861061"/>
                </a:lnTo>
                <a:lnTo>
                  <a:pt x="466604" y="865823"/>
                </a:lnTo>
                <a:lnTo>
                  <a:pt x="462482" y="871221"/>
                </a:lnTo>
                <a:lnTo>
                  <a:pt x="454553" y="882651"/>
                </a:lnTo>
                <a:lnTo>
                  <a:pt x="448527" y="890906"/>
                </a:lnTo>
                <a:lnTo>
                  <a:pt x="442819" y="899478"/>
                </a:lnTo>
                <a:lnTo>
                  <a:pt x="436793" y="908368"/>
                </a:lnTo>
                <a:lnTo>
                  <a:pt x="431402" y="917893"/>
                </a:lnTo>
                <a:lnTo>
                  <a:pt x="429499" y="926783"/>
                </a:lnTo>
                <a:lnTo>
                  <a:pt x="427596" y="935673"/>
                </a:lnTo>
                <a:lnTo>
                  <a:pt x="426010" y="945198"/>
                </a:lnTo>
                <a:lnTo>
                  <a:pt x="424742" y="954406"/>
                </a:lnTo>
                <a:lnTo>
                  <a:pt x="423790" y="963931"/>
                </a:lnTo>
                <a:lnTo>
                  <a:pt x="423156" y="973773"/>
                </a:lnTo>
                <a:lnTo>
                  <a:pt x="422839" y="982981"/>
                </a:lnTo>
                <a:lnTo>
                  <a:pt x="422839" y="992823"/>
                </a:lnTo>
                <a:lnTo>
                  <a:pt x="423156" y="1007111"/>
                </a:lnTo>
                <a:lnTo>
                  <a:pt x="424107" y="1020764"/>
                </a:lnTo>
                <a:lnTo>
                  <a:pt x="426010" y="1034099"/>
                </a:lnTo>
                <a:lnTo>
                  <a:pt x="428547" y="1047434"/>
                </a:lnTo>
                <a:lnTo>
                  <a:pt x="432036" y="1060769"/>
                </a:lnTo>
                <a:lnTo>
                  <a:pt x="435525" y="1073469"/>
                </a:lnTo>
                <a:lnTo>
                  <a:pt x="439965" y="1086169"/>
                </a:lnTo>
                <a:lnTo>
                  <a:pt x="445039" y="1098551"/>
                </a:lnTo>
                <a:lnTo>
                  <a:pt x="450430" y="1110934"/>
                </a:lnTo>
                <a:lnTo>
                  <a:pt x="456456" y="1122999"/>
                </a:lnTo>
                <a:lnTo>
                  <a:pt x="462799" y="1134429"/>
                </a:lnTo>
                <a:lnTo>
                  <a:pt x="469459" y="1145541"/>
                </a:lnTo>
                <a:lnTo>
                  <a:pt x="477070" y="1156019"/>
                </a:lnTo>
                <a:lnTo>
                  <a:pt x="484364" y="1166496"/>
                </a:lnTo>
                <a:lnTo>
                  <a:pt x="492293" y="1176656"/>
                </a:lnTo>
                <a:lnTo>
                  <a:pt x="500539" y="1186181"/>
                </a:lnTo>
                <a:lnTo>
                  <a:pt x="508784" y="1195389"/>
                </a:lnTo>
                <a:lnTo>
                  <a:pt x="517347" y="1204279"/>
                </a:lnTo>
                <a:lnTo>
                  <a:pt x="526227" y="1212216"/>
                </a:lnTo>
                <a:lnTo>
                  <a:pt x="535107" y="1220154"/>
                </a:lnTo>
                <a:lnTo>
                  <a:pt x="543987" y="1227456"/>
                </a:lnTo>
                <a:lnTo>
                  <a:pt x="553184" y="1234124"/>
                </a:lnTo>
                <a:lnTo>
                  <a:pt x="562381" y="1240474"/>
                </a:lnTo>
                <a:lnTo>
                  <a:pt x="571578" y="1245871"/>
                </a:lnTo>
                <a:lnTo>
                  <a:pt x="580775" y="1250951"/>
                </a:lnTo>
                <a:lnTo>
                  <a:pt x="589655" y="1255079"/>
                </a:lnTo>
                <a:lnTo>
                  <a:pt x="598853" y="1258889"/>
                </a:lnTo>
                <a:lnTo>
                  <a:pt x="607732" y="1262381"/>
                </a:lnTo>
                <a:lnTo>
                  <a:pt x="616612" y="1264604"/>
                </a:lnTo>
                <a:lnTo>
                  <a:pt x="624858" y="1266509"/>
                </a:lnTo>
                <a:lnTo>
                  <a:pt x="633421" y="1267461"/>
                </a:lnTo>
                <a:lnTo>
                  <a:pt x="641349" y="1267779"/>
                </a:lnTo>
                <a:lnTo>
                  <a:pt x="649595" y="1267461"/>
                </a:lnTo>
                <a:lnTo>
                  <a:pt x="657524" y="1266509"/>
                </a:lnTo>
                <a:lnTo>
                  <a:pt x="666404" y="1264604"/>
                </a:lnTo>
                <a:lnTo>
                  <a:pt x="674967" y="1262381"/>
                </a:lnTo>
                <a:lnTo>
                  <a:pt x="684164" y="1258889"/>
                </a:lnTo>
                <a:lnTo>
                  <a:pt x="692726" y="1255079"/>
                </a:lnTo>
                <a:lnTo>
                  <a:pt x="701924" y="1250951"/>
                </a:lnTo>
                <a:lnTo>
                  <a:pt x="711121" y="1245871"/>
                </a:lnTo>
                <a:lnTo>
                  <a:pt x="720318" y="1240474"/>
                </a:lnTo>
                <a:lnTo>
                  <a:pt x="729515" y="1234124"/>
                </a:lnTo>
                <a:lnTo>
                  <a:pt x="738395" y="1227456"/>
                </a:lnTo>
                <a:lnTo>
                  <a:pt x="747592" y="1220154"/>
                </a:lnTo>
                <a:lnTo>
                  <a:pt x="756472" y="1212216"/>
                </a:lnTo>
                <a:lnTo>
                  <a:pt x="765352" y="1204279"/>
                </a:lnTo>
                <a:lnTo>
                  <a:pt x="773915" y="1195389"/>
                </a:lnTo>
                <a:lnTo>
                  <a:pt x="782160" y="1186181"/>
                </a:lnTo>
                <a:lnTo>
                  <a:pt x="790406" y="1176656"/>
                </a:lnTo>
                <a:lnTo>
                  <a:pt x="798652" y="1166496"/>
                </a:lnTo>
                <a:lnTo>
                  <a:pt x="805946" y="1156019"/>
                </a:lnTo>
                <a:lnTo>
                  <a:pt x="813240" y="1145541"/>
                </a:lnTo>
                <a:lnTo>
                  <a:pt x="819900" y="1134429"/>
                </a:lnTo>
                <a:lnTo>
                  <a:pt x="826243" y="1122999"/>
                </a:lnTo>
                <a:lnTo>
                  <a:pt x="831952" y="1110934"/>
                </a:lnTo>
                <a:lnTo>
                  <a:pt x="837660" y="1098551"/>
                </a:lnTo>
                <a:lnTo>
                  <a:pt x="842417" y="1086169"/>
                </a:lnTo>
                <a:lnTo>
                  <a:pt x="847174" y="1073469"/>
                </a:lnTo>
                <a:lnTo>
                  <a:pt x="850980" y="1060769"/>
                </a:lnTo>
                <a:lnTo>
                  <a:pt x="853834" y="1047434"/>
                </a:lnTo>
                <a:lnTo>
                  <a:pt x="856689" y="1034099"/>
                </a:lnTo>
                <a:lnTo>
                  <a:pt x="858592" y="1020764"/>
                </a:lnTo>
                <a:lnTo>
                  <a:pt x="859543" y="1007111"/>
                </a:lnTo>
                <a:lnTo>
                  <a:pt x="860177" y="992823"/>
                </a:lnTo>
                <a:lnTo>
                  <a:pt x="859860" y="984886"/>
                </a:lnTo>
                <a:lnTo>
                  <a:pt x="859543" y="976313"/>
                </a:lnTo>
                <a:lnTo>
                  <a:pt x="837343" y="975361"/>
                </a:lnTo>
                <a:lnTo>
                  <a:pt x="814509" y="973773"/>
                </a:lnTo>
                <a:lnTo>
                  <a:pt x="791040" y="970916"/>
                </a:lnTo>
                <a:lnTo>
                  <a:pt x="767255" y="968058"/>
                </a:lnTo>
                <a:lnTo>
                  <a:pt x="743469" y="964566"/>
                </a:lnTo>
                <a:lnTo>
                  <a:pt x="719366" y="960438"/>
                </a:lnTo>
                <a:lnTo>
                  <a:pt x="695898" y="955041"/>
                </a:lnTo>
                <a:lnTo>
                  <a:pt x="684481" y="952501"/>
                </a:lnTo>
                <a:lnTo>
                  <a:pt x="673064" y="949643"/>
                </a:lnTo>
                <a:lnTo>
                  <a:pt x="661964" y="946468"/>
                </a:lnTo>
                <a:lnTo>
                  <a:pt x="651181" y="943293"/>
                </a:lnTo>
                <a:lnTo>
                  <a:pt x="640398" y="940118"/>
                </a:lnTo>
                <a:lnTo>
                  <a:pt x="629932" y="936308"/>
                </a:lnTo>
                <a:lnTo>
                  <a:pt x="620101" y="932816"/>
                </a:lnTo>
                <a:lnTo>
                  <a:pt x="610270" y="929006"/>
                </a:lnTo>
                <a:lnTo>
                  <a:pt x="601073" y="924878"/>
                </a:lnTo>
                <a:lnTo>
                  <a:pt x="592510" y="921068"/>
                </a:lnTo>
                <a:lnTo>
                  <a:pt x="583947" y="916941"/>
                </a:lnTo>
                <a:lnTo>
                  <a:pt x="576018" y="912178"/>
                </a:lnTo>
                <a:lnTo>
                  <a:pt x="568724" y="907733"/>
                </a:lnTo>
                <a:lnTo>
                  <a:pt x="561747" y="903288"/>
                </a:lnTo>
                <a:lnTo>
                  <a:pt x="555404" y="898208"/>
                </a:lnTo>
                <a:lnTo>
                  <a:pt x="550013" y="893128"/>
                </a:lnTo>
                <a:lnTo>
                  <a:pt x="544938" y="887731"/>
                </a:lnTo>
                <a:lnTo>
                  <a:pt x="540498" y="882651"/>
                </a:lnTo>
                <a:lnTo>
                  <a:pt x="536376" y="876936"/>
                </a:lnTo>
                <a:lnTo>
                  <a:pt x="532253" y="872173"/>
                </a:lnTo>
                <a:lnTo>
                  <a:pt x="528447" y="867728"/>
                </a:lnTo>
                <a:lnTo>
                  <a:pt x="524641" y="863601"/>
                </a:lnTo>
                <a:lnTo>
                  <a:pt x="520836" y="860426"/>
                </a:lnTo>
                <a:lnTo>
                  <a:pt x="517347" y="857251"/>
                </a:lnTo>
                <a:lnTo>
                  <a:pt x="514176" y="854393"/>
                </a:lnTo>
                <a:lnTo>
                  <a:pt x="511004" y="852488"/>
                </a:lnTo>
                <a:lnTo>
                  <a:pt x="507833" y="850583"/>
                </a:lnTo>
                <a:lnTo>
                  <a:pt x="504661" y="849313"/>
                </a:lnTo>
                <a:lnTo>
                  <a:pt x="501807" y="848361"/>
                </a:lnTo>
                <a:lnTo>
                  <a:pt x="499270" y="847726"/>
                </a:lnTo>
                <a:lnTo>
                  <a:pt x="496099" y="847408"/>
                </a:lnTo>
                <a:lnTo>
                  <a:pt x="493561" y="847408"/>
                </a:lnTo>
                <a:close/>
                <a:moveTo>
                  <a:pt x="1304925" y="828675"/>
                </a:moveTo>
                <a:lnTo>
                  <a:pt x="1476375" y="828675"/>
                </a:lnTo>
                <a:lnTo>
                  <a:pt x="1476375" y="1252538"/>
                </a:lnTo>
                <a:lnTo>
                  <a:pt x="1304925" y="1252538"/>
                </a:lnTo>
                <a:lnTo>
                  <a:pt x="1304925" y="828675"/>
                </a:lnTo>
                <a:close/>
                <a:moveTo>
                  <a:pt x="634055" y="655638"/>
                </a:moveTo>
                <a:lnTo>
                  <a:pt x="641349" y="655638"/>
                </a:lnTo>
                <a:lnTo>
                  <a:pt x="648644" y="655638"/>
                </a:lnTo>
                <a:lnTo>
                  <a:pt x="655938" y="655956"/>
                </a:lnTo>
                <a:lnTo>
                  <a:pt x="662915" y="656591"/>
                </a:lnTo>
                <a:lnTo>
                  <a:pt x="669892" y="657226"/>
                </a:lnTo>
                <a:lnTo>
                  <a:pt x="677187" y="658178"/>
                </a:lnTo>
                <a:lnTo>
                  <a:pt x="684164" y="659766"/>
                </a:lnTo>
                <a:lnTo>
                  <a:pt x="691141" y="661036"/>
                </a:lnTo>
                <a:lnTo>
                  <a:pt x="698118" y="662623"/>
                </a:lnTo>
                <a:lnTo>
                  <a:pt x="704778" y="664211"/>
                </a:lnTo>
                <a:lnTo>
                  <a:pt x="711438" y="666433"/>
                </a:lnTo>
                <a:lnTo>
                  <a:pt x="718415" y="668338"/>
                </a:lnTo>
                <a:lnTo>
                  <a:pt x="724758" y="670878"/>
                </a:lnTo>
                <a:lnTo>
                  <a:pt x="731418" y="673418"/>
                </a:lnTo>
                <a:lnTo>
                  <a:pt x="737761" y="676276"/>
                </a:lnTo>
                <a:lnTo>
                  <a:pt x="744421" y="679133"/>
                </a:lnTo>
                <a:lnTo>
                  <a:pt x="750446" y="682308"/>
                </a:lnTo>
                <a:lnTo>
                  <a:pt x="763132" y="688976"/>
                </a:lnTo>
                <a:lnTo>
                  <a:pt x="775500" y="696596"/>
                </a:lnTo>
                <a:lnTo>
                  <a:pt x="787235" y="704533"/>
                </a:lnTo>
                <a:lnTo>
                  <a:pt x="798652" y="713423"/>
                </a:lnTo>
                <a:lnTo>
                  <a:pt x="809435" y="722631"/>
                </a:lnTo>
                <a:lnTo>
                  <a:pt x="819900" y="732791"/>
                </a:lnTo>
                <a:lnTo>
                  <a:pt x="830049" y="743586"/>
                </a:lnTo>
                <a:lnTo>
                  <a:pt x="839880" y="754698"/>
                </a:lnTo>
                <a:lnTo>
                  <a:pt x="849394" y="766446"/>
                </a:lnTo>
                <a:lnTo>
                  <a:pt x="858274" y="778511"/>
                </a:lnTo>
                <a:lnTo>
                  <a:pt x="866520" y="791211"/>
                </a:lnTo>
                <a:lnTo>
                  <a:pt x="874449" y="804546"/>
                </a:lnTo>
                <a:lnTo>
                  <a:pt x="881743" y="818198"/>
                </a:lnTo>
                <a:lnTo>
                  <a:pt x="888403" y="832168"/>
                </a:lnTo>
                <a:lnTo>
                  <a:pt x="894746" y="847091"/>
                </a:lnTo>
                <a:lnTo>
                  <a:pt x="900137" y="861696"/>
                </a:lnTo>
                <a:lnTo>
                  <a:pt x="905529" y="876936"/>
                </a:lnTo>
                <a:lnTo>
                  <a:pt x="909651" y="892811"/>
                </a:lnTo>
                <a:lnTo>
                  <a:pt x="913457" y="908686"/>
                </a:lnTo>
                <a:lnTo>
                  <a:pt x="916946" y="924878"/>
                </a:lnTo>
                <a:lnTo>
                  <a:pt x="919166" y="941706"/>
                </a:lnTo>
                <a:lnTo>
                  <a:pt x="921068" y="958533"/>
                </a:lnTo>
                <a:lnTo>
                  <a:pt x="922020" y="975678"/>
                </a:lnTo>
                <a:lnTo>
                  <a:pt x="922337" y="992823"/>
                </a:lnTo>
                <a:lnTo>
                  <a:pt x="922337" y="1002031"/>
                </a:lnTo>
                <a:lnTo>
                  <a:pt x="922020" y="1010921"/>
                </a:lnTo>
                <a:lnTo>
                  <a:pt x="921386" y="1019811"/>
                </a:lnTo>
                <a:lnTo>
                  <a:pt x="920434" y="1028384"/>
                </a:lnTo>
                <a:lnTo>
                  <a:pt x="919483" y="1037274"/>
                </a:lnTo>
                <a:lnTo>
                  <a:pt x="918214" y="1045846"/>
                </a:lnTo>
                <a:lnTo>
                  <a:pt x="916628" y="1054419"/>
                </a:lnTo>
                <a:lnTo>
                  <a:pt x="915043" y="1062674"/>
                </a:lnTo>
                <a:lnTo>
                  <a:pt x="912823" y="1070929"/>
                </a:lnTo>
                <a:lnTo>
                  <a:pt x="910603" y="1079501"/>
                </a:lnTo>
                <a:lnTo>
                  <a:pt x="908383" y="1087756"/>
                </a:lnTo>
                <a:lnTo>
                  <a:pt x="906163" y="1095694"/>
                </a:lnTo>
                <a:lnTo>
                  <a:pt x="903309" y="1103631"/>
                </a:lnTo>
                <a:lnTo>
                  <a:pt x="900137" y="1111569"/>
                </a:lnTo>
                <a:lnTo>
                  <a:pt x="897283" y="1119189"/>
                </a:lnTo>
                <a:lnTo>
                  <a:pt x="894111" y="1126809"/>
                </a:lnTo>
                <a:lnTo>
                  <a:pt x="887134" y="1141731"/>
                </a:lnTo>
                <a:lnTo>
                  <a:pt x="879523" y="1156336"/>
                </a:lnTo>
                <a:lnTo>
                  <a:pt x="871277" y="1170624"/>
                </a:lnTo>
                <a:lnTo>
                  <a:pt x="862714" y="1184276"/>
                </a:lnTo>
                <a:lnTo>
                  <a:pt x="853517" y="1197611"/>
                </a:lnTo>
                <a:lnTo>
                  <a:pt x="843686" y="1209994"/>
                </a:lnTo>
                <a:lnTo>
                  <a:pt x="833854" y="1222376"/>
                </a:lnTo>
                <a:lnTo>
                  <a:pt x="823389" y="1233806"/>
                </a:lnTo>
                <a:lnTo>
                  <a:pt x="812606" y="1244919"/>
                </a:lnTo>
                <a:lnTo>
                  <a:pt x="801823" y="1255396"/>
                </a:lnTo>
                <a:lnTo>
                  <a:pt x="790406" y="1265239"/>
                </a:lnTo>
                <a:lnTo>
                  <a:pt x="778989" y="1274446"/>
                </a:lnTo>
                <a:lnTo>
                  <a:pt x="767255" y="1282701"/>
                </a:lnTo>
                <a:lnTo>
                  <a:pt x="755521" y="1290956"/>
                </a:lnTo>
                <a:lnTo>
                  <a:pt x="743786" y="1298259"/>
                </a:lnTo>
                <a:lnTo>
                  <a:pt x="732052" y="1304609"/>
                </a:lnTo>
                <a:lnTo>
                  <a:pt x="720318" y="1310641"/>
                </a:lnTo>
                <a:lnTo>
                  <a:pt x="708584" y="1315721"/>
                </a:lnTo>
                <a:lnTo>
                  <a:pt x="696849" y="1320166"/>
                </a:lnTo>
                <a:lnTo>
                  <a:pt x="685432" y="1323659"/>
                </a:lnTo>
                <a:lnTo>
                  <a:pt x="674015" y="1326516"/>
                </a:lnTo>
                <a:lnTo>
                  <a:pt x="662915" y="1328421"/>
                </a:lnTo>
                <a:lnTo>
                  <a:pt x="657207" y="1329374"/>
                </a:lnTo>
                <a:lnTo>
                  <a:pt x="652132" y="1329691"/>
                </a:lnTo>
                <a:lnTo>
                  <a:pt x="646424" y="1330009"/>
                </a:lnTo>
                <a:lnTo>
                  <a:pt x="641349" y="1330326"/>
                </a:lnTo>
                <a:lnTo>
                  <a:pt x="635958" y="1330009"/>
                </a:lnTo>
                <a:lnTo>
                  <a:pt x="630884" y="1329691"/>
                </a:lnTo>
                <a:lnTo>
                  <a:pt x="625492" y="1329374"/>
                </a:lnTo>
                <a:lnTo>
                  <a:pt x="620101" y="1328421"/>
                </a:lnTo>
                <a:lnTo>
                  <a:pt x="609001" y="1326516"/>
                </a:lnTo>
                <a:lnTo>
                  <a:pt x="597584" y="1323659"/>
                </a:lnTo>
                <a:lnTo>
                  <a:pt x="585850" y="1320166"/>
                </a:lnTo>
                <a:lnTo>
                  <a:pt x="574433" y="1315721"/>
                </a:lnTo>
                <a:lnTo>
                  <a:pt x="562698" y="1310641"/>
                </a:lnTo>
                <a:lnTo>
                  <a:pt x="550647" y="1304609"/>
                </a:lnTo>
                <a:lnTo>
                  <a:pt x="538913" y="1298259"/>
                </a:lnTo>
                <a:lnTo>
                  <a:pt x="527179" y="1290956"/>
                </a:lnTo>
                <a:lnTo>
                  <a:pt x="515444" y="1282701"/>
                </a:lnTo>
                <a:lnTo>
                  <a:pt x="503710" y="1274446"/>
                </a:lnTo>
                <a:lnTo>
                  <a:pt x="492293" y="1265239"/>
                </a:lnTo>
                <a:lnTo>
                  <a:pt x="481193" y="1255396"/>
                </a:lnTo>
                <a:lnTo>
                  <a:pt x="470093" y="1244919"/>
                </a:lnTo>
                <a:lnTo>
                  <a:pt x="459310" y="1233806"/>
                </a:lnTo>
                <a:lnTo>
                  <a:pt x="448845" y="1222376"/>
                </a:lnTo>
                <a:lnTo>
                  <a:pt x="438696" y="1209994"/>
                </a:lnTo>
                <a:lnTo>
                  <a:pt x="429499" y="1197611"/>
                </a:lnTo>
                <a:lnTo>
                  <a:pt x="419985" y="1184276"/>
                </a:lnTo>
                <a:lnTo>
                  <a:pt x="411422" y="1170624"/>
                </a:lnTo>
                <a:lnTo>
                  <a:pt x="403176" y="1156336"/>
                </a:lnTo>
                <a:lnTo>
                  <a:pt x="395565" y="1141731"/>
                </a:lnTo>
                <a:lnTo>
                  <a:pt x="388588" y="1126809"/>
                </a:lnTo>
                <a:lnTo>
                  <a:pt x="385416" y="1119189"/>
                </a:lnTo>
                <a:lnTo>
                  <a:pt x="382245" y="1111569"/>
                </a:lnTo>
                <a:lnTo>
                  <a:pt x="379390" y="1103631"/>
                </a:lnTo>
                <a:lnTo>
                  <a:pt x="376853" y="1095694"/>
                </a:lnTo>
                <a:lnTo>
                  <a:pt x="374316" y="1087756"/>
                </a:lnTo>
                <a:lnTo>
                  <a:pt x="372096" y="1079501"/>
                </a:lnTo>
                <a:lnTo>
                  <a:pt x="369559" y="1070929"/>
                </a:lnTo>
                <a:lnTo>
                  <a:pt x="367656" y="1062674"/>
                </a:lnTo>
                <a:lnTo>
                  <a:pt x="366071" y="1054419"/>
                </a:lnTo>
                <a:lnTo>
                  <a:pt x="364485" y="1045846"/>
                </a:lnTo>
                <a:lnTo>
                  <a:pt x="363216" y="1037274"/>
                </a:lnTo>
                <a:lnTo>
                  <a:pt x="362265" y="1028384"/>
                </a:lnTo>
                <a:lnTo>
                  <a:pt x="361313" y="1019811"/>
                </a:lnTo>
                <a:lnTo>
                  <a:pt x="360996" y="1010921"/>
                </a:lnTo>
                <a:lnTo>
                  <a:pt x="360362" y="1002031"/>
                </a:lnTo>
                <a:lnTo>
                  <a:pt x="360362" y="992823"/>
                </a:lnTo>
                <a:lnTo>
                  <a:pt x="360679" y="975678"/>
                </a:lnTo>
                <a:lnTo>
                  <a:pt x="361948" y="958533"/>
                </a:lnTo>
                <a:lnTo>
                  <a:pt x="363533" y="941706"/>
                </a:lnTo>
                <a:lnTo>
                  <a:pt x="366071" y="924878"/>
                </a:lnTo>
                <a:lnTo>
                  <a:pt x="368925" y="908686"/>
                </a:lnTo>
                <a:lnTo>
                  <a:pt x="373048" y="892811"/>
                </a:lnTo>
                <a:lnTo>
                  <a:pt x="377171" y="876936"/>
                </a:lnTo>
                <a:lnTo>
                  <a:pt x="382245" y="861696"/>
                </a:lnTo>
                <a:lnTo>
                  <a:pt x="387953" y="847091"/>
                </a:lnTo>
                <a:lnTo>
                  <a:pt x="393979" y="832168"/>
                </a:lnTo>
                <a:lnTo>
                  <a:pt x="400956" y="818198"/>
                </a:lnTo>
                <a:lnTo>
                  <a:pt x="408568" y="804546"/>
                </a:lnTo>
                <a:lnTo>
                  <a:pt x="416179" y="791211"/>
                </a:lnTo>
                <a:lnTo>
                  <a:pt x="424425" y="778511"/>
                </a:lnTo>
                <a:lnTo>
                  <a:pt x="433305" y="766446"/>
                </a:lnTo>
                <a:lnTo>
                  <a:pt x="442819" y="754698"/>
                </a:lnTo>
                <a:lnTo>
                  <a:pt x="452650" y="743586"/>
                </a:lnTo>
                <a:lnTo>
                  <a:pt x="462482" y="732791"/>
                </a:lnTo>
                <a:lnTo>
                  <a:pt x="473264" y="722631"/>
                </a:lnTo>
                <a:lnTo>
                  <a:pt x="484047" y="713423"/>
                </a:lnTo>
                <a:lnTo>
                  <a:pt x="495464" y="704533"/>
                </a:lnTo>
                <a:lnTo>
                  <a:pt x="507516" y="696596"/>
                </a:lnTo>
                <a:lnTo>
                  <a:pt x="519567" y="688976"/>
                </a:lnTo>
                <a:lnTo>
                  <a:pt x="531936" y="682308"/>
                </a:lnTo>
                <a:lnTo>
                  <a:pt x="538278" y="679133"/>
                </a:lnTo>
                <a:lnTo>
                  <a:pt x="544938" y="676276"/>
                </a:lnTo>
                <a:lnTo>
                  <a:pt x="551281" y="673418"/>
                </a:lnTo>
                <a:lnTo>
                  <a:pt x="557941" y="670878"/>
                </a:lnTo>
                <a:lnTo>
                  <a:pt x="564284" y="668338"/>
                </a:lnTo>
                <a:lnTo>
                  <a:pt x="571261" y="666433"/>
                </a:lnTo>
                <a:lnTo>
                  <a:pt x="577921" y="664211"/>
                </a:lnTo>
                <a:lnTo>
                  <a:pt x="584898" y="662623"/>
                </a:lnTo>
                <a:lnTo>
                  <a:pt x="591875" y="661036"/>
                </a:lnTo>
                <a:lnTo>
                  <a:pt x="598535" y="659766"/>
                </a:lnTo>
                <a:lnTo>
                  <a:pt x="605830" y="658178"/>
                </a:lnTo>
                <a:lnTo>
                  <a:pt x="612490" y="657226"/>
                </a:lnTo>
                <a:lnTo>
                  <a:pt x="619784" y="656591"/>
                </a:lnTo>
                <a:lnTo>
                  <a:pt x="627078" y="655956"/>
                </a:lnTo>
                <a:lnTo>
                  <a:pt x="634055" y="655638"/>
                </a:lnTo>
                <a:close/>
                <a:moveTo>
                  <a:pt x="1604962" y="463550"/>
                </a:moveTo>
                <a:lnTo>
                  <a:pt x="1776412" y="463550"/>
                </a:lnTo>
                <a:lnTo>
                  <a:pt x="1776412" y="1252538"/>
                </a:lnTo>
                <a:lnTo>
                  <a:pt x="1604962" y="1252538"/>
                </a:lnTo>
                <a:lnTo>
                  <a:pt x="1604962" y="463550"/>
                </a:lnTo>
                <a:close/>
                <a:moveTo>
                  <a:pt x="0" y="0"/>
                </a:moveTo>
                <a:lnTo>
                  <a:pt x="2125663" y="0"/>
                </a:lnTo>
                <a:lnTo>
                  <a:pt x="2125663" y="171553"/>
                </a:lnTo>
                <a:lnTo>
                  <a:pt x="2039621" y="171553"/>
                </a:lnTo>
                <a:lnTo>
                  <a:pt x="2039621" y="1577975"/>
                </a:lnTo>
                <a:lnTo>
                  <a:pt x="1252220" y="1577975"/>
                </a:lnTo>
                <a:lnTo>
                  <a:pt x="1252220" y="1449310"/>
                </a:lnTo>
                <a:lnTo>
                  <a:pt x="1911033" y="1449310"/>
                </a:lnTo>
                <a:lnTo>
                  <a:pt x="1911033" y="171553"/>
                </a:lnTo>
                <a:lnTo>
                  <a:pt x="195263" y="171553"/>
                </a:lnTo>
                <a:lnTo>
                  <a:pt x="195263" y="1249164"/>
                </a:lnTo>
                <a:lnTo>
                  <a:pt x="66675" y="1249164"/>
                </a:lnTo>
                <a:lnTo>
                  <a:pt x="66675" y="171553"/>
                </a:lnTo>
                <a:lnTo>
                  <a:pt x="0" y="171553"/>
                </a:lnTo>
                <a:lnTo>
                  <a:pt x="0" y="0"/>
                </a:lnTo>
                <a:close/>
              </a:path>
            </a:pathLst>
          </a:custGeom>
          <a:solidFill>
            <a:schemeClr val="bg1"/>
          </a:solidFill>
          <a:ln>
            <a:noFill/>
          </a:ln>
        </p:spPr>
        <p:txBody>
          <a:bodyPr anchor="ctr">
            <a:scene3d>
              <a:camera prst="orthographicFront"/>
              <a:lightRig rig="threePt" dir="t"/>
            </a:scene3d>
            <a:sp3d contourW="12700">
              <a:contourClr>
                <a:srgbClr val="FFFFFF"/>
              </a:contourClr>
            </a:sp3d>
          </a:bodyPr>
          <a:lstStyle/>
          <a:p>
            <a:pPr algn="ctr" defTabSz="1086582">
              <a:defRPr/>
            </a:pPr>
            <a:endParaRPr lang="zh-CN" altLang="en-US" sz="2139">
              <a:solidFill>
                <a:srgbClr val="FFFFFF"/>
              </a:solidFill>
              <a:latin typeface="Calibri"/>
              <a:ea typeface="宋体" panose="02010600030101010101" pitchFamily="2"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p:nvPr/>
        </p:nvSpPr>
        <p:spPr>
          <a:xfrm>
            <a:off x="611778" y="2695759"/>
            <a:ext cx="11038043" cy="10698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lnSpc>
                <a:spcPct val="150000"/>
              </a:lnSpc>
            </a:pPr>
            <a:r>
              <a:rPr sz="4800" b="1" i="0">
                <a:solidFill>
                  <a:srgbClr val="000000"/>
                </a:solidFill>
                <a:highlight>
                  <a:srgbClr val="FFFFFF">
                    <a:alpha val="0"/>
                  </a:srgbClr>
                </a:highlight>
                <a:latin typeface="微软雅黑" panose="020B0503020204020204" pitchFamily="34" charset="-122"/>
                <a:ea typeface="微软雅黑" panose="020B0503020204020204" pitchFamily="34" charset="-122"/>
                <a:sym typeface="微软雅黑" panose="020B0503020204020204" pitchFamily="34" charset="-122"/>
              </a:rPr>
              <a:t>谢 谢 大 家</a:t>
            </a:r>
          </a:p>
        </p:txBody>
      </p:sp>
    </p:spTree>
    <p:custDataLst>
      <p:tags r:id="rId1"/>
    </p:custDataLst>
  </p:cSld>
  <p:clrMapOvr>
    <a:masterClrMapping/>
  </p:clrMapOvr>
  <mc:AlternateContent xmlns:mc="http://schemas.openxmlformats.org/markup-compatibility/2006" xmlns:p159="http://schemas.microsoft.com/office/powerpoint/2015/09/main">
    <mc:Choice Requires="p159">
      <p:transition>
        <p159:morph option="byChar"/>
      </p:transition>
    </mc:Choice>
    <mc:Fallback xmlns="">
      <p:transition>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AS_NET" val="Unix 5.4 unknown"/>
  <p:tag name="AS_OS" val="Unix 5.4 unknown"/>
  <p:tag name="AS_RELEASE_DATE" val="2013.12.17"/>
  <p:tag name="AS_TITLE" val="Spire.Presentation for .NET "/>
  <p:tag name="AS_VERSION" val="2.1.0.0"/>
</p:tagLst>
</file>

<file path=ppt/tags/tag2.xml><?xml version="1.0" encoding="utf-8"?>
<p:tagLst xmlns:a="http://schemas.openxmlformats.org/drawingml/2006/main" xmlns:r="http://schemas.openxmlformats.org/officeDocument/2006/relationships" xmlns:p="http://schemas.openxmlformats.org/presentationml/2006/main">
  <p:tag name="TAG_SLIDE_THEME_COLOR" val="true"/>
</p:tagLst>
</file>

<file path=ppt/theme/theme1.xml><?xml version="1.0" encoding="utf-8"?>
<a:theme xmlns:a="http://schemas.openxmlformats.org/drawingml/2006/main" name="2_Office Theme_-2141169115">
  <a:themeElements>
    <a:clrScheme name="蓝色暖调">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角度">
      <a:majorFont>
        <a:latin typeface="Franklin Gothic Medium"/>
        <a:ea typeface=""/>
        <a:cs typeface=""/>
        <a:font script="Jpan" typeface="HG創英角ｺﾞｼｯｸUB"/>
        <a:font script="Hang" typeface="돋움"/>
        <a:font script="Hans" typeface="微软雅黑"/>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a:ea typeface=""/>
        <a:cs typeface=""/>
        <a:font script="Jpan" typeface="ＭＳ Ｐゴシック"/>
        <a:font script="Hang" typeface="맑은 고딕"/>
        <a:font script="Hans" typeface="隶书"/>
        <a:font script="Hant" typeface="新細明體"/>
        <a:font script="Arab" typeface="Arial"/>
        <a:font script="Hebr" typeface="Arial"/>
        <a:font script="Thai" typeface="Cord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Orya" typeface="Kalinga"/>
        <a:font script="Mlym" typeface="Kartika"/>
        <a:font script="Deva" typeface="Mangal"/>
        <a:font script="Mong" typeface="Mongolian Baiti"/>
        <a:font script="Ethi" typeface="Nyala"/>
        <a:font script="Geor" typeface="Sylfaen"/>
        <a:font script="Sinh" typeface="Iskoola Pota"/>
        <a:font script="Taml" typeface="Latha"/>
        <a:font script="Tibt" typeface="Microsoft Himalaya"/>
        <a:font script="Gujr" typeface="Shruti"/>
        <a:font script="Hant" typeface="新細明體"/>
        <a:font script="Khmr" typeface="MoolBoran"/>
        <a:font script="Laoo" typeface="DokChampa"/>
        <a:font script="Cher" typeface="Plantagenet Cherokee"/>
        <a:font script="Hans" typeface="宋体"/>
        <a:font script="Hebr" typeface="Times New Roman"/>
        <a:font script="Uigh" typeface="Microsoft Uighur"/>
        <a:font script="Guru" typeface="Raavi"/>
        <a:font script="Cans" typeface="Euphemia"/>
        <a:font script="Jpan" typeface="ＭＳ Ｐゴシック"/>
        <a:font script="Arab" typeface="Times New Roman"/>
        <a:font script="Syrc" typeface="Estrangelo Edessa"/>
        <a:font script="Hang" typeface="맑은 고딕"/>
        <a:font script="Viet" typeface="Times New Roman"/>
        <a:font script="Thai" typeface="Angsana New"/>
        <a:font script="Yiii" typeface="Microsoft Yi Baiti"/>
        <a:font script="Thaa" typeface="MV Boli"/>
        <a:font script="Beng" typeface="Vrinda"/>
        <a:font script="Telu" typeface="Gautami"/>
        <a:font script="Knda" typeface="Tunga"/>
      </a:majorFont>
      <a:minorFont>
        <a:latin typeface="Calibri"/>
        <a:ea typeface=""/>
        <a:cs typeface=""/>
        <a:font script="Orya" typeface="Kalinga"/>
        <a:font script="Mlym" typeface="Kartika"/>
        <a:font script="Deva" typeface="Mangal"/>
        <a:font script="Mong" typeface="Mongolian Baiti"/>
        <a:font script="Ethi" typeface="Nyala"/>
        <a:font script="Geor" typeface="Sylfaen"/>
        <a:font script="Sinh" typeface="Iskoola Pota"/>
        <a:font script="Taml" typeface="Latha"/>
        <a:font script="Tibt" typeface="Microsoft Himalaya"/>
        <a:font script="Gujr" typeface="Shruti"/>
        <a:font script="Hant" typeface="新細明體"/>
        <a:font script="Khmr" typeface="DaunPenh"/>
        <a:font script="Laoo" typeface="DokChampa"/>
        <a:font script="Cher" typeface="Plantagenet Cherokee"/>
        <a:font script="Hans" typeface="宋体"/>
        <a:font script="Hebr" typeface="Arial"/>
        <a:font script="Uigh" typeface="Microsoft Uighur"/>
        <a:font script="Guru" typeface="Raavi"/>
        <a:font script="Cans" typeface="Euphemia"/>
        <a:font script="Jpan" typeface="ＭＳ Ｐゴシック"/>
        <a:font script="Arab" typeface="Arial"/>
        <a:font script="Syrc" typeface="Estrangelo Edessa"/>
        <a:font script="Hang" typeface="맑은 고딕"/>
        <a:font script="Viet" typeface="Arial"/>
        <a:font script="Thai" typeface="Cordia New"/>
        <a:font script="Yiii" typeface="Microsoft Yi Baiti"/>
        <a:font script="Thaa" typeface="MV Boli"/>
        <a:font script="Beng" typeface="Vrinda"/>
        <a:font script="Telu" typeface="Gautami"/>
        <a:font script="Knda" typeface="Tunga"/>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tileRect/>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tileRect/>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tileRect/>
        </a:gradFill>
        <a:gradFill rotWithShape="1">
          <a:gsLst>
            <a:gs pos="0">
              <a:schemeClr val="phClr">
                <a:tint val="80000"/>
                <a:satMod val="300000"/>
              </a:schemeClr>
            </a:gs>
            <a:gs pos="100000">
              <a:schemeClr val="phClr">
                <a:shade val="30000"/>
                <a:satMod val="200000"/>
              </a:schemeClr>
            </a:gs>
          </a:gsLst>
          <a:path path="circle">
            <a:fillToRect l="50000" t="50000" r="50000" b="50000"/>
          </a:path>
          <a:tileRect/>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3797</TotalTime>
  <Words>629</Words>
  <Application>Microsoft Office PowerPoint</Application>
  <PresentationFormat>宽屏</PresentationFormat>
  <Paragraphs>73</Paragraphs>
  <Slides>15</Slides>
  <Notes>4</Notes>
  <HiddenSlides>0</HiddenSlides>
  <MMClips>0</MMClips>
  <ScaleCrop>false</ScaleCrop>
  <HeadingPairs>
    <vt:vector size="6" baseType="variant">
      <vt:variant>
        <vt:lpstr>已用的字体</vt:lpstr>
      </vt:variant>
      <vt:variant>
        <vt:i4>8</vt:i4>
      </vt:variant>
      <vt:variant>
        <vt:lpstr>主题</vt:lpstr>
      </vt:variant>
      <vt:variant>
        <vt:i4>3</vt:i4>
      </vt:variant>
      <vt:variant>
        <vt:lpstr>幻灯片标题</vt:lpstr>
      </vt:variant>
      <vt:variant>
        <vt:i4>15</vt:i4>
      </vt:variant>
    </vt:vector>
  </HeadingPairs>
  <TitlesOfParts>
    <vt:vector size="26" baseType="lpstr">
      <vt:lpstr>等线</vt:lpstr>
      <vt:lpstr>等线 Light</vt:lpstr>
      <vt:lpstr>仿宋</vt:lpstr>
      <vt:lpstr>微软雅黑</vt:lpstr>
      <vt:lpstr>新宋体</vt:lpstr>
      <vt:lpstr>Arial</vt:lpstr>
      <vt:lpstr>Calibri</vt:lpstr>
      <vt:lpstr>Cambria</vt:lpstr>
      <vt:lpstr>2_Office Theme_-2141169115</vt:lpstr>
      <vt:lpstr>Office 主题​​</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吴秉昊</dc:creator>
  <cp:lastModifiedBy>samuche@qq.com</cp:lastModifiedBy>
  <cp:revision>219</cp:revision>
  <dcterms:created xsi:type="dcterms:W3CDTF">2024-03-14T10:28:33Z</dcterms:created>
  <dcterms:modified xsi:type="dcterms:W3CDTF">2024-10-14T13:10:41Z</dcterms:modified>
</cp:coreProperties>
</file>