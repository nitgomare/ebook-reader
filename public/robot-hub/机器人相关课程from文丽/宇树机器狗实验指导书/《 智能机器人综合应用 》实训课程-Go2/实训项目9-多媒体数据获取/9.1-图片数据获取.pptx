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1.xml" ContentType="application/vnd.openxmlformats-officedocument.presentationml.tags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2"/>
  </p:sldMasterIdLst>
  <p:notesMasterIdLst>
    <p:notesMasterId r:id="rId11"/>
  </p:notesMasterIdLst>
  <p:sldIdLst>
    <p:sldId id="11090117" r:id="rId3"/>
    <p:sldId id="272" r:id="rId4"/>
    <p:sldId id="11090138" r:id="rId5"/>
    <p:sldId id="11090139" r:id="rId6"/>
    <p:sldId id="11090140" r:id="rId7"/>
    <p:sldId id="11090141" r:id="rId8"/>
    <p:sldId id="273" r:id="rId9"/>
    <p:sldId id="288" r:id="rId10"/>
  </p:sldIdLst>
  <p:sldSz cx="10260013" cy="539591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763">
          <p15:clr>
            <a:srgbClr val="A4A3A4"/>
          </p15:clr>
        </p15:guide>
        <p15:guide id="2" pos="3245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王倩倩" initials="Wqq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58ED5"/>
    <a:srgbClr val="F2F2F2"/>
    <a:srgbClr val="7DCDFF"/>
    <a:srgbClr val="9BD9FF"/>
    <a:srgbClr val="8AE1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72" autoAdjust="0"/>
    <p:restoredTop sz="94660"/>
  </p:normalViewPr>
  <p:slideViewPr>
    <p:cSldViewPr>
      <p:cViewPr varScale="1">
        <p:scale>
          <a:sx n="111" d="100"/>
          <a:sy n="111" d="100"/>
        </p:scale>
        <p:origin x="82" y="125"/>
      </p:cViewPr>
      <p:guideLst>
        <p:guide orient="horz" pos="1763"/>
        <p:guide pos="3245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presProps" Target="pres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commentAuthors" Target="commentAuthors.xml"/><Relationship Id="rId2" Type="http://schemas.openxmlformats.org/officeDocument/2006/relationships/slideMaster" Target="slideMasters/slideMaster2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15" Type="http://schemas.openxmlformats.org/officeDocument/2006/relationships/theme" Target="theme/theme1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0FEC91-376F-4B3F-A168-65C97BFAF660}" type="datetimeFigureOut">
              <a:rPr lang="zh-CN" altLang="en-US" smtClean="0"/>
              <a:t>2024/10/21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69863" y="685800"/>
            <a:ext cx="651827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528F52-921D-4B5E-90E1-89DF6F6F587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01C5E1-D8E9-464D-A93E-CE21651935A7}" type="slidenum">
              <a:rPr lang="en-US" smtClean="0"/>
              <a:t>8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769501" y="1676384"/>
            <a:ext cx="8721013" cy="115673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39002" y="3057965"/>
            <a:ext cx="7182011" cy="1379082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6004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71945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79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43891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9895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1583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51841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8778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D6143D-C007-4F7D-8B9B-81A7FCC12036}" type="datetimeFigureOut">
              <a:rPr lang="zh-CN" altLang="en-US" smtClean="0"/>
              <a:t>2024/10/21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C7CE68-6336-48CD-AE7B-F127D826DA1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D6143D-C007-4F7D-8B9B-81A7FCC12036}" type="datetimeFigureOut">
              <a:rPr lang="zh-CN" altLang="en-US" smtClean="0"/>
              <a:t>2024/10/21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C7CE68-6336-48CD-AE7B-F127D826DA1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10471" y="3467692"/>
            <a:ext cx="8721013" cy="1071787"/>
          </a:xfrm>
        </p:spPr>
        <p:txBody>
          <a:bodyPr anchor="t"/>
          <a:lstStyle>
            <a:lvl1pPr algn="l">
              <a:defRPr sz="3150" b="1" cap="all"/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10471" y="2287228"/>
            <a:ext cx="8721013" cy="1180464"/>
          </a:xfrm>
        </p:spPr>
        <p:txBody>
          <a:bodyPr anchor="b"/>
          <a:lstStyle>
            <a:lvl1pPr marL="0" indent="0">
              <a:buNone/>
              <a:defRPr sz="1575">
                <a:solidFill>
                  <a:schemeClr val="tx1">
                    <a:tint val="75000"/>
                  </a:schemeClr>
                </a:solidFill>
              </a:defRPr>
            </a:lvl1pPr>
            <a:lvl2pPr marL="360045" indent="0">
              <a:buNone/>
              <a:defRPr sz="1415">
                <a:solidFill>
                  <a:schemeClr val="tx1">
                    <a:tint val="75000"/>
                  </a:schemeClr>
                </a:solidFill>
              </a:defRPr>
            </a:lvl2pPr>
            <a:lvl3pPr marL="719455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3pPr>
            <a:lvl4pPr marL="10795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4pPr>
            <a:lvl5pPr marL="143891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5pPr>
            <a:lvl6pPr marL="1798955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6pPr>
            <a:lvl7pPr marL="2158365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7pPr>
            <a:lvl8pPr marL="251841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8pPr>
            <a:lvl9pPr marL="287782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D6143D-C007-4F7D-8B9B-81A7FCC12036}" type="datetimeFigureOut">
              <a:rPr lang="zh-CN" altLang="en-US" smtClean="0"/>
              <a:t>2024/10/21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C7CE68-6336-48CD-AE7B-F127D826DA1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513001" y="1259162"/>
            <a:ext cx="4531507" cy="3561380"/>
          </a:xfrm>
        </p:spPr>
        <p:txBody>
          <a:bodyPr/>
          <a:lstStyle>
            <a:lvl1pPr>
              <a:defRPr sz="2205"/>
            </a:lvl1pPr>
            <a:lvl2pPr>
              <a:defRPr sz="1890"/>
            </a:lvl2pPr>
            <a:lvl3pPr>
              <a:defRPr sz="1575"/>
            </a:lvl3pPr>
            <a:lvl4pPr>
              <a:defRPr sz="1415"/>
            </a:lvl4pPr>
            <a:lvl5pPr>
              <a:defRPr sz="1415"/>
            </a:lvl5pPr>
            <a:lvl6pPr>
              <a:defRPr sz="1415"/>
            </a:lvl6pPr>
            <a:lvl7pPr>
              <a:defRPr sz="1415"/>
            </a:lvl7pPr>
            <a:lvl8pPr>
              <a:defRPr sz="1415"/>
            </a:lvl8pPr>
            <a:lvl9pPr>
              <a:defRPr sz="1415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215508" y="1259162"/>
            <a:ext cx="4531507" cy="3561380"/>
          </a:xfrm>
        </p:spPr>
        <p:txBody>
          <a:bodyPr/>
          <a:lstStyle>
            <a:lvl1pPr>
              <a:defRPr sz="2205"/>
            </a:lvl1pPr>
            <a:lvl2pPr>
              <a:defRPr sz="1890"/>
            </a:lvl2pPr>
            <a:lvl3pPr>
              <a:defRPr sz="1575"/>
            </a:lvl3pPr>
            <a:lvl4pPr>
              <a:defRPr sz="1415"/>
            </a:lvl4pPr>
            <a:lvl5pPr>
              <a:defRPr sz="1415"/>
            </a:lvl5pPr>
            <a:lvl6pPr>
              <a:defRPr sz="1415"/>
            </a:lvl6pPr>
            <a:lvl7pPr>
              <a:defRPr sz="1415"/>
            </a:lvl7pPr>
            <a:lvl8pPr>
              <a:defRPr sz="1415"/>
            </a:lvl8pPr>
            <a:lvl9pPr>
              <a:defRPr sz="1415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D6143D-C007-4F7D-8B9B-81A7FCC12036}" type="datetimeFigureOut">
              <a:rPr lang="zh-CN" altLang="en-US" smtClean="0"/>
              <a:t>2024/10/21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C7CE68-6336-48CD-AE7B-F127D826DA1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513001" y="1207946"/>
            <a:ext cx="4533289" cy="503415"/>
          </a:xfrm>
        </p:spPr>
        <p:txBody>
          <a:bodyPr anchor="b"/>
          <a:lstStyle>
            <a:lvl1pPr marL="0" indent="0">
              <a:buNone/>
              <a:defRPr sz="1890" b="1"/>
            </a:lvl1pPr>
            <a:lvl2pPr marL="360045" indent="0">
              <a:buNone/>
              <a:defRPr sz="1575" b="1"/>
            </a:lvl2pPr>
            <a:lvl3pPr marL="719455" indent="0">
              <a:buNone/>
              <a:defRPr sz="1415" b="1"/>
            </a:lvl3pPr>
            <a:lvl4pPr marL="1079500" indent="0">
              <a:buNone/>
              <a:defRPr sz="1260" b="1"/>
            </a:lvl4pPr>
            <a:lvl5pPr marL="1438910" indent="0">
              <a:buNone/>
              <a:defRPr sz="1260" b="1"/>
            </a:lvl5pPr>
            <a:lvl6pPr marL="1798955" indent="0">
              <a:buNone/>
              <a:defRPr sz="1260" b="1"/>
            </a:lvl6pPr>
            <a:lvl7pPr marL="2158365" indent="0">
              <a:buNone/>
              <a:defRPr sz="1260" b="1"/>
            </a:lvl7pPr>
            <a:lvl8pPr marL="2518410" indent="0">
              <a:buNone/>
              <a:defRPr sz="1260" b="1"/>
            </a:lvl8pPr>
            <a:lvl9pPr marL="2877820" indent="0">
              <a:buNone/>
              <a:defRPr sz="126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13001" y="1711361"/>
            <a:ext cx="4533289" cy="3109181"/>
          </a:xfrm>
        </p:spPr>
        <p:txBody>
          <a:bodyPr/>
          <a:lstStyle>
            <a:lvl1pPr>
              <a:defRPr sz="1890"/>
            </a:lvl1pPr>
            <a:lvl2pPr>
              <a:defRPr sz="1575"/>
            </a:lvl2pPr>
            <a:lvl3pPr>
              <a:defRPr sz="1415"/>
            </a:lvl3pPr>
            <a:lvl4pPr>
              <a:defRPr sz="1260"/>
            </a:lvl4pPr>
            <a:lvl5pPr>
              <a:defRPr sz="1260"/>
            </a:lvl5pPr>
            <a:lvl6pPr>
              <a:defRPr sz="1260"/>
            </a:lvl6pPr>
            <a:lvl7pPr>
              <a:defRPr sz="1260"/>
            </a:lvl7pPr>
            <a:lvl8pPr>
              <a:defRPr sz="1260"/>
            </a:lvl8pPr>
            <a:lvl9pPr>
              <a:defRPr sz="126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5211945" y="1207946"/>
            <a:ext cx="4535069" cy="503415"/>
          </a:xfrm>
        </p:spPr>
        <p:txBody>
          <a:bodyPr anchor="b"/>
          <a:lstStyle>
            <a:lvl1pPr marL="0" indent="0">
              <a:buNone/>
              <a:defRPr sz="1890" b="1"/>
            </a:lvl1pPr>
            <a:lvl2pPr marL="360045" indent="0">
              <a:buNone/>
              <a:defRPr sz="1575" b="1"/>
            </a:lvl2pPr>
            <a:lvl3pPr marL="719455" indent="0">
              <a:buNone/>
              <a:defRPr sz="1415" b="1"/>
            </a:lvl3pPr>
            <a:lvl4pPr marL="1079500" indent="0">
              <a:buNone/>
              <a:defRPr sz="1260" b="1"/>
            </a:lvl4pPr>
            <a:lvl5pPr marL="1438910" indent="0">
              <a:buNone/>
              <a:defRPr sz="1260" b="1"/>
            </a:lvl5pPr>
            <a:lvl6pPr marL="1798955" indent="0">
              <a:buNone/>
              <a:defRPr sz="1260" b="1"/>
            </a:lvl6pPr>
            <a:lvl7pPr marL="2158365" indent="0">
              <a:buNone/>
              <a:defRPr sz="1260" b="1"/>
            </a:lvl7pPr>
            <a:lvl8pPr marL="2518410" indent="0">
              <a:buNone/>
              <a:defRPr sz="1260" b="1"/>
            </a:lvl8pPr>
            <a:lvl9pPr marL="2877820" indent="0">
              <a:buNone/>
              <a:defRPr sz="126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5211945" y="1711361"/>
            <a:ext cx="4535069" cy="3109181"/>
          </a:xfrm>
        </p:spPr>
        <p:txBody>
          <a:bodyPr/>
          <a:lstStyle>
            <a:lvl1pPr>
              <a:defRPr sz="1890"/>
            </a:lvl1pPr>
            <a:lvl2pPr>
              <a:defRPr sz="1575"/>
            </a:lvl2pPr>
            <a:lvl3pPr>
              <a:defRPr sz="1415"/>
            </a:lvl3pPr>
            <a:lvl4pPr>
              <a:defRPr sz="1260"/>
            </a:lvl4pPr>
            <a:lvl5pPr>
              <a:defRPr sz="1260"/>
            </a:lvl5pPr>
            <a:lvl6pPr>
              <a:defRPr sz="1260"/>
            </a:lvl6pPr>
            <a:lvl7pPr>
              <a:defRPr sz="1260"/>
            </a:lvl7pPr>
            <a:lvl8pPr>
              <a:defRPr sz="1260"/>
            </a:lvl8pPr>
            <a:lvl9pPr>
              <a:defRPr sz="126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D6143D-C007-4F7D-8B9B-81A7FCC12036}" type="datetimeFigureOut">
              <a:rPr lang="zh-CN" altLang="en-US" smtClean="0"/>
              <a:t>2024/10/21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C7CE68-6336-48CD-AE7B-F127D826DA1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D6143D-C007-4F7D-8B9B-81A7FCC12036}" type="datetimeFigureOut">
              <a:rPr lang="zh-CN" altLang="en-US" smtClean="0"/>
              <a:t>2024/10/21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C7CE68-6336-48CD-AE7B-F127D826DA1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D6143D-C007-4F7D-8B9B-81A7FCC12036}" type="datetimeFigureOut">
              <a:rPr lang="zh-CN" altLang="en-US" smtClean="0"/>
              <a:t>2024/10/21</a:t>
            </a:fld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C7CE68-6336-48CD-AE7B-F127D826DA1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13001" y="214857"/>
            <a:ext cx="3375474" cy="914391"/>
          </a:xfrm>
        </p:spPr>
        <p:txBody>
          <a:bodyPr anchor="b"/>
          <a:lstStyle>
            <a:lvl1pPr algn="l">
              <a:defRPr sz="1575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011381" y="214857"/>
            <a:ext cx="5735634" cy="4605685"/>
          </a:xfrm>
        </p:spPr>
        <p:txBody>
          <a:bodyPr/>
          <a:lstStyle>
            <a:lvl1pPr>
              <a:defRPr sz="2520"/>
            </a:lvl1pPr>
            <a:lvl2pPr>
              <a:defRPr sz="2205"/>
            </a:lvl2pPr>
            <a:lvl3pPr>
              <a:defRPr sz="1890"/>
            </a:lvl3pPr>
            <a:lvl4pPr>
              <a:defRPr sz="1575"/>
            </a:lvl4pPr>
            <a:lvl5pPr>
              <a:defRPr sz="1575"/>
            </a:lvl5pPr>
            <a:lvl6pPr>
              <a:defRPr sz="1575"/>
            </a:lvl6pPr>
            <a:lvl7pPr>
              <a:defRPr sz="1575"/>
            </a:lvl7pPr>
            <a:lvl8pPr>
              <a:defRPr sz="1575"/>
            </a:lvl8pPr>
            <a:lvl9pPr>
              <a:defRPr sz="1575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513001" y="1129248"/>
            <a:ext cx="3375474" cy="3691293"/>
          </a:xfrm>
        </p:spPr>
        <p:txBody>
          <a:bodyPr/>
          <a:lstStyle>
            <a:lvl1pPr marL="0" indent="0">
              <a:buNone/>
              <a:defRPr sz="1100"/>
            </a:lvl1pPr>
            <a:lvl2pPr marL="360045" indent="0">
              <a:buNone/>
              <a:defRPr sz="945"/>
            </a:lvl2pPr>
            <a:lvl3pPr marL="719455" indent="0">
              <a:buNone/>
              <a:defRPr sz="785"/>
            </a:lvl3pPr>
            <a:lvl4pPr marL="1079500" indent="0">
              <a:buNone/>
              <a:defRPr sz="710"/>
            </a:lvl4pPr>
            <a:lvl5pPr marL="1438910" indent="0">
              <a:buNone/>
              <a:defRPr sz="710"/>
            </a:lvl5pPr>
            <a:lvl6pPr marL="1798955" indent="0">
              <a:buNone/>
              <a:defRPr sz="710"/>
            </a:lvl6pPr>
            <a:lvl7pPr marL="2158365" indent="0">
              <a:buNone/>
              <a:defRPr sz="710"/>
            </a:lvl7pPr>
            <a:lvl8pPr marL="2518410" indent="0">
              <a:buNone/>
              <a:defRPr sz="710"/>
            </a:lvl8pPr>
            <a:lvl9pPr marL="2877820" indent="0">
              <a:buNone/>
              <a:defRPr sz="71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D6143D-C007-4F7D-8B9B-81A7FCC12036}" type="datetimeFigureOut">
              <a:rPr lang="zh-CN" altLang="en-US" smtClean="0"/>
              <a:t>2024/10/21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C7CE68-6336-48CD-AE7B-F127D826DA1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011035" y="3777486"/>
            <a:ext cx="6156009" cy="445954"/>
          </a:xfrm>
        </p:spPr>
        <p:txBody>
          <a:bodyPr anchor="b"/>
          <a:lstStyle>
            <a:lvl1pPr algn="l">
              <a:defRPr sz="1575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011035" y="482179"/>
            <a:ext cx="6156009" cy="3237845"/>
          </a:xfrm>
        </p:spPr>
        <p:txBody>
          <a:bodyPr/>
          <a:lstStyle>
            <a:lvl1pPr marL="0" indent="0">
              <a:buNone/>
              <a:defRPr sz="2520"/>
            </a:lvl1pPr>
            <a:lvl2pPr marL="360045" indent="0">
              <a:buNone/>
              <a:defRPr sz="2205"/>
            </a:lvl2pPr>
            <a:lvl3pPr marL="719455" indent="0">
              <a:buNone/>
              <a:defRPr sz="1890"/>
            </a:lvl3pPr>
            <a:lvl4pPr marL="1079500" indent="0">
              <a:buNone/>
              <a:defRPr sz="1575"/>
            </a:lvl4pPr>
            <a:lvl5pPr marL="1438910" indent="0">
              <a:buNone/>
              <a:defRPr sz="1575"/>
            </a:lvl5pPr>
            <a:lvl6pPr marL="1798955" indent="0">
              <a:buNone/>
              <a:defRPr sz="1575"/>
            </a:lvl6pPr>
            <a:lvl7pPr marL="2158365" indent="0">
              <a:buNone/>
              <a:defRPr sz="1575"/>
            </a:lvl7pPr>
            <a:lvl8pPr marL="2518410" indent="0">
              <a:buNone/>
              <a:defRPr sz="1575"/>
            </a:lvl8pPr>
            <a:lvl9pPr marL="2877820" indent="0">
              <a:buNone/>
              <a:defRPr sz="1575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011035" y="4223439"/>
            <a:ext cx="6156009" cy="633328"/>
          </a:xfrm>
        </p:spPr>
        <p:txBody>
          <a:bodyPr/>
          <a:lstStyle>
            <a:lvl1pPr marL="0" indent="0">
              <a:buNone/>
              <a:defRPr sz="1100"/>
            </a:lvl1pPr>
            <a:lvl2pPr marL="360045" indent="0">
              <a:buNone/>
              <a:defRPr sz="945"/>
            </a:lvl2pPr>
            <a:lvl3pPr marL="719455" indent="0">
              <a:buNone/>
              <a:defRPr sz="785"/>
            </a:lvl3pPr>
            <a:lvl4pPr marL="1079500" indent="0">
              <a:buNone/>
              <a:defRPr sz="710"/>
            </a:lvl4pPr>
            <a:lvl5pPr marL="1438910" indent="0">
              <a:buNone/>
              <a:defRPr sz="710"/>
            </a:lvl5pPr>
            <a:lvl6pPr marL="1798955" indent="0">
              <a:buNone/>
              <a:defRPr sz="710"/>
            </a:lvl6pPr>
            <a:lvl7pPr marL="2158365" indent="0">
              <a:buNone/>
              <a:defRPr sz="710"/>
            </a:lvl7pPr>
            <a:lvl8pPr marL="2518410" indent="0">
              <a:buNone/>
              <a:defRPr sz="710"/>
            </a:lvl8pPr>
            <a:lvl9pPr marL="2877820" indent="0">
              <a:buNone/>
              <a:defRPr sz="71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D6143D-C007-4F7D-8B9B-81A7FCC12036}" type="datetimeFigureOut">
              <a:rPr lang="zh-CN" altLang="en-US" smtClean="0"/>
              <a:t>2024/10/21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C7CE68-6336-48CD-AE7B-F127D826DA1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D6143D-C007-4F7D-8B9B-81A7FCC12036}" type="datetimeFigureOut">
              <a:rPr lang="zh-CN" altLang="en-US" smtClean="0"/>
              <a:t>2024/10/21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C7CE68-6336-48CD-AE7B-F127D826DA1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7438511" y="216107"/>
            <a:ext cx="2308504" cy="460443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513001" y="216107"/>
            <a:ext cx="6754510" cy="460443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D6143D-C007-4F7D-8B9B-81A7FCC12036}" type="datetimeFigureOut">
              <a:rPr lang="zh-CN" altLang="en-US" smtClean="0"/>
              <a:t>2024/10/21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C7CE68-6336-48CD-AE7B-F127D826DA1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769938" y="1676400"/>
            <a:ext cx="8720137" cy="11557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38288" y="3057525"/>
            <a:ext cx="7183437" cy="1379538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B1E9A6-3BBE-4152-ABC2-7AF76252B64C}" type="datetimeFigureOut">
              <a:rPr lang="zh-CN" altLang="en-US" smtClean="0"/>
              <a:t>2024/10/21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0A614B-7A5B-4F2F-9614-821D6EA51160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B1E9A6-3BBE-4152-ABC2-7AF76252B64C}" type="datetimeFigureOut">
              <a:rPr lang="zh-CN" altLang="en-US" smtClean="0"/>
              <a:t>2024/10/21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0A614B-7A5B-4F2F-9614-821D6EA51160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11213" y="3467100"/>
            <a:ext cx="8720137" cy="1071563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11213" y="2287588"/>
            <a:ext cx="8720137" cy="1179512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B1E9A6-3BBE-4152-ABC2-7AF76252B64C}" type="datetimeFigureOut">
              <a:rPr lang="zh-CN" altLang="en-US" smtClean="0"/>
              <a:t>2024/10/21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0A614B-7A5B-4F2F-9614-821D6EA51160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512763" y="1258888"/>
            <a:ext cx="4540250" cy="35607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205413" y="1258888"/>
            <a:ext cx="4541837" cy="35607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B1E9A6-3BBE-4152-ABC2-7AF76252B64C}" type="datetimeFigureOut">
              <a:rPr lang="zh-CN" altLang="en-US" smtClean="0"/>
              <a:t>2024/10/21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0A614B-7A5B-4F2F-9614-821D6EA51160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512763" y="1208088"/>
            <a:ext cx="4533900" cy="50323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12763" y="1711325"/>
            <a:ext cx="4533900" cy="3108325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5211763" y="1208088"/>
            <a:ext cx="4535487" cy="50323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5211763" y="1711325"/>
            <a:ext cx="4535487" cy="3108325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B1E9A6-3BBE-4152-ABC2-7AF76252B64C}" type="datetimeFigureOut">
              <a:rPr lang="zh-CN" altLang="en-US" smtClean="0"/>
              <a:t>2024/10/21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0A614B-7A5B-4F2F-9614-821D6EA51160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B1E9A6-3BBE-4152-ABC2-7AF76252B64C}" type="datetimeFigureOut">
              <a:rPr lang="zh-CN" altLang="en-US" smtClean="0"/>
              <a:t>2024/10/21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0A614B-7A5B-4F2F-9614-821D6EA51160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B1E9A6-3BBE-4152-ABC2-7AF76252B64C}" type="datetimeFigureOut">
              <a:rPr lang="zh-CN" altLang="en-US" smtClean="0"/>
              <a:t>2024/10/21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0A614B-7A5B-4F2F-9614-821D6EA51160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12763" y="214313"/>
            <a:ext cx="3375025" cy="9144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011613" y="214313"/>
            <a:ext cx="5735637" cy="4605337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512763" y="1128713"/>
            <a:ext cx="3375025" cy="369093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B1E9A6-3BBE-4152-ABC2-7AF76252B64C}" type="datetimeFigureOut">
              <a:rPr lang="zh-CN" altLang="en-US" smtClean="0"/>
              <a:t>2024/10/21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0A614B-7A5B-4F2F-9614-821D6EA51160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011363" y="3776663"/>
            <a:ext cx="6156325" cy="446087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011363" y="482600"/>
            <a:ext cx="6156325" cy="3236913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011363" y="4222750"/>
            <a:ext cx="6156325" cy="63341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B1E9A6-3BBE-4152-ABC2-7AF76252B64C}" type="datetimeFigureOut">
              <a:rPr lang="zh-CN" altLang="en-US" smtClean="0"/>
              <a:t>2024/10/21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0A614B-7A5B-4F2F-9614-821D6EA51160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B1E9A6-3BBE-4152-ABC2-7AF76252B64C}" type="datetimeFigureOut">
              <a:rPr lang="zh-CN" altLang="en-US" smtClean="0"/>
              <a:t>2024/10/21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0A614B-7A5B-4F2F-9614-821D6EA51160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7439025" y="215900"/>
            <a:ext cx="2308225" cy="460375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512763" y="215900"/>
            <a:ext cx="6773862" cy="460375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B1E9A6-3BBE-4152-ABC2-7AF76252B64C}" type="datetimeFigureOut">
              <a:rPr lang="zh-CN" altLang="en-US" smtClean="0"/>
              <a:t>2024/10/21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0A614B-7A5B-4F2F-9614-821D6EA51160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0" y="321692"/>
            <a:ext cx="10260016" cy="720080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513001" y="1259162"/>
            <a:ext cx="9234014" cy="35613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513001" y="5001671"/>
            <a:ext cx="2394004" cy="28730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4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5D6143D-C007-4F7D-8B9B-81A7FCC12036}" type="datetimeFigureOut">
              <a:rPr lang="zh-CN" altLang="en-US" smtClean="0"/>
              <a:t>2024/10/21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505505" y="5001671"/>
            <a:ext cx="3249005" cy="28730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4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7353011" y="5001671"/>
            <a:ext cx="2394004" cy="28730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4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CC7CE68-6336-48CD-AE7B-F127D826DA1E}" type="slidenum">
              <a:rPr lang="zh-CN" altLang="en-US" smtClean="0"/>
              <a:t>‹#›</a:t>
            </a:fld>
            <a:endParaRPr lang="zh-CN" altLang="en-US"/>
          </a:p>
        </p:txBody>
      </p:sp>
      <p:sp useBgFill="1">
        <p:nvSpPr>
          <p:cNvPr id="8" name="文本框 7">
            <a:extLst>
              <a:ext uri="{FF2B5EF4-FFF2-40B4-BE49-F238E27FC236}">
                <a16:creationId xmlns:a16="http://schemas.microsoft.com/office/drawing/2014/main" id="{8728A5C7-AA7F-A164-FCAC-3453DE86B87E}"/>
              </a:ext>
            </a:extLst>
          </p:cNvPr>
          <p:cNvSpPr txBox="1"/>
          <p:nvPr userDrawn="1"/>
        </p:nvSpPr>
        <p:spPr>
          <a:xfrm>
            <a:off x="7942603" y="5002212"/>
            <a:ext cx="2083947" cy="26161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algn="r"/>
            <a:r>
              <a:rPr lang="en-US" altLang="zh-CN" sz="1100" b="1" dirty="0">
                <a:solidFill>
                  <a:srgbClr val="6B7F9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阿里巴巴普惠体 B" panose="00020600040101010101" pitchFamily="18" charset="-122"/>
              </a:rPr>
              <a:t>UNITREE</a:t>
            </a:r>
            <a:r>
              <a:rPr lang="en-US" altLang="zh-CN" sz="1100" b="1" dirty="0">
                <a:solidFill>
                  <a:srgbClr val="55606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阿里巴巴普惠体 B" panose="00020600040101010101" pitchFamily="18" charset="-122"/>
              </a:rPr>
              <a:t> </a:t>
            </a:r>
            <a:r>
              <a:rPr lang="en-US" altLang="zh-CN" sz="1100" b="1" dirty="0">
                <a:solidFill>
                  <a:srgbClr val="9FA8B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阿里巴巴普惠体 B" panose="00020600040101010101" pitchFamily="18" charset="-122"/>
              </a:rPr>
              <a:t>ROBOTICS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719455" rtl="0" eaLnBrk="1" latinLnBrk="0" hangingPunct="1">
        <a:spcBef>
          <a:spcPct val="0"/>
        </a:spcBef>
        <a:buNone/>
        <a:defRPr sz="2800" b="0" kern="1200">
          <a:solidFill>
            <a:schemeClr val="tx1"/>
          </a:solidFill>
          <a:latin typeface="新宋体" panose="02010609030101010101" pitchFamily="49" charset="-122"/>
          <a:ea typeface="新宋体" panose="02010609030101010101" pitchFamily="49" charset="-122"/>
          <a:cs typeface="+mj-cs"/>
        </a:defRPr>
      </a:lvl1pPr>
    </p:titleStyle>
    <p:bodyStyle>
      <a:lvl1pPr marL="269875" indent="-269240" algn="l" defTabSz="719455" rtl="0" eaLnBrk="1" latinLnBrk="0" hangingPunct="1">
        <a:spcBef>
          <a:spcPts val="75"/>
        </a:spcBef>
        <a:buFont typeface="Arial" panose="020B0604020202020204" pitchFamily="34" charset="0"/>
        <a:buChar char="•"/>
        <a:defRPr sz="2520" kern="1200">
          <a:solidFill>
            <a:schemeClr val="tx1"/>
          </a:solidFill>
          <a:latin typeface="+mn-lt"/>
          <a:ea typeface="+mn-ea"/>
          <a:cs typeface="+mn-cs"/>
        </a:defRPr>
      </a:lvl1pPr>
      <a:lvl2pPr marL="584835" indent="-224155" algn="l" defTabSz="719455" rtl="0" eaLnBrk="1" latinLnBrk="0" hangingPunct="1">
        <a:spcBef>
          <a:spcPts val="75"/>
        </a:spcBef>
        <a:buFont typeface="Arial" panose="020B0604020202020204" pitchFamily="34" charset="0"/>
        <a:buChar char="–"/>
        <a:defRPr sz="2205" kern="1200">
          <a:solidFill>
            <a:schemeClr val="tx1"/>
          </a:solidFill>
          <a:latin typeface="+mn-lt"/>
          <a:ea typeface="+mn-ea"/>
          <a:cs typeface="+mn-cs"/>
        </a:defRPr>
      </a:lvl2pPr>
      <a:lvl3pPr marL="899160" indent="-179070" algn="l" defTabSz="719455" rtl="0" eaLnBrk="1" latinLnBrk="0" hangingPunct="1">
        <a:spcBef>
          <a:spcPts val="75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3pPr>
      <a:lvl4pPr marL="1259205" indent="-179070" algn="l" defTabSz="719455" rtl="0" eaLnBrk="1" latinLnBrk="0" hangingPunct="1">
        <a:spcBef>
          <a:spcPts val="75"/>
        </a:spcBef>
        <a:buFont typeface="Arial" panose="020B0604020202020204" pitchFamily="34" charset="0"/>
        <a:buChar char="–"/>
        <a:defRPr sz="1575" kern="1200">
          <a:solidFill>
            <a:schemeClr val="tx1"/>
          </a:solidFill>
          <a:latin typeface="+mn-lt"/>
          <a:ea typeface="+mn-ea"/>
          <a:cs typeface="+mn-cs"/>
        </a:defRPr>
      </a:lvl4pPr>
      <a:lvl5pPr marL="1618615" indent="-179070" algn="l" defTabSz="719455" rtl="0" eaLnBrk="1" latinLnBrk="0" hangingPunct="1">
        <a:spcBef>
          <a:spcPts val="75"/>
        </a:spcBef>
        <a:buFont typeface="Arial" panose="020B0604020202020204" pitchFamily="34" charset="0"/>
        <a:buChar char="»"/>
        <a:defRPr sz="1575" kern="1200">
          <a:solidFill>
            <a:schemeClr val="tx1"/>
          </a:solidFill>
          <a:latin typeface="+mn-lt"/>
          <a:ea typeface="+mn-ea"/>
          <a:cs typeface="+mn-cs"/>
        </a:defRPr>
      </a:lvl5pPr>
      <a:lvl6pPr marL="1978660" indent="-179070" algn="l" defTabSz="719455" rtl="0" eaLnBrk="1" latinLnBrk="0" hangingPunct="1">
        <a:spcBef>
          <a:spcPts val="75"/>
        </a:spcBef>
        <a:buFont typeface="Arial" panose="020B0604020202020204" pitchFamily="34" charset="0"/>
        <a:buChar char="•"/>
        <a:defRPr sz="1575" kern="1200">
          <a:solidFill>
            <a:schemeClr val="tx1"/>
          </a:solidFill>
          <a:latin typeface="+mn-lt"/>
          <a:ea typeface="+mn-ea"/>
          <a:cs typeface="+mn-cs"/>
        </a:defRPr>
      </a:lvl6pPr>
      <a:lvl7pPr marL="2338705" indent="-179070" algn="l" defTabSz="719455" rtl="0" eaLnBrk="1" latinLnBrk="0" hangingPunct="1">
        <a:spcBef>
          <a:spcPts val="75"/>
        </a:spcBef>
        <a:buFont typeface="Arial" panose="020B0604020202020204" pitchFamily="34" charset="0"/>
        <a:buChar char="•"/>
        <a:defRPr sz="1575" kern="1200">
          <a:solidFill>
            <a:schemeClr val="tx1"/>
          </a:solidFill>
          <a:latin typeface="+mn-lt"/>
          <a:ea typeface="+mn-ea"/>
          <a:cs typeface="+mn-cs"/>
        </a:defRPr>
      </a:lvl7pPr>
      <a:lvl8pPr marL="2698115" indent="-179070" algn="l" defTabSz="719455" rtl="0" eaLnBrk="1" latinLnBrk="0" hangingPunct="1">
        <a:spcBef>
          <a:spcPts val="75"/>
        </a:spcBef>
        <a:buFont typeface="Arial" panose="020B0604020202020204" pitchFamily="34" charset="0"/>
        <a:buChar char="•"/>
        <a:defRPr sz="1575" kern="1200">
          <a:solidFill>
            <a:schemeClr val="tx1"/>
          </a:solidFill>
          <a:latin typeface="+mn-lt"/>
          <a:ea typeface="+mn-ea"/>
          <a:cs typeface="+mn-cs"/>
        </a:defRPr>
      </a:lvl8pPr>
      <a:lvl9pPr marL="3058160" indent="-179070" algn="l" defTabSz="719455" rtl="0" eaLnBrk="1" latinLnBrk="0" hangingPunct="1">
        <a:spcBef>
          <a:spcPts val="75"/>
        </a:spcBef>
        <a:buFont typeface="Arial" panose="020B0604020202020204" pitchFamily="34" charset="0"/>
        <a:buChar char="•"/>
        <a:defRPr sz="157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719455" rtl="0" eaLnBrk="1" latinLnBrk="0" hangingPunct="1">
        <a:defRPr sz="1415" kern="1200">
          <a:solidFill>
            <a:schemeClr val="tx1"/>
          </a:solidFill>
          <a:latin typeface="+mn-lt"/>
          <a:ea typeface="+mn-ea"/>
          <a:cs typeface="+mn-cs"/>
        </a:defRPr>
      </a:lvl1pPr>
      <a:lvl2pPr marL="360045" algn="l" defTabSz="719455" rtl="0" eaLnBrk="1" latinLnBrk="0" hangingPunct="1">
        <a:defRPr sz="1415" kern="1200">
          <a:solidFill>
            <a:schemeClr val="tx1"/>
          </a:solidFill>
          <a:latin typeface="+mn-lt"/>
          <a:ea typeface="+mn-ea"/>
          <a:cs typeface="+mn-cs"/>
        </a:defRPr>
      </a:lvl2pPr>
      <a:lvl3pPr marL="719455" algn="l" defTabSz="719455" rtl="0" eaLnBrk="1" latinLnBrk="0" hangingPunct="1">
        <a:defRPr sz="1415" kern="1200">
          <a:solidFill>
            <a:schemeClr val="tx1"/>
          </a:solidFill>
          <a:latin typeface="+mn-lt"/>
          <a:ea typeface="+mn-ea"/>
          <a:cs typeface="+mn-cs"/>
        </a:defRPr>
      </a:lvl3pPr>
      <a:lvl4pPr marL="1079500" algn="l" defTabSz="719455" rtl="0" eaLnBrk="1" latinLnBrk="0" hangingPunct="1">
        <a:defRPr sz="1415" kern="1200">
          <a:solidFill>
            <a:schemeClr val="tx1"/>
          </a:solidFill>
          <a:latin typeface="+mn-lt"/>
          <a:ea typeface="+mn-ea"/>
          <a:cs typeface="+mn-cs"/>
        </a:defRPr>
      </a:lvl4pPr>
      <a:lvl5pPr marL="1438910" algn="l" defTabSz="719455" rtl="0" eaLnBrk="1" latinLnBrk="0" hangingPunct="1">
        <a:defRPr sz="1415" kern="1200">
          <a:solidFill>
            <a:schemeClr val="tx1"/>
          </a:solidFill>
          <a:latin typeface="+mn-lt"/>
          <a:ea typeface="+mn-ea"/>
          <a:cs typeface="+mn-cs"/>
        </a:defRPr>
      </a:lvl5pPr>
      <a:lvl6pPr marL="1798955" algn="l" defTabSz="719455" rtl="0" eaLnBrk="1" latinLnBrk="0" hangingPunct="1">
        <a:defRPr sz="1415" kern="1200">
          <a:solidFill>
            <a:schemeClr val="tx1"/>
          </a:solidFill>
          <a:latin typeface="+mn-lt"/>
          <a:ea typeface="+mn-ea"/>
          <a:cs typeface="+mn-cs"/>
        </a:defRPr>
      </a:lvl6pPr>
      <a:lvl7pPr marL="2158365" algn="l" defTabSz="719455" rtl="0" eaLnBrk="1" latinLnBrk="0" hangingPunct="1">
        <a:defRPr sz="1415" kern="1200">
          <a:solidFill>
            <a:schemeClr val="tx1"/>
          </a:solidFill>
          <a:latin typeface="+mn-lt"/>
          <a:ea typeface="+mn-ea"/>
          <a:cs typeface="+mn-cs"/>
        </a:defRPr>
      </a:lvl7pPr>
      <a:lvl8pPr marL="2518410" algn="l" defTabSz="719455" rtl="0" eaLnBrk="1" latinLnBrk="0" hangingPunct="1">
        <a:defRPr sz="1415" kern="1200">
          <a:solidFill>
            <a:schemeClr val="tx1"/>
          </a:solidFill>
          <a:latin typeface="+mn-lt"/>
          <a:ea typeface="+mn-ea"/>
          <a:cs typeface="+mn-cs"/>
        </a:defRPr>
      </a:lvl8pPr>
      <a:lvl9pPr marL="2877820" algn="l" defTabSz="719455" rtl="0" eaLnBrk="1" latinLnBrk="0" hangingPunct="1">
        <a:defRPr sz="141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512763" y="215900"/>
            <a:ext cx="9234487" cy="9001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512763" y="1258888"/>
            <a:ext cx="9234487" cy="35607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512763" y="5000625"/>
            <a:ext cx="2393950" cy="287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0B1E9A6-3BBE-4152-ABC2-7AF76252B64C}" type="datetimeFigureOut">
              <a:rPr lang="zh-CN" altLang="en-US" smtClean="0"/>
              <a:t>2024/10/21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505200" y="5000625"/>
            <a:ext cx="3249613" cy="287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7353300" y="5000625"/>
            <a:ext cx="2393950" cy="287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0A614B-7A5B-4F2F-9614-821D6EA51160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460268" y="1400137"/>
            <a:ext cx="5069080" cy="19562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 defTabSz="719450">
              <a:lnSpc>
                <a:spcPct val="120000"/>
              </a:lnSpc>
              <a:defRPr/>
            </a:pPr>
            <a:r>
              <a:rPr lang="zh-CN" altLang="en-US" sz="3462" b="1" dirty="0">
                <a:solidFill>
                  <a:srgbClr val="11121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OPPOSans H" panose="00020600040101010101" pitchFamily="18" charset="-122"/>
              </a:rPr>
              <a:t>智能机器人综合应用开发</a:t>
            </a:r>
          </a:p>
          <a:p>
            <a:pPr algn="r" defTabSz="719450">
              <a:lnSpc>
                <a:spcPct val="120000"/>
              </a:lnSpc>
              <a:defRPr/>
            </a:pPr>
            <a:r>
              <a:rPr lang="zh-CN" altLang="en-US" sz="3462" b="1" dirty="0">
                <a:solidFill>
                  <a:srgbClr val="4A7D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OPPOSans H" panose="00020600040101010101" pitchFamily="18" charset="-122"/>
              </a:rPr>
              <a:t>项目</a:t>
            </a:r>
            <a:r>
              <a:rPr lang="en-US" altLang="zh-CN" sz="3462" b="1" dirty="0">
                <a:solidFill>
                  <a:srgbClr val="4A7D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OPPOSans H" panose="00020600040101010101" pitchFamily="18" charset="-122"/>
              </a:rPr>
              <a:t>9 </a:t>
            </a:r>
            <a:r>
              <a:rPr lang="zh-CN" altLang="en-US" sz="3462" b="1" dirty="0">
                <a:solidFill>
                  <a:srgbClr val="4A7D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OPPOSans H" panose="00020600040101010101" pitchFamily="18" charset="-122"/>
              </a:rPr>
              <a:t>多媒体数据获取</a:t>
            </a:r>
            <a:endParaRPr lang="en-US" altLang="zh-CN" sz="3462" b="1" dirty="0">
              <a:solidFill>
                <a:srgbClr val="4A7D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OPPOSans H" panose="00020600040101010101" pitchFamily="18" charset="-122"/>
            </a:endParaRPr>
          </a:p>
          <a:p>
            <a:pPr algn="r" defTabSz="719450">
              <a:lnSpc>
                <a:spcPct val="120000"/>
              </a:lnSpc>
              <a:defRPr/>
            </a:pPr>
            <a:r>
              <a:rPr lang="en-US" altLang="zh-CN" sz="3462" b="1" dirty="0">
                <a:solidFill>
                  <a:srgbClr val="4A7D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OPPOSans H" panose="00020600040101010101" pitchFamily="18" charset="-122"/>
              </a:rPr>
              <a:t>9.1 </a:t>
            </a:r>
            <a:r>
              <a:rPr lang="zh-CN" altLang="en-US" sz="3462" b="1" dirty="0">
                <a:solidFill>
                  <a:srgbClr val="4A7D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OPPOSans H" panose="00020600040101010101" pitchFamily="18" charset="-122"/>
              </a:rPr>
              <a:t>图片数据获取</a:t>
            </a:r>
            <a:endParaRPr lang="en-US" altLang="zh-CN" sz="3462" b="1" dirty="0">
              <a:solidFill>
                <a:srgbClr val="4A7D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OPPOSans H" panose="00020600040101010101" pitchFamily="18" charset="-122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D13A6D61-42CD-A04D-E161-9B1239954440}"/>
              </a:ext>
            </a:extLst>
          </p:cNvPr>
          <p:cNvSpPr txBox="1"/>
          <p:nvPr/>
        </p:nvSpPr>
        <p:spPr>
          <a:xfrm>
            <a:off x="669716" y="3923203"/>
            <a:ext cx="2507098" cy="37657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 defTabSz="719450">
              <a:lnSpc>
                <a:spcPct val="130000"/>
              </a:lnSpc>
              <a:defRPr/>
            </a:pPr>
            <a:r>
              <a:rPr lang="zh-CN" altLang="en-US" sz="1574" b="1" spc="236" dirty="0">
                <a:solidFill>
                  <a:srgbClr val="6C6F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OPPOSans B" panose="00020600040101010101" pitchFamily="18" charset="-122"/>
              </a:rPr>
              <a:t>杭州宇树科技有限公司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9A1FD3A6-2E81-E3C7-3146-C656DBCD95C4}"/>
              </a:ext>
            </a:extLst>
          </p:cNvPr>
          <p:cNvSpPr txBox="1"/>
          <p:nvPr/>
        </p:nvSpPr>
        <p:spPr>
          <a:xfrm>
            <a:off x="732982" y="4329979"/>
            <a:ext cx="4796367" cy="502573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defTabSz="719450">
              <a:lnSpc>
                <a:spcPct val="150000"/>
              </a:lnSpc>
              <a:defRPr/>
            </a:pPr>
            <a:r>
              <a:rPr lang="zh-CN" altLang="en-US" sz="944" dirty="0">
                <a:solidFill>
                  <a:srgbClr val="9FA1B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请访问宇树科技官网了解更多产品相关条款与政策，请遵守各地区法律法规</a:t>
            </a:r>
            <a:endParaRPr lang="en-US" altLang="zh-CN" sz="944" dirty="0">
              <a:solidFill>
                <a:srgbClr val="9FA1B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defTabSz="719450">
              <a:lnSpc>
                <a:spcPct val="150000"/>
              </a:lnSpc>
              <a:defRPr/>
            </a:pPr>
            <a:r>
              <a:rPr lang="zh-CN" altLang="en-US" sz="944" dirty="0">
                <a:solidFill>
                  <a:srgbClr val="9FA1B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请各位用户不要危险性改造和使用机器人</a:t>
            </a:r>
          </a:p>
        </p:txBody>
      </p:sp>
      <p:pic>
        <p:nvPicPr>
          <p:cNvPr id="8" name="图形 7">
            <a:extLst>
              <a:ext uri="{FF2B5EF4-FFF2-40B4-BE49-F238E27FC236}">
                <a16:creationId xmlns:a16="http://schemas.microsoft.com/office/drawing/2014/main" id="{4323EC7C-E2EB-396A-A105-F0AD4240338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10815" y="318392"/>
            <a:ext cx="2137762" cy="416876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6BABD9FD-A287-2664-4A97-37BDB8E5F2EF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689" t="20573"/>
          <a:stretch/>
        </p:blipFill>
        <p:spPr>
          <a:xfrm>
            <a:off x="5564153" y="1006796"/>
            <a:ext cx="6088898" cy="44369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617746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内容占位符 2"/>
          <p:cNvSpPr txBox="1"/>
          <p:nvPr/>
        </p:nvSpPr>
        <p:spPr>
          <a:xfrm>
            <a:off x="2247265" y="1878965"/>
            <a:ext cx="7021195" cy="927100"/>
          </a:xfrm>
          <a:prstGeom prst="rect">
            <a:avLst/>
          </a:prstGeom>
        </p:spPr>
        <p:txBody>
          <a:bodyPr/>
          <a:lstStyle>
            <a:lvl1pPr marL="0" marR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Tx/>
              <a:buNone/>
              <a:defRPr lang="zh-CN" altLang="en-US" sz="1800" kern="1200" dirty="0" smtClean="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5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35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35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掌握</a:t>
            </a:r>
            <a:r>
              <a:rPr lang="en-US" altLang="zh-CN" sz="2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Go2</a:t>
            </a:r>
            <a:r>
              <a:rPr lang="zh-CN" altLang="en-US" sz="2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机器人的多媒体处理架构</a:t>
            </a:r>
            <a:r>
              <a:rPr sz="2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。</a:t>
            </a:r>
            <a:endParaRPr lang="zh-CN" altLang="en-US" sz="2800" b="0" dirty="0">
              <a:latin typeface="微软雅黑" panose="020B0503020204020204" charset="-122"/>
              <a:ea typeface="微软雅黑" panose="020B0503020204020204" charset="-122"/>
            </a:endParaRPr>
          </a:p>
          <a:p>
            <a:endParaRPr lang="zh-CN" altLang="en-US" sz="28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3827780" y="261620"/>
            <a:ext cx="230505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教学目标</a:t>
            </a:r>
          </a:p>
        </p:txBody>
      </p:sp>
      <p:sp>
        <p:nvSpPr>
          <p:cNvPr id="6" name="Freeform 12"/>
          <p:cNvSpPr/>
          <p:nvPr/>
        </p:nvSpPr>
        <p:spPr bwMode="auto">
          <a:xfrm>
            <a:off x="957634" y="1348465"/>
            <a:ext cx="528638" cy="530225"/>
          </a:xfrm>
          <a:custGeom>
            <a:avLst/>
            <a:gdLst>
              <a:gd name="T0" fmla="*/ 0 w 1446"/>
              <a:gd name="T1" fmla="*/ 0 h 1446"/>
              <a:gd name="T2" fmla="*/ 1446 w 1446"/>
              <a:gd name="T3" fmla="*/ 0 h 1446"/>
              <a:gd name="T4" fmla="*/ 1446 w 1446"/>
              <a:gd name="T5" fmla="*/ 458 h 1446"/>
              <a:gd name="T6" fmla="*/ 438 w 1446"/>
              <a:gd name="T7" fmla="*/ 458 h 1446"/>
              <a:gd name="T8" fmla="*/ 438 w 1446"/>
              <a:gd name="T9" fmla="*/ 1446 h 1446"/>
              <a:gd name="T10" fmla="*/ 0 w 1446"/>
              <a:gd name="T11" fmla="*/ 1446 h 1446"/>
              <a:gd name="T12" fmla="*/ 0 w 1446"/>
              <a:gd name="T13" fmla="*/ 0 h 144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446" h="1446">
                <a:moveTo>
                  <a:pt x="0" y="0"/>
                </a:moveTo>
                <a:lnTo>
                  <a:pt x="1446" y="0"/>
                </a:lnTo>
                <a:lnTo>
                  <a:pt x="1446" y="458"/>
                </a:lnTo>
                <a:lnTo>
                  <a:pt x="438" y="458"/>
                </a:lnTo>
                <a:lnTo>
                  <a:pt x="438" y="1446"/>
                </a:lnTo>
                <a:lnTo>
                  <a:pt x="0" y="1446"/>
                </a:lnTo>
                <a:lnTo>
                  <a:pt x="0" y="0"/>
                </a:lnTo>
                <a:close/>
              </a:path>
            </a:pathLst>
          </a:custGeom>
          <a:solidFill>
            <a:srgbClr val="9BD9FF"/>
          </a:solidFill>
          <a:ln>
            <a:noFill/>
          </a:ln>
        </p:spPr>
        <p:txBody>
          <a:bodyPr/>
          <a:lstStyle/>
          <a:p>
            <a:endParaRPr lang="zh-CN" altLang="en-US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9" name="Freeform 12"/>
          <p:cNvSpPr/>
          <p:nvPr/>
        </p:nvSpPr>
        <p:spPr bwMode="auto">
          <a:xfrm flipH="1" flipV="1">
            <a:off x="8384474" y="3715736"/>
            <a:ext cx="528638" cy="530225"/>
          </a:xfrm>
          <a:custGeom>
            <a:avLst/>
            <a:gdLst>
              <a:gd name="T0" fmla="*/ 0 w 1446"/>
              <a:gd name="T1" fmla="*/ 0 h 1446"/>
              <a:gd name="T2" fmla="*/ 1446 w 1446"/>
              <a:gd name="T3" fmla="*/ 0 h 1446"/>
              <a:gd name="T4" fmla="*/ 1446 w 1446"/>
              <a:gd name="T5" fmla="*/ 458 h 1446"/>
              <a:gd name="T6" fmla="*/ 438 w 1446"/>
              <a:gd name="T7" fmla="*/ 458 h 1446"/>
              <a:gd name="T8" fmla="*/ 438 w 1446"/>
              <a:gd name="T9" fmla="*/ 1446 h 1446"/>
              <a:gd name="T10" fmla="*/ 0 w 1446"/>
              <a:gd name="T11" fmla="*/ 1446 h 1446"/>
              <a:gd name="T12" fmla="*/ 0 w 1446"/>
              <a:gd name="T13" fmla="*/ 0 h 144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446" h="1446">
                <a:moveTo>
                  <a:pt x="0" y="0"/>
                </a:moveTo>
                <a:lnTo>
                  <a:pt x="1446" y="0"/>
                </a:lnTo>
                <a:lnTo>
                  <a:pt x="1446" y="458"/>
                </a:lnTo>
                <a:lnTo>
                  <a:pt x="438" y="458"/>
                </a:lnTo>
                <a:lnTo>
                  <a:pt x="438" y="1446"/>
                </a:lnTo>
                <a:lnTo>
                  <a:pt x="0" y="1446"/>
                </a:lnTo>
                <a:lnTo>
                  <a:pt x="0" y="0"/>
                </a:lnTo>
                <a:close/>
              </a:path>
            </a:pathLst>
          </a:custGeom>
          <a:solidFill>
            <a:srgbClr val="9BD9FF"/>
          </a:solidFill>
          <a:ln>
            <a:noFill/>
          </a:ln>
        </p:spPr>
        <p:txBody>
          <a:bodyPr/>
          <a:lstStyle/>
          <a:p>
            <a:endParaRPr lang="zh-CN" altLang="en-US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1718945" y="1937385"/>
            <a:ext cx="341630" cy="348615"/>
          </a:xfrm>
          <a:prstGeom prst="rect">
            <a:avLst/>
          </a:prstGeom>
          <a:solidFill>
            <a:srgbClr val="9BD9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/>
              <a:t>1</a:t>
            </a:r>
          </a:p>
        </p:txBody>
      </p:sp>
      <p:sp>
        <p:nvSpPr>
          <p:cNvPr id="13" name="矩形 12"/>
          <p:cNvSpPr/>
          <p:nvPr/>
        </p:nvSpPr>
        <p:spPr>
          <a:xfrm>
            <a:off x="1718945" y="3079750"/>
            <a:ext cx="341630" cy="348615"/>
          </a:xfrm>
          <a:prstGeom prst="rect">
            <a:avLst/>
          </a:prstGeom>
          <a:solidFill>
            <a:srgbClr val="9BD9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/>
              <a:t>2</a:t>
            </a:r>
          </a:p>
        </p:txBody>
      </p:sp>
      <p:sp>
        <p:nvSpPr>
          <p:cNvPr id="20" name="内容占位符 2"/>
          <p:cNvSpPr txBox="1"/>
          <p:nvPr/>
        </p:nvSpPr>
        <p:spPr>
          <a:xfrm>
            <a:off x="2247265" y="3086100"/>
            <a:ext cx="5547037" cy="336550"/>
          </a:xfrm>
          <a:prstGeom prst="rect">
            <a:avLst/>
          </a:prstGeom>
        </p:spPr>
        <p:txBody>
          <a:bodyPr/>
          <a:lstStyle>
            <a:lvl1pPr marL="0" marR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Tx/>
              <a:buNone/>
              <a:defRPr lang="zh-CN" altLang="en-US" sz="1800" kern="1200" dirty="0" smtClean="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5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35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35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掌握实时图片数据的获取方法</a:t>
            </a:r>
            <a:r>
              <a:rPr sz="2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。</a:t>
            </a:r>
            <a:endParaRPr lang="zh-CN" altLang="en-US" sz="28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8" name="直接连接符 77"/>
          <p:cNvCxnSpPr/>
          <p:nvPr/>
        </p:nvCxnSpPr>
        <p:spPr>
          <a:xfrm>
            <a:off x="1119701" y="800634"/>
            <a:ext cx="5512519" cy="0"/>
          </a:xfrm>
          <a:prstGeom prst="line">
            <a:avLst/>
          </a:prstGeom>
          <a:ln w="12700" cmpd="sng">
            <a:solidFill>
              <a:srgbClr val="7DCDFF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矩形 6"/>
          <p:cNvSpPr/>
          <p:nvPr/>
        </p:nvSpPr>
        <p:spPr>
          <a:xfrm>
            <a:off x="778620" y="397099"/>
            <a:ext cx="269269" cy="403904"/>
          </a:xfrm>
          <a:prstGeom prst="rect">
            <a:avLst/>
          </a:prstGeom>
          <a:solidFill>
            <a:srgbClr val="7DCD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83"/>
          </a:p>
        </p:txBody>
      </p:sp>
      <p:sp>
        <p:nvSpPr>
          <p:cNvPr id="8" name="矩形 7"/>
          <p:cNvSpPr/>
          <p:nvPr/>
        </p:nvSpPr>
        <p:spPr>
          <a:xfrm>
            <a:off x="1066359" y="397099"/>
            <a:ext cx="16829" cy="403904"/>
          </a:xfrm>
          <a:prstGeom prst="rect">
            <a:avLst/>
          </a:prstGeom>
          <a:solidFill>
            <a:srgbClr val="7DCD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83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3B0EF0C2-179F-FC2F-A6E9-0401C2700DF0}"/>
              </a:ext>
            </a:extLst>
          </p:cNvPr>
          <p:cNvSpPr txBox="1"/>
          <p:nvPr/>
        </p:nvSpPr>
        <p:spPr>
          <a:xfrm>
            <a:off x="4121894" y="4747935"/>
            <a:ext cx="2850639" cy="293798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r>
              <a:rPr sz="1309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图</a:t>
            </a:r>
            <a:r>
              <a:rPr lang="en-US" sz="1309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r>
              <a:rPr sz="1309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-</a:t>
            </a:r>
            <a:r>
              <a:rPr lang="en-US" sz="1309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 Go2</a:t>
            </a:r>
            <a:r>
              <a:rPr lang="zh-CN" altLang="en-US" sz="1309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机器人多媒体处理架构</a:t>
            </a:r>
            <a:endParaRPr sz="1309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内容占位符 2">
            <a:extLst>
              <a:ext uri="{FF2B5EF4-FFF2-40B4-BE49-F238E27FC236}">
                <a16:creationId xmlns:a16="http://schemas.microsoft.com/office/drawing/2014/main" id="{9CB940FB-9009-8FB3-A9AE-A337FAC4C9F6}"/>
              </a:ext>
            </a:extLst>
          </p:cNvPr>
          <p:cNvSpPr txBox="1"/>
          <p:nvPr/>
        </p:nvSpPr>
        <p:spPr>
          <a:xfrm>
            <a:off x="1119701" y="345266"/>
            <a:ext cx="5738126" cy="314662"/>
          </a:xfrm>
          <a:prstGeom prst="rect">
            <a:avLst/>
          </a:prstGeom>
        </p:spPr>
        <p:txBody>
          <a:bodyPr/>
          <a:lstStyle>
            <a:lvl1pPr marL="0" marR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Tx/>
              <a:buNone/>
              <a:defRPr lang="zh-CN" altLang="en-US" sz="1800" kern="1200" dirty="0" smtClean="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5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35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35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244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1-</a:t>
            </a:r>
            <a:r>
              <a:rPr lang="zh-CN" altLang="en-US" sz="2244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多媒体处理架构	</a:t>
            </a: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B0C62FC2-ED8C-4331-875F-A6B1B35280B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93702" y="1041772"/>
            <a:ext cx="6016828" cy="338437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5235708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Char"/>
      </p:transition>
    </mc:Choice>
    <mc:Fallback xmlns="">
      <p:transition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8" name="直接连接符 77"/>
          <p:cNvCxnSpPr/>
          <p:nvPr/>
        </p:nvCxnSpPr>
        <p:spPr>
          <a:xfrm>
            <a:off x="1119701" y="800634"/>
            <a:ext cx="5512519" cy="0"/>
          </a:xfrm>
          <a:prstGeom prst="line">
            <a:avLst/>
          </a:prstGeom>
          <a:ln w="12700" cmpd="sng">
            <a:solidFill>
              <a:srgbClr val="7DCDFF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矩形 6"/>
          <p:cNvSpPr/>
          <p:nvPr/>
        </p:nvSpPr>
        <p:spPr>
          <a:xfrm>
            <a:off x="778620" y="397099"/>
            <a:ext cx="269269" cy="403904"/>
          </a:xfrm>
          <a:prstGeom prst="rect">
            <a:avLst/>
          </a:prstGeom>
          <a:solidFill>
            <a:srgbClr val="7DCD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83"/>
          </a:p>
        </p:txBody>
      </p:sp>
      <p:sp>
        <p:nvSpPr>
          <p:cNvPr id="8" name="矩形 7"/>
          <p:cNvSpPr/>
          <p:nvPr/>
        </p:nvSpPr>
        <p:spPr>
          <a:xfrm>
            <a:off x="1066359" y="397099"/>
            <a:ext cx="16829" cy="403904"/>
          </a:xfrm>
          <a:prstGeom prst="rect">
            <a:avLst/>
          </a:prstGeom>
          <a:solidFill>
            <a:srgbClr val="7DCD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83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3B0EF0C2-179F-FC2F-A6E9-0401C2700DF0}"/>
              </a:ext>
            </a:extLst>
          </p:cNvPr>
          <p:cNvSpPr txBox="1"/>
          <p:nvPr/>
        </p:nvSpPr>
        <p:spPr>
          <a:xfrm>
            <a:off x="4223583" y="4510957"/>
            <a:ext cx="2130559" cy="293798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r>
              <a:rPr sz="1309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图</a:t>
            </a:r>
            <a:r>
              <a:rPr lang="en-US" sz="1309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r>
              <a:rPr sz="1309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-</a:t>
            </a:r>
            <a:r>
              <a:rPr lang="en-US" sz="1309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  JPEG</a:t>
            </a:r>
            <a:r>
              <a:rPr lang="zh-CN" altLang="en-US" sz="1309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拍照接口函数</a:t>
            </a:r>
            <a:endParaRPr sz="1309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内容占位符 2">
            <a:extLst>
              <a:ext uri="{FF2B5EF4-FFF2-40B4-BE49-F238E27FC236}">
                <a16:creationId xmlns:a16="http://schemas.microsoft.com/office/drawing/2014/main" id="{9CB940FB-9009-8FB3-A9AE-A337FAC4C9F6}"/>
              </a:ext>
            </a:extLst>
          </p:cNvPr>
          <p:cNvSpPr txBox="1"/>
          <p:nvPr/>
        </p:nvSpPr>
        <p:spPr>
          <a:xfrm>
            <a:off x="1119701" y="345266"/>
            <a:ext cx="5738126" cy="314662"/>
          </a:xfrm>
          <a:prstGeom prst="rect">
            <a:avLst/>
          </a:prstGeom>
        </p:spPr>
        <p:txBody>
          <a:bodyPr/>
          <a:lstStyle>
            <a:lvl1pPr marL="0" marR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Tx/>
              <a:buNone/>
              <a:defRPr lang="zh-CN" altLang="en-US" sz="1800" kern="1200" dirty="0" smtClean="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5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35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35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244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2-JPEG</a:t>
            </a:r>
            <a:r>
              <a:rPr lang="zh-CN" altLang="en-US" sz="2244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拍照接口类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12DEE326-0CB4-56F4-DCF5-DD6FD01156FA}"/>
              </a:ext>
            </a:extLst>
          </p:cNvPr>
          <p:cNvSpPr txBox="1"/>
          <p:nvPr/>
        </p:nvSpPr>
        <p:spPr>
          <a:xfrm>
            <a:off x="2391030" y="1041772"/>
            <a:ext cx="183255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800" b="1" kern="100" dirty="0" err="1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VideoClient</a:t>
            </a:r>
            <a:r>
              <a:rPr lang="en-US" altLang="zh-CN" sz="1800" b="1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zh-CN" altLang="zh-CN" sz="1800" b="1" kern="100" dirty="0">
                <a:effectLst/>
                <a:latin typeface="Cambria" panose="020405030504060302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类</a:t>
            </a:r>
          </a:p>
          <a:p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58B7C24A-1912-A3AF-82D4-BEE3E23C5CB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8572" y="1604685"/>
            <a:ext cx="5416340" cy="267744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45170799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Char"/>
      </p:transition>
    </mc:Choice>
    <mc:Fallback xmlns="">
      <p:transition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8" name="直接连接符 77"/>
          <p:cNvCxnSpPr/>
          <p:nvPr/>
        </p:nvCxnSpPr>
        <p:spPr>
          <a:xfrm>
            <a:off x="1119701" y="800634"/>
            <a:ext cx="5512519" cy="0"/>
          </a:xfrm>
          <a:prstGeom prst="line">
            <a:avLst/>
          </a:prstGeom>
          <a:ln w="12700" cmpd="sng">
            <a:solidFill>
              <a:srgbClr val="7DCDFF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矩形 6"/>
          <p:cNvSpPr/>
          <p:nvPr/>
        </p:nvSpPr>
        <p:spPr>
          <a:xfrm>
            <a:off x="778620" y="397099"/>
            <a:ext cx="269269" cy="403904"/>
          </a:xfrm>
          <a:prstGeom prst="rect">
            <a:avLst/>
          </a:prstGeom>
          <a:solidFill>
            <a:srgbClr val="7DCD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83"/>
          </a:p>
        </p:txBody>
      </p:sp>
      <p:sp>
        <p:nvSpPr>
          <p:cNvPr id="8" name="矩形 7"/>
          <p:cNvSpPr/>
          <p:nvPr/>
        </p:nvSpPr>
        <p:spPr>
          <a:xfrm>
            <a:off x="1066359" y="397099"/>
            <a:ext cx="16829" cy="403904"/>
          </a:xfrm>
          <a:prstGeom prst="rect">
            <a:avLst/>
          </a:prstGeom>
          <a:solidFill>
            <a:srgbClr val="7DCD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83"/>
          </a:p>
        </p:txBody>
      </p:sp>
      <p:sp>
        <p:nvSpPr>
          <p:cNvPr id="10" name="内容占位符 2">
            <a:extLst>
              <a:ext uri="{FF2B5EF4-FFF2-40B4-BE49-F238E27FC236}">
                <a16:creationId xmlns:a16="http://schemas.microsoft.com/office/drawing/2014/main" id="{9CB940FB-9009-8FB3-A9AE-A337FAC4C9F6}"/>
              </a:ext>
            </a:extLst>
          </p:cNvPr>
          <p:cNvSpPr txBox="1"/>
          <p:nvPr/>
        </p:nvSpPr>
        <p:spPr>
          <a:xfrm>
            <a:off x="1119701" y="345266"/>
            <a:ext cx="5738126" cy="314662"/>
          </a:xfrm>
          <a:prstGeom prst="rect">
            <a:avLst/>
          </a:prstGeom>
        </p:spPr>
        <p:txBody>
          <a:bodyPr/>
          <a:lstStyle>
            <a:lvl1pPr marL="0" marR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Tx/>
              <a:buNone/>
              <a:defRPr lang="zh-CN" altLang="en-US" sz="1800" kern="1200" dirty="0" smtClean="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5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35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35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244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2-JPEG</a:t>
            </a:r>
            <a:r>
              <a:rPr lang="zh-CN" altLang="en-US" sz="2244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拍照接口类</a:t>
            </a:r>
            <a:r>
              <a:rPr lang="en-US" altLang="zh-CN" sz="2244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-</a:t>
            </a:r>
            <a:r>
              <a:rPr lang="zh-CN" altLang="en-US" sz="2244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应用例程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6034395D-5E40-823C-85DC-D45B1B3B703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79985" y="931925"/>
            <a:ext cx="4177842" cy="42127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311507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Char"/>
      </p:transition>
    </mc:Choice>
    <mc:Fallback xmlns="">
      <p:transition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8" name="直接连接符 77"/>
          <p:cNvCxnSpPr/>
          <p:nvPr/>
        </p:nvCxnSpPr>
        <p:spPr>
          <a:xfrm>
            <a:off x="1119701" y="800634"/>
            <a:ext cx="5512519" cy="0"/>
          </a:xfrm>
          <a:prstGeom prst="line">
            <a:avLst/>
          </a:prstGeom>
          <a:ln w="12700" cmpd="sng">
            <a:solidFill>
              <a:srgbClr val="7DCDFF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矩形 6"/>
          <p:cNvSpPr/>
          <p:nvPr/>
        </p:nvSpPr>
        <p:spPr>
          <a:xfrm>
            <a:off x="778620" y="397099"/>
            <a:ext cx="269269" cy="403904"/>
          </a:xfrm>
          <a:prstGeom prst="rect">
            <a:avLst/>
          </a:prstGeom>
          <a:solidFill>
            <a:srgbClr val="7DCD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83"/>
          </a:p>
        </p:txBody>
      </p:sp>
      <p:sp>
        <p:nvSpPr>
          <p:cNvPr id="8" name="矩形 7"/>
          <p:cNvSpPr/>
          <p:nvPr/>
        </p:nvSpPr>
        <p:spPr>
          <a:xfrm>
            <a:off x="1066359" y="397099"/>
            <a:ext cx="16829" cy="403904"/>
          </a:xfrm>
          <a:prstGeom prst="rect">
            <a:avLst/>
          </a:prstGeom>
          <a:solidFill>
            <a:srgbClr val="7DCD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83"/>
          </a:p>
        </p:txBody>
      </p:sp>
      <p:sp>
        <p:nvSpPr>
          <p:cNvPr id="10" name="内容占位符 2">
            <a:extLst>
              <a:ext uri="{FF2B5EF4-FFF2-40B4-BE49-F238E27FC236}">
                <a16:creationId xmlns:a16="http://schemas.microsoft.com/office/drawing/2014/main" id="{9CB940FB-9009-8FB3-A9AE-A337FAC4C9F6}"/>
              </a:ext>
            </a:extLst>
          </p:cNvPr>
          <p:cNvSpPr txBox="1"/>
          <p:nvPr/>
        </p:nvSpPr>
        <p:spPr>
          <a:xfrm>
            <a:off x="1119701" y="345266"/>
            <a:ext cx="5738126" cy="314662"/>
          </a:xfrm>
          <a:prstGeom prst="rect">
            <a:avLst/>
          </a:prstGeom>
        </p:spPr>
        <p:txBody>
          <a:bodyPr/>
          <a:lstStyle>
            <a:lvl1pPr marL="0" marR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Tx/>
              <a:buNone/>
              <a:defRPr lang="zh-CN" altLang="en-US" sz="1800" kern="1200" dirty="0" smtClean="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5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35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35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244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2-JPEG</a:t>
            </a:r>
            <a:r>
              <a:rPr lang="zh-CN" altLang="en-US" sz="2244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拍照接口类</a:t>
            </a:r>
            <a:r>
              <a:rPr lang="en-US" altLang="zh-CN" sz="2244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-</a:t>
            </a:r>
            <a:r>
              <a:rPr lang="zh-CN" altLang="en-US" sz="2244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应用例程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A2806960-001E-A2A8-C0E5-6E7B4F05717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93702" y="1257796"/>
            <a:ext cx="5113463" cy="2301439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B9995164-4E48-B761-5DBE-CD4885EFF213}"/>
              </a:ext>
            </a:extLst>
          </p:cNvPr>
          <p:cNvSpPr txBox="1"/>
          <p:nvPr/>
        </p:nvSpPr>
        <p:spPr>
          <a:xfrm>
            <a:off x="4223583" y="4510957"/>
            <a:ext cx="2130559" cy="293798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r>
              <a:rPr sz="1309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图</a:t>
            </a:r>
            <a:r>
              <a:rPr lang="en-US" sz="1309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r>
              <a:rPr sz="1309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-</a:t>
            </a:r>
            <a:r>
              <a:rPr lang="en-US" sz="1309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 </a:t>
            </a:r>
            <a:r>
              <a:rPr lang="zh-CN" altLang="en-US" sz="1309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运行结果</a:t>
            </a:r>
            <a:endParaRPr sz="1309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34324253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Char"/>
      </p:transition>
    </mc:Choice>
    <mc:Fallback xmlns="">
      <p:transition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3827780" y="261620"/>
            <a:ext cx="230505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课堂作业</a:t>
            </a:r>
          </a:p>
        </p:txBody>
      </p:sp>
      <p:sp>
        <p:nvSpPr>
          <p:cNvPr id="83" name="Freeform 12"/>
          <p:cNvSpPr/>
          <p:nvPr/>
        </p:nvSpPr>
        <p:spPr bwMode="auto">
          <a:xfrm>
            <a:off x="3215550" y="1144111"/>
            <a:ext cx="528638" cy="530225"/>
          </a:xfrm>
          <a:custGeom>
            <a:avLst/>
            <a:gdLst>
              <a:gd name="T0" fmla="*/ 0 w 1446"/>
              <a:gd name="T1" fmla="*/ 0 h 1446"/>
              <a:gd name="T2" fmla="*/ 1446 w 1446"/>
              <a:gd name="T3" fmla="*/ 0 h 1446"/>
              <a:gd name="T4" fmla="*/ 1446 w 1446"/>
              <a:gd name="T5" fmla="*/ 458 h 1446"/>
              <a:gd name="T6" fmla="*/ 438 w 1446"/>
              <a:gd name="T7" fmla="*/ 458 h 1446"/>
              <a:gd name="T8" fmla="*/ 438 w 1446"/>
              <a:gd name="T9" fmla="*/ 1446 h 1446"/>
              <a:gd name="T10" fmla="*/ 0 w 1446"/>
              <a:gd name="T11" fmla="*/ 1446 h 1446"/>
              <a:gd name="T12" fmla="*/ 0 w 1446"/>
              <a:gd name="T13" fmla="*/ 0 h 144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446" h="1446">
                <a:moveTo>
                  <a:pt x="0" y="0"/>
                </a:moveTo>
                <a:lnTo>
                  <a:pt x="1446" y="0"/>
                </a:lnTo>
                <a:lnTo>
                  <a:pt x="1446" y="458"/>
                </a:lnTo>
                <a:lnTo>
                  <a:pt x="438" y="458"/>
                </a:lnTo>
                <a:lnTo>
                  <a:pt x="438" y="1446"/>
                </a:lnTo>
                <a:lnTo>
                  <a:pt x="0" y="1446"/>
                </a:lnTo>
                <a:lnTo>
                  <a:pt x="0" y="0"/>
                </a:lnTo>
                <a:close/>
              </a:path>
            </a:pathLst>
          </a:custGeom>
          <a:solidFill>
            <a:srgbClr val="7DCDFF"/>
          </a:solidFill>
          <a:ln>
            <a:noFill/>
          </a:ln>
        </p:spPr>
        <p:txBody>
          <a:bodyPr/>
          <a:lstStyle/>
          <a:p>
            <a:endParaRPr lang="zh-CN" altLang="en-US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84" name="Freeform 12"/>
          <p:cNvSpPr/>
          <p:nvPr/>
        </p:nvSpPr>
        <p:spPr bwMode="auto">
          <a:xfrm flipH="1" flipV="1">
            <a:off x="9428533" y="4397495"/>
            <a:ext cx="528638" cy="530225"/>
          </a:xfrm>
          <a:custGeom>
            <a:avLst/>
            <a:gdLst>
              <a:gd name="T0" fmla="*/ 0 w 1446"/>
              <a:gd name="T1" fmla="*/ 0 h 1446"/>
              <a:gd name="T2" fmla="*/ 1446 w 1446"/>
              <a:gd name="T3" fmla="*/ 0 h 1446"/>
              <a:gd name="T4" fmla="*/ 1446 w 1446"/>
              <a:gd name="T5" fmla="*/ 458 h 1446"/>
              <a:gd name="T6" fmla="*/ 438 w 1446"/>
              <a:gd name="T7" fmla="*/ 458 h 1446"/>
              <a:gd name="T8" fmla="*/ 438 w 1446"/>
              <a:gd name="T9" fmla="*/ 1446 h 1446"/>
              <a:gd name="T10" fmla="*/ 0 w 1446"/>
              <a:gd name="T11" fmla="*/ 1446 h 1446"/>
              <a:gd name="T12" fmla="*/ 0 w 1446"/>
              <a:gd name="T13" fmla="*/ 0 h 144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446" h="1446">
                <a:moveTo>
                  <a:pt x="0" y="0"/>
                </a:moveTo>
                <a:lnTo>
                  <a:pt x="1446" y="0"/>
                </a:lnTo>
                <a:lnTo>
                  <a:pt x="1446" y="458"/>
                </a:lnTo>
                <a:lnTo>
                  <a:pt x="438" y="458"/>
                </a:lnTo>
                <a:lnTo>
                  <a:pt x="438" y="1446"/>
                </a:lnTo>
                <a:lnTo>
                  <a:pt x="0" y="1446"/>
                </a:lnTo>
                <a:lnTo>
                  <a:pt x="0" y="0"/>
                </a:lnTo>
                <a:close/>
              </a:path>
            </a:pathLst>
          </a:custGeom>
          <a:solidFill>
            <a:srgbClr val="7DCDFF"/>
          </a:solidFill>
          <a:ln>
            <a:noFill/>
          </a:ln>
        </p:spPr>
        <p:txBody>
          <a:bodyPr/>
          <a:lstStyle/>
          <a:p>
            <a:endParaRPr lang="zh-CN" altLang="en-US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80" name="TextBox 79"/>
          <p:cNvSpPr txBox="1"/>
          <p:nvPr/>
        </p:nvSpPr>
        <p:spPr>
          <a:xfrm>
            <a:off x="3443605" y="1353185"/>
            <a:ext cx="5848350" cy="23815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60000"/>
              </a:lnSpc>
            </a:pPr>
            <a:r>
              <a:rPr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1. </a:t>
            </a:r>
            <a:r>
              <a:rPr lang="en-US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Go2</a:t>
            </a:r>
            <a:r>
              <a:rPr lang="zh-CN" altLang="en-US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机器人的多媒体架构主要分几部分</a:t>
            </a:r>
            <a:r>
              <a:rPr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？</a:t>
            </a:r>
            <a:endParaRPr lang="en-US" sz="2400" dirty="0">
              <a:solidFill>
                <a:schemeClr val="tx1">
                  <a:lumMod val="50000"/>
                  <a:lumOff val="50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60000"/>
              </a:lnSpc>
            </a:pPr>
            <a:endParaRPr sz="2400" dirty="0">
              <a:solidFill>
                <a:schemeClr val="tx1">
                  <a:lumMod val="50000"/>
                  <a:lumOff val="50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60000"/>
              </a:lnSpc>
            </a:pPr>
            <a:r>
              <a:rPr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2. </a:t>
            </a:r>
            <a:r>
              <a:rPr lang="en-US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Jpeg</a:t>
            </a:r>
            <a:r>
              <a:rPr lang="zh-CN" altLang="en-US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拍照处理类的使用流程</a:t>
            </a:r>
            <a:r>
              <a:rPr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？</a:t>
            </a:r>
          </a:p>
        </p:txBody>
      </p:sp>
      <p:sp>
        <p:nvSpPr>
          <p:cNvPr id="32" name="椭圆 31"/>
          <p:cNvSpPr/>
          <p:nvPr/>
        </p:nvSpPr>
        <p:spPr>
          <a:xfrm>
            <a:off x="786648" y="1144057"/>
            <a:ext cx="2448272" cy="2448272"/>
          </a:xfrm>
          <a:prstGeom prst="ellipse">
            <a:avLst/>
          </a:prstGeom>
          <a:solidFill>
            <a:srgbClr val="7DCD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6" name="标题 4"/>
          <p:cNvSpPr txBox="1"/>
          <p:nvPr/>
        </p:nvSpPr>
        <p:spPr>
          <a:xfrm>
            <a:off x="839549" y="2952378"/>
            <a:ext cx="2376264" cy="47348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altLang="zh-CN" sz="24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7" name="椭圆 66"/>
          <p:cNvSpPr/>
          <p:nvPr/>
        </p:nvSpPr>
        <p:spPr>
          <a:xfrm>
            <a:off x="907549" y="1248448"/>
            <a:ext cx="2240761" cy="2240761"/>
          </a:xfrm>
          <a:prstGeom prst="ellipse">
            <a:avLst/>
          </a:prstGeom>
          <a:noFill/>
          <a:ln w="3175">
            <a:solidFill>
              <a:schemeClr val="bg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4" name="KSO_Shape"/>
          <p:cNvSpPr/>
          <p:nvPr/>
        </p:nvSpPr>
        <p:spPr bwMode="auto">
          <a:xfrm>
            <a:off x="1287105" y="1841903"/>
            <a:ext cx="1481536" cy="1261770"/>
          </a:xfrm>
          <a:custGeom>
            <a:avLst/>
            <a:gdLst>
              <a:gd name="T0" fmla="*/ 432030 w 2125663"/>
              <a:gd name="T1" fmla="*/ 1344893 h 1811338"/>
              <a:gd name="T2" fmla="*/ 462740 w 2125663"/>
              <a:gd name="T3" fmla="*/ 1477960 h 1811338"/>
              <a:gd name="T4" fmla="*/ 513638 w 2125663"/>
              <a:gd name="T5" fmla="*/ 1557743 h 1811338"/>
              <a:gd name="T6" fmla="*/ 516481 w 2125663"/>
              <a:gd name="T7" fmla="*/ 1336346 h 1811338"/>
              <a:gd name="T8" fmla="*/ 503401 w 2125663"/>
              <a:gd name="T9" fmla="*/ 1310416 h 1811338"/>
              <a:gd name="T10" fmla="*/ 515913 w 2125663"/>
              <a:gd name="T11" fmla="*/ 1250009 h 1811338"/>
              <a:gd name="T12" fmla="*/ 618846 w 2125663"/>
              <a:gd name="T13" fmla="*/ 1242885 h 1811338"/>
              <a:gd name="T14" fmla="*/ 643583 w 2125663"/>
              <a:gd name="T15" fmla="*/ 1263116 h 1811338"/>
              <a:gd name="T16" fmla="*/ 642446 w 2125663"/>
              <a:gd name="T17" fmla="*/ 1324948 h 1811338"/>
              <a:gd name="T18" fmla="*/ 619414 w 2125663"/>
              <a:gd name="T19" fmla="*/ 1342899 h 1811338"/>
              <a:gd name="T20" fmla="*/ 664057 w 2125663"/>
              <a:gd name="T21" fmla="*/ 1524691 h 1811338"/>
              <a:gd name="T22" fmla="*/ 704434 w 2125663"/>
              <a:gd name="T23" fmla="*/ 1417553 h 1811338"/>
              <a:gd name="T24" fmla="*/ 725191 w 2125663"/>
              <a:gd name="T25" fmla="*/ 1259697 h 1811338"/>
              <a:gd name="T26" fmla="*/ 857412 w 2125663"/>
              <a:gd name="T27" fmla="*/ 1192451 h 1811338"/>
              <a:gd name="T28" fmla="*/ 923096 w 2125663"/>
              <a:gd name="T29" fmla="*/ 1212682 h 1811338"/>
              <a:gd name="T30" fmla="*/ 970013 w 2125663"/>
              <a:gd name="T31" fmla="*/ 1259697 h 1811338"/>
              <a:gd name="T32" fmla="*/ 990201 w 2125663"/>
              <a:gd name="T33" fmla="*/ 1325233 h 1811338"/>
              <a:gd name="T34" fmla="*/ 980818 w 2125663"/>
              <a:gd name="T35" fmla="*/ 1537228 h 1811338"/>
              <a:gd name="T36" fmla="*/ 935891 w 2125663"/>
              <a:gd name="T37" fmla="*/ 1570566 h 1811338"/>
              <a:gd name="T38" fmla="*/ 798837 w 2125663"/>
              <a:gd name="T39" fmla="*/ 1607608 h 1811338"/>
              <a:gd name="T40" fmla="*/ 617424 w 2125663"/>
              <a:gd name="T41" fmla="*/ 1622140 h 1811338"/>
              <a:gd name="T42" fmla="*/ 428049 w 2125663"/>
              <a:gd name="T43" fmla="*/ 1615872 h 1811338"/>
              <a:gd name="T44" fmla="*/ 264551 w 2125663"/>
              <a:gd name="T45" fmla="*/ 1588232 h 1811338"/>
              <a:gd name="T46" fmla="*/ 180669 w 2125663"/>
              <a:gd name="T47" fmla="*/ 1549481 h 1811338"/>
              <a:gd name="T48" fmla="*/ 159912 w 2125663"/>
              <a:gd name="T49" fmla="*/ 1517283 h 1811338"/>
              <a:gd name="T50" fmla="*/ 167873 w 2125663"/>
              <a:gd name="T51" fmla="*/ 1284201 h 1811338"/>
              <a:gd name="T52" fmla="*/ 205123 w 2125663"/>
              <a:gd name="T53" fmla="*/ 1228638 h 1811338"/>
              <a:gd name="T54" fmla="*/ 264266 w 2125663"/>
              <a:gd name="T55" fmla="*/ 1196440 h 1811338"/>
              <a:gd name="T56" fmla="*/ 421225 w 2125663"/>
              <a:gd name="T57" fmla="*/ 1183048 h 1811338"/>
              <a:gd name="T58" fmla="*/ 433514 w 2125663"/>
              <a:gd name="T59" fmla="*/ 761303 h 1811338"/>
              <a:gd name="T60" fmla="*/ 391450 w 2125663"/>
              <a:gd name="T61" fmla="*/ 813630 h 1811338"/>
              <a:gd name="T62" fmla="*/ 379229 w 2125663"/>
              <a:gd name="T63" fmla="*/ 902075 h 1811338"/>
              <a:gd name="T64" fmla="*/ 414756 w 2125663"/>
              <a:gd name="T65" fmla="*/ 1016114 h 1811338"/>
              <a:gd name="T66" fmla="*/ 487516 w 2125663"/>
              <a:gd name="T67" fmla="*/ 1099439 h 1811338"/>
              <a:gd name="T68" fmla="*/ 567666 w 2125663"/>
              <a:gd name="T69" fmla="*/ 1135272 h 1811338"/>
              <a:gd name="T70" fmla="*/ 645542 w 2125663"/>
              <a:gd name="T71" fmla="*/ 1111099 h 1811338"/>
              <a:gd name="T72" fmla="*/ 722282 w 2125663"/>
              <a:gd name="T73" fmla="*/ 1035452 h 1811338"/>
              <a:gd name="T74" fmla="*/ 767757 w 2125663"/>
              <a:gd name="T75" fmla="*/ 926248 h 1811338"/>
              <a:gd name="T76" fmla="*/ 666290 w 2125663"/>
              <a:gd name="T77" fmla="*/ 863967 h 1811338"/>
              <a:gd name="T78" fmla="*/ 546918 w 2125663"/>
              <a:gd name="T79" fmla="*/ 832116 h 1811338"/>
              <a:gd name="T80" fmla="*/ 484389 w 2125663"/>
              <a:gd name="T81" fmla="*/ 790595 h 1811338"/>
              <a:gd name="T82" fmla="*/ 452273 w 2125663"/>
              <a:gd name="T83" fmla="*/ 760734 h 1811338"/>
              <a:gd name="T84" fmla="*/ 568234 w 2125663"/>
              <a:gd name="T85" fmla="*/ 587258 h 1811338"/>
              <a:gd name="T86" fmla="*/ 631616 w 2125663"/>
              <a:gd name="T87" fmla="*/ 594937 h 1811338"/>
              <a:gd name="T88" fmla="*/ 705513 w 2125663"/>
              <a:gd name="T89" fmla="*/ 631054 h 1811338"/>
              <a:gd name="T90" fmla="*/ 790210 w 2125663"/>
              <a:gd name="T91" fmla="*/ 732864 h 1811338"/>
              <a:gd name="T92" fmla="*/ 826306 w 2125663"/>
              <a:gd name="T93" fmla="*/ 873920 h 1811338"/>
              <a:gd name="T94" fmla="*/ 818064 w 2125663"/>
              <a:gd name="T95" fmla="*/ 959237 h 1811338"/>
              <a:gd name="T96" fmla="*/ 780831 w 2125663"/>
              <a:gd name="T97" fmla="*/ 1048534 h 1811338"/>
              <a:gd name="T98" fmla="*/ 687607 w 2125663"/>
              <a:gd name="T99" fmla="*/ 1148922 h 1811338"/>
              <a:gd name="T100" fmla="*/ 588983 w 2125663"/>
              <a:gd name="T101" fmla="*/ 1190727 h 1811338"/>
              <a:gd name="T102" fmla="*/ 525033 w 2125663"/>
              <a:gd name="T103" fmla="*/ 1182480 h 1811338"/>
              <a:gd name="T104" fmla="*/ 421293 w 2125663"/>
              <a:gd name="T105" fmla="*/ 1115081 h 1811338"/>
              <a:gd name="T106" fmla="*/ 345406 w 2125663"/>
              <a:gd name="T107" fmla="*/ 1002463 h 1811338"/>
              <a:gd name="T108" fmla="*/ 325511 w 2125663"/>
              <a:gd name="T109" fmla="*/ 929092 h 1811338"/>
              <a:gd name="T110" fmla="*/ 330627 w 2125663"/>
              <a:gd name="T111" fmla="*/ 813915 h 1811338"/>
              <a:gd name="T112" fmla="*/ 388324 w 2125663"/>
              <a:gd name="T113" fmla="*/ 686510 h 1811338"/>
              <a:gd name="T114" fmla="*/ 482400 w 2125663"/>
              <a:gd name="T115" fmla="*/ 608303 h 1811338"/>
              <a:gd name="T116" fmla="*/ 542939 w 2125663"/>
              <a:gd name="T117" fmla="*/ 589534 h 1811338"/>
              <a:gd name="T118" fmla="*/ 0 w 2125663"/>
              <a:gd name="T119" fmla="*/ 0 h 1811338"/>
              <a:gd name="T120" fmla="*/ 174993 w 2125663"/>
              <a:gd name="T121" fmla="*/ 1118883 h 1811338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60000 65536"/>
              <a:gd name="T166" fmla="*/ 0 60000 65536"/>
              <a:gd name="T167" fmla="*/ 0 60000 65536"/>
              <a:gd name="T168" fmla="*/ 0 60000 65536"/>
              <a:gd name="T169" fmla="*/ 0 60000 65536"/>
              <a:gd name="T170" fmla="*/ 0 60000 65536"/>
              <a:gd name="T171" fmla="*/ 0 60000 65536"/>
              <a:gd name="T172" fmla="*/ 0 60000 65536"/>
              <a:gd name="T173" fmla="*/ 0 60000 65536"/>
              <a:gd name="T174" fmla="*/ 0 60000 65536"/>
              <a:gd name="T175" fmla="*/ 0 60000 65536"/>
              <a:gd name="T176" fmla="*/ 0 60000 65536"/>
              <a:gd name="T177" fmla="*/ 0 60000 65536"/>
              <a:gd name="T178" fmla="*/ 0 60000 65536"/>
              <a:gd name="T179" fmla="*/ 0 60000 65536"/>
              <a:gd name="T180" fmla="*/ 0 60000 65536"/>
              <a:gd name="T181" fmla="*/ 0 60000 65536"/>
              <a:gd name="T182" fmla="*/ 0 60000 65536"/>
            </a:gdLst>
            <a:ahLst/>
            <a:cxnLst>
              <a:cxn ang="T122">
                <a:pos x="T0" y="T1"/>
              </a:cxn>
              <a:cxn ang="T123">
                <a:pos x="T2" y="T3"/>
              </a:cxn>
              <a:cxn ang="T124">
                <a:pos x="T4" y="T5"/>
              </a:cxn>
              <a:cxn ang="T125">
                <a:pos x="T6" y="T7"/>
              </a:cxn>
              <a:cxn ang="T126">
                <a:pos x="T8" y="T9"/>
              </a:cxn>
              <a:cxn ang="T127">
                <a:pos x="T10" y="T11"/>
              </a:cxn>
              <a:cxn ang="T128">
                <a:pos x="T12" y="T13"/>
              </a:cxn>
              <a:cxn ang="T129">
                <a:pos x="T14" y="T15"/>
              </a:cxn>
              <a:cxn ang="T130">
                <a:pos x="T16" y="T17"/>
              </a:cxn>
              <a:cxn ang="T131">
                <a:pos x="T18" y="T19"/>
              </a:cxn>
              <a:cxn ang="T132">
                <a:pos x="T20" y="T21"/>
              </a:cxn>
              <a:cxn ang="T133">
                <a:pos x="T22" y="T23"/>
              </a:cxn>
              <a:cxn ang="T134">
                <a:pos x="T24" y="T25"/>
              </a:cxn>
              <a:cxn ang="T135">
                <a:pos x="T26" y="T27"/>
              </a:cxn>
              <a:cxn ang="T136">
                <a:pos x="T28" y="T29"/>
              </a:cxn>
              <a:cxn ang="T137">
                <a:pos x="T30" y="T31"/>
              </a:cxn>
              <a:cxn ang="T138">
                <a:pos x="T32" y="T33"/>
              </a:cxn>
              <a:cxn ang="T139">
                <a:pos x="T34" y="T35"/>
              </a:cxn>
              <a:cxn ang="T140">
                <a:pos x="T36" y="T37"/>
              </a:cxn>
              <a:cxn ang="T141">
                <a:pos x="T38" y="T39"/>
              </a:cxn>
              <a:cxn ang="T142">
                <a:pos x="T40" y="T41"/>
              </a:cxn>
              <a:cxn ang="T143">
                <a:pos x="T42" y="T43"/>
              </a:cxn>
              <a:cxn ang="T144">
                <a:pos x="T44" y="T45"/>
              </a:cxn>
              <a:cxn ang="T145">
                <a:pos x="T46" y="T47"/>
              </a:cxn>
              <a:cxn ang="T146">
                <a:pos x="T48" y="T49"/>
              </a:cxn>
              <a:cxn ang="T147">
                <a:pos x="T50" y="T51"/>
              </a:cxn>
              <a:cxn ang="T148">
                <a:pos x="T52" y="T53"/>
              </a:cxn>
              <a:cxn ang="T149">
                <a:pos x="T54" y="T55"/>
              </a:cxn>
              <a:cxn ang="T150">
                <a:pos x="T56" y="T57"/>
              </a:cxn>
              <a:cxn ang="T151">
                <a:pos x="T58" y="T59"/>
              </a:cxn>
              <a:cxn ang="T152">
                <a:pos x="T60" y="T61"/>
              </a:cxn>
              <a:cxn ang="T153">
                <a:pos x="T62" y="T63"/>
              </a:cxn>
              <a:cxn ang="T154">
                <a:pos x="T64" y="T65"/>
              </a:cxn>
              <a:cxn ang="T155">
                <a:pos x="T66" y="T67"/>
              </a:cxn>
              <a:cxn ang="T156">
                <a:pos x="T68" y="T69"/>
              </a:cxn>
              <a:cxn ang="T157">
                <a:pos x="T70" y="T71"/>
              </a:cxn>
              <a:cxn ang="T158">
                <a:pos x="T72" y="T73"/>
              </a:cxn>
              <a:cxn ang="T159">
                <a:pos x="T74" y="T75"/>
              </a:cxn>
              <a:cxn ang="T160">
                <a:pos x="T76" y="T77"/>
              </a:cxn>
              <a:cxn ang="T161">
                <a:pos x="T78" y="T79"/>
              </a:cxn>
              <a:cxn ang="T162">
                <a:pos x="T80" y="T81"/>
              </a:cxn>
              <a:cxn ang="T163">
                <a:pos x="T82" y="T83"/>
              </a:cxn>
              <a:cxn ang="T164">
                <a:pos x="T84" y="T85"/>
              </a:cxn>
              <a:cxn ang="T165">
                <a:pos x="T86" y="T87"/>
              </a:cxn>
              <a:cxn ang="T166">
                <a:pos x="T88" y="T89"/>
              </a:cxn>
              <a:cxn ang="T167">
                <a:pos x="T90" y="T91"/>
              </a:cxn>
              <a:cxn ang="T168">
                <a:pos x="T92" y="T93"/>
              </a:cxn>
              <a:cxn ang="T169">
                <a:pos x="T94" y="T95"/>
              </a:cxn>
              <a:cxn ang="T170">
                <a:pos x="T96" y="T97"/>
              </a:cxn>
              <a:cxn ang="T171">
                <a:pos x="T98" y="T99"/>
              </a:cxn>
              <a:cxn ang="T172">
                <a:pos x="T100" y="T101"/>
              </a:cxn>
              <a:cxn ang="T173">
                <a:pos x="T102" y="T103"/>
              </a:cxn>
              <a:cxn ang="T174">
                <a:pos x="T104" y="T105"/>
              </a:cxn>
              <a:cxn ang="T175">
                <a:pos x="T106" y="T107"/>
              </a:cxn>
              <a:cxn ang="T176">
                <a:pos x="T108" y="T109"/>
              </a:cxn>
              <a:cxn ang="T177">
                <a:pos x="T110" y="T111"/>
              </a:cxn>
              <a:cxn ang="T178">
                <a:pos x="T112" y="T113"/>
              </a:cxn>
              <a:cxn ang="T179">
                <a:pos x="T114" y="T115"/>
              </a:cxn>
              <a:cxn ang="T180">
                <a:pos x="T116" y="T117"/>
              </a:cxn>
              <a:cxn ang="T181">
                <a:pos x="T118" y="T119"/>
              </a:cxn>
              <a:cxn ang="T182">
                <a:pos x="T120" y="T121"/>
              </a:cxn>
            </a:cxnLst>
            <a:rect l="0" t="0" r="r" b="b"/>
            <a:pathLst>
              <a:path w="2125663" h="1811338">
                <a:moveTo>
                  <a:pt x="470017" y="1320800"/>
                </a:moveTo>
                <a:lnTo>
                  <a:pt x="470335" y="1343069"/>
                </a:lnTo>
                <a:lnTo>
                  <a:pt x="471286" y="1364382"/>
                </a:lnTo>
                <a:lnTo>
                  <a:pt x="472238" y="1385696"/>
                </a:lnTo>
                <a:lnTo>
                  <a:pt x="473190" y="1406374"/>
                </a:lnTo>
                <a:lnTo>
                  <a:pt x="474459" y="1426415"/>
                </a:lnTo>
                <a:lnTo>
                  <a:pt x="476363" y="1446139"/>
                </a:lnTo>
                <a:lnTo>
                  <a:pt x="478267" y="1464908"/>
                </a:lnTo>
                <a:lnTo>
                  <a:pt x="480170" y="1483677"/>
                </a:lnTo>
                <a:lnTo>
                  <a:pt x="482074" y="1501491"/>
                </a:lnTo>
                <a:lnTo>
                  <a:pt x="484612" y="1518988"/>
                </a:lnTo>
                <a:lnTo>
                  <a:pt x="487468" y="1535530"/>
                </a:lnTo>
                <a:lnTo>
                  <a:pt x="490323" y="1552072"/>
                </a:lnTo>
                <a:lnTo>
                  <a:pt x="493179" y="1567660"/>
                </a:lnTo>
                <a:lnTo>
                  <a:pt x="496352" y="1582611"/>
                </a:lnTo>
                <a:lnTo>
                  <a:pt x="500159" y="1597563"/>
                </a:lnTo>
                <a:lnTo>
                  <a:pt x="503649" y="1611560"/>
                </a:lnTo>
                <a:lnTo>
                  <a:pt x="507774" y="1624921"/>
                </a:lnTo>
                <a:lnTo>
                  <a:pt x="511899" y="1637646"/>
                </a:lnTo>
                <a:lnTo>
                  <a:pt x="516341" y="1650052"/>
                </a:lnTo>
                <a:lnTo>
                  <a:pt x="520783" y="1661505"/>
                </a:lnTo>
                <a:lnTo>
                  <a:pt x="525859" y="1672639"/>
                </a:lnTo>
                <a:lnTo>
                  <a:pt x="530936" y="1683137"/>
                </a:lnTo>
                <a:lnTo>
                  <a:pt x="536329" y="1692998"/>
                </a:lnTo>
                <a:lnTo>
                  <a:pt x="541723" y="1702224"/>
                </a:lnTo>
                <a:lnTo>
                  <a:pt x="547752" y="1710813"/>
                </a:lnTo>
                <a:lnTo>
                  <a:pt x="553463" y="1718766"/>
                </a:lnTo>
                <a:lnTo>
                  <a:pt x="559808" y="1726083"/>
                </a:lnTo>
                <a:lnTo>
                  <a:pt x="566154" y="1732763"/>
                </a:lnTo>
                <a:lnTo>
                  <a:pt x="573134" y="1739125"/>
                </a:lnTo>
                <a:lnTo>
                  <a:pt x="580114" y="1744215"/>
                </a:lnTo>
                <a:lnTo>
                  <a:pt x="587412" y="1749305"/>
                </a:lnTo>
                <a:lnTo>
                  <a:pt x="594709" y="1753123"/>
                </a:lnTo>
                <a:lnTo>
                  <a:pt x="594709" y="1499901"/>
                </a:lnTo>
                <a:lnTo>
                  <a:pt x="591537" y="1499264"/>
                </a:lnTo>
                <a:lnTo>
                  <a:pt x="588047" y="1498310"/>
                </a:lnTo>
                <a:lnTo>
                  <a:pt x="584874" y="1497038"/>
                </a:lnTo>
                <a:lnTo>
                  <a:pt x="582018" y="1495765"/>
                </a:lnTo>
                <a:lnTo>
                  <a:pt x="579163" y="1494175"/>
                </a:lnTo>
                <a:lnTo>
                  <a:pt x="576307" y="1491948"/>
                </a:lnTo>
                <a:lnTo>
                  <a:pt x="573769" y="1489721"/>
                </a:lnTo>
                <a:lnTo>
                  <a:pt x="571548" y="1487494"/>
                </a:lnTo>
                <a:lnTo>
                  <a:pt x="569327" y="1484949"/>
                </a:lnTo>
                <a:lnTo>
                  <a:pt x="567106" y="1482404"/>
                </a:lnTo>
                <a:lnTo>
                  <a:pt x="565519" y="1479223"/>
                </a:lnTo>
                <a:lnTo>
                  <a:pt x="564250" y="1476360"/>
                </a:lnTo>
                <a:lnTo>
                  <a:pt x="563298" y="1473179"/>
                </a:lnTo>
                <a:lnTo>
                  <a:pt x="562347" y="1469998"/>
                </a:lnTo>
                <a:lnTo>
                  <a:pt x="562029" y="1466180"/>
                </a:lnTo>
                <a:lnTo>
                  <a:pt x="561712" y="1462999"/>
                </a:lnTo>
                <a:lnTo>
                  <a:pt x="561712" y="1425143"/>
                </a:lnTo>
                <a:lnTo>
                  <a:pt x="562029" y="1421007"/>
                </a:lnTo>
                <a:lnTo>
                  <a:pt x="562664" y="1417508"/>
                </a:lnTo>
                <a:lnTo>
                  <a:pt x="563616" y="1414009"/>
                </a:lnTo>
                <a:lnTo>
                  <a:pt x="564885" y="1410191"/>
                </a:lnTo>
                <a:lnTo>
                  <a:pt x="566154" y="1407010"/>
                </a:lnTo>
                <a:lnTo>
                  <a:pt x="568375" y="1403829"/>
                </a:lnTo>
                <a:lnTo>
                  <a:pt x="570596" y="1400966"/>
                </a:lnTo>
                <a:lnTo>
                  <a:pt x="572817" y="1398103"/>
                </a:lnTo>
                <a:lnTo>
                  <a:pt x="575673" y="1395558"/>
                </a:lnTo>
                <a:lnTo>
                  <a:pt x="578528" y="1393649"/>
                </a:lnTo>
                <a:lnTo>
                  <a:pt x="581701" y="1391741"/>
                </a:lnTo>
                <a:lnTo>
                  <a:pt x="584874" y="1390150"/>
                </a:lnTo>
                <a:lnTo>
                  <a:pt x="588364" y="1388878"/>
                </a:lnTo>
                <a:lnTo>
                  <a:pt x="592171" y="1387605"/>
                </a:lnTo>
                <a:lnTo>
                  <a:pt x="595979" y="1386969"/>
                </a:lnTo>
                <a:lnTo>
                  <a:pt x="599786" y="1386969"/>
                </a:lnTo>
                <a:lnTo>
                  <a:pt x="682597" y="1386969"/>
                </a:lnTo>
                <a:lnTo>
                  <a:pt x="686721" y="1386969"/>
                </a:lnTo>
                <a:lnTo>
                  <a:pt x="690529" y="1387605"/>
                </a:lnTo>
                <a:lnTo>
                  <a:pt x="694019" y="1388878"/>
                </a:lnTo>
                <a:lnTo>
                  <a:pt x="697826" y="1390150"/>
                </a:lnTo>
                <a:lnTo>
                  <a:pt x="700999" y="1391741"/>
                </a:lnTo>
                <a:lnTo>
                  <a:pt x="704172" y="1393649"/>
                </a:lnTo>
                <a:lnTo>
                  <a:pt x="707345" y="1395558"/>
                </a:lnTo>
                <a:lnTo>
                  <a:pt x="709883" y="1398103"/>
                </a:lnTo>
                <a:lnTo>
                  <a:pt x="712104" y="1400966"/>
                </a:lnTo>
                <a:lnTo>
                  <a:pt x="714325" y="1403829"/>
                </a:lnTo>
                <a:lnTo>
                  <a:pt x="716229" y="1407010"/>
                </a:lnTo>
                <a:lnTo>
                  <a:pt x="718132" y="1410191"/>
                </a:lnTo>
                <a:lnTo>
                  <a:pt x="719402" y="1414009"/>
                </a:lnTo>
                <a:lnTo>
                  <a:pt x="720353" y="1417508"/>
                </a:lnTo>
                <a:lnTo>
                  <a:pt x="720671" y="1421007"/>
                </a:lnTo>
                <a:lnTo>
                  <a:pt x="720988" y="1425143"/>
                </a:lnTo>
                <a:lnTo>
                  <a:pt x="720988" y="1462999"/>
                </a:lnTo>
                <a:lnTo>
                  <a:pt x="720988" y="1466180"/>
                </a:lnTo>
                <a:lnTo>
                  <a:pt x="720353" y="1469998"/>
                </a:lnTo>
                <a:lnTo>
                  <a:pt x="719719" y="1473179"/>
                </a:lnTo>
                <a:lnTo>
                  <a:pt x="718450" y="1476360"/>
                </a:lnTo>
                <a:lnTo>
                  <a:pt x="716863" y="1479223"/>
                </a:lnTo>
                <a:lnTo>
                  <a:pt x="715277" y="1482404"/>
                </a:lnTo>
                <a:lnTo>
                  <a:pt x="713373" y="1484949"/>
                </a:lnTo>
                <a:lnTo>
                  <a:pt x="711469" y="1487494"/>
                </a:lnTo>
                <a:lnTo>
                  <a:pt x="708931" y="1489721"/>
                </a:lnTo>
                <a:lnTo>
                  <a:pt x="706710" y="1491948"/>
                </a:lnTo>
                <a:lnTo>
                  <a:pt x="703537" y="1494175"/>
                </a:lnTo>
                <a:lnTo>
                  <a:pt x="700682" y="1495765"/>
                </a:lnTo>
                <a:lnTo>
                  <a:pt x="697826" y="1497038"/>
                </a:lnTo>
                <a:lnTo>
                  <a:pt x="694653" y="1498310"/>
                </a:lnTo>
                <a:lnTo>
                  <a:pt x="691163" y="1499264"/>
                </a:lnTo>
                <a:lnTo>
                  <a:pt x="687991" y="1499901"/>
                </a:lnTo>
                <a:lnTo>
                  <a:pt x="687991" y="1753123"/>
                </a:lnTo>
                <a:lnTo>
                  <a:pt x="695605" y="1749305"/>
                </a:lnTo>
                <a:lnTo>
                  <a:pt x="702586" y="1744215"/>
                </a:lnTo>
                <a:lnTo>
                  <a:pt x="709566" y="1739125"/>
                </a:lnTo>
                <a:lnTo>
                  <a:pt x="716229" y="1732763"/>
                </a:lnTo>
                <a:lnTo>
                  <a:pt x="722892" y="1726083"/>
                </a:lnTo>
                <a:lnTo>
                  <a:pt x="729237" y="1718766"/>
                </a:lnTo>
                <a:lnTo>
                  <a:pt x="734948" y="1710813"/>
                </a:lnTo>
                <a:lnTo>
                  <a:pt x="740977" y="1702224"/>
                </a:lnTo>
                <a:lnTo>
                  <a:pt x="746371" y="1692998"/>
                </a:lnTo>
                <a:lnTo>
                  <a:pt x="751447" y="1683137"/>
                </a:lnTo>
                <a:lnTo>
                  <a:pt x="756841" y="1672639"/>
                </a:lnTo>
                <a:lnTo>
                  <a:pt x="761600" y="1661505"/>
                </a:lnTo>
                <a:lnTo>
                  <a:pt x="766359" y="1650052"/>
                </a:lnTo>
                <a:lnTo>
                  <a:pt x="770801" y="1637646"/>
                </a:lnTo>
                <a:lnTo>
                  <a:pt x="774926" y="1624921"/>
                </a:lnTo>
                <a:lnTo>
                  <a:pt x="779051" y="1611560"/>
                </a:lnTo>
                <a:lnTo>
                  <a:pt x="782541" y="1597563"/>
                </a:lnTo>
                <a:lnTo>
                  <a:pt x="786031" y="1582611"/>
                </a:lnTo>
                <a:lnTo>
                  <a:pt x="789521" y="1567660"/>
                </a:lnTo>
                <a:lnTo>
                  <a:pt x="792377" y="1552072"/>
                </a:lnTo>
                <a:lnTo>
                  <a:pt x="795232" y="1535530"/>
                </a:lnTo>
                <a:lnTo>
                  <a:pt x="797770" y="1518988"/>
                </a:lnTo>
                <a:lnTo>
                  <a:pt x="800626" y="1501491"/>
                </a:lnTo>
                <a:lnTo>
                  <a:pt x="802530" y="1483677"/>
                </a:lnTo>
                <a:lnTo>
                  <a:pt x="804751" y="1464908"/>
                </a:lnTo>
                <a:lnTo>
                  <a:pt x="806337" y="1446139"/>
                </a:lnTo>
                <a:lnTo>
                  <a:pt x="807923" y="1426415"/>
                </a:lnTo>
                <a:lnTo>
                  <a:pt x="809193" y="1406374"/>
                </a:lnTo>
                <a:lnTo>
                  <a:pt x="810779" y="1385696"/>
                </a:lnTo>
                <a:lnTo>
                  <a:pt x="811731" y="1364382"/>
                </a:lnTo>
                <a:lnTo>
                  <a:pt x="812365" y="1343069"/>
                </a:lnTo>
                <a:lnTo>
                  <a:pt x="813000" y="1320800"/>
                </a:lnTo>
                <a:lnTo>
                  <a:pt x="840921" y="1322709"/>
                </a:lnTo>
                <a:lnTo>
                  <a:pt x="866621" y="1324300"/>
                </a:lnTo>
                <a:lnTo>
                  <a:pt x="909771" y="1327481"/>
                </a:lnTo>
                <a:lnTo>
                  <a:pt x="938644" y="1330026"/>
                </a:lnTo>
                <a:lnTo>
                  <a:pt x="948797" y="1330980"/>
                </a:lnTo>
                <a:lnTo>
                  <a:pt x="956729" y="1331298"/>
                </a:lnTo>
                <a:lnTo>
                  <a:pt x="964661" y="1331934"/>
                </a:lnTo>
                <a:lnTo>
                  <a:pt x="972593" y="1332889"/>
                </a:lnTo>
                <a:lnTo>
                  <a:pt x="980208" y="1334161"/>
                </a:lnTo>
                <a:lnTo>
                  <a:pt x="987823" y="1335752"/>
                </a:lnTo>
                <a:lnTo>
                  <a:pt x="995437" y="1337979"/>
                </a:lnTo>
                <a:lnTo>
                  <a:pt x="1002418" y="1340205"/>
                </a:lnTo>
                <a:lnTo>
                  <a:pt x="1009715" y="1343387"/>
                </a:lnTo>
                <a:lnTo>
                  <a:pt x="1016378" y="1346250"/>
                </a:lnTo>
                <a:lnTo>
                  <a:pt x="1023358" y="1349749"/>
                </a:lnTo>
                <a:lnTo>
                  <a:pt x="1030021" y="1353885"/>
                </a:lnTo>
                <a:lnTo>
                  <a:pt x="1036050" y="1357702"/>
                </a:lnTo>
                <a:lnTo>
                  <a:pt x="1042395" y="1361837"/>
                </a:lnTo>
                <a:lnTo>
                  <a:pt x="1048106" y="1366927"/>
                </a:lnTo>
                <a:lnTo>
                  <a:pt x="1053817" y="1371699"/>
                </a:lnTo>
                <a:lnTo>
                  <a:pt x="1059211" y="1377107"/>
                </a:lnTo>
                <a:lnTo>
                  <a:pt x="1064605" y="1382197"/>
                </a:lnTo>
                <a:lnTo>
                  <a:pt x="1069364" y="1388241"/>
                </a:lnTo>
                <a:lnTo>
                  <a:pt x="1073806" y="1393967"/>
                </a:lnTo>
                <a:lnTo>
                  <a:pt x="1078248" y="1400012"/>
                </a:lnTo>
                <a:lnTo>
                  <a:pt x="1082373" y="1406374"/>
                </a:lnTo>
                <a:lnTo>
                  <a:pt x="1085863" y="1413054"/>
                </a:lnTo>
                <a:lnTo>
                  <a:pt x="1089670" y="1419735"/>
                </a:lnTo>
                <a:lnTo>
                  <a:pt x="1092843" y="1426734"/>
                </a:lnTo>
                <a:lnTo>
                  <a:pt x="1095381" y="1433732"/>
                </a:lnTo>
                <a:lnTo>
                  <a:pt x="1097920" y="1441049"/>
                </a:lnTo>
                <a:lnTo>
                  <a:pt x="1100141" y="1448684"/>
                </a:lnTo>
                <a:lnTo>
                  <a:pt x="1101727" y="1456000"/>
                </a:lnTo>
                <a:lnTo>
                  <a:pt x="1103314" y="1463635"/>
                </a:lnTo>
                <a:lnTo>
                  <a:pt x="1104265" y="1471588"/>
                </a:lnTo>
                <a:lnTo>
                  <a:pt x="1104900" y="1479541"/>
                </a:lnTo>
                <a:lnTo>
                  <a:pt x="1104900" y="1487494"/>
                </a:lnTo>
                <a:lnTo>
                  <a:pt x="1104900" y="1686000"/>
                </a:lnTo>
                <a:lnTo>
                  <a:pt x="1104900" y="1690135"/>
                </a:lnTo>
                <a:lnTo>
                  <a:pt x="1104265" y="1693953"/>
                </a:lnTo>
                <a:lnTo>
                  <a:pt x="1103631" y="1697770"/>
                </a:lnTo>
                <a:lnTo>
                  <a:pt x="1102362" y="1701906"/>
                </a:lnTo>
                <a:lnTo>
                  <a:pt x="1101093" y="1705405"/>
                </a:lnTo>
                <a:lnTo>
                  <a:pt x="1099189" y="1709222"/>
                </a:lnTo>
                <a:lnTo>
                  <a:pt x="1096968" y="1713040"/>
                </a:lnTo>
                <a:lnTo>
                  <a:pt x="1094430" y="1716221"/>
                </a:lnTo>
                <a:lnTo>
                  <a:pt x="1091891" y="1719720"/>
                </a:lnTo>
                <a:lnTo>
                  <a:pt x="1089036" y="1722901"/>
                </a:lnTo>
                <a:lnTo>
                  <a:pt x="1085546" y="1726719"/>
                </a:lnTo>
                <a:lnTo>
                  <a:pt x="1082056" y="1729900"/>
                </a:lnTo>
                <a:lnTo>
                  <a:pt x="1078248" y="1732763"/>
                </a:lnTo>
                <a:lnTo>
                  <a:pt x="1074124" y="1736262"/>
                </a:lnTo>
                <a:lnTo>
                  <a:pt x="1069682" y="1739125"/>
                </a:lnTo>
                <a:lnTo>
                  <a:pt x="1065240" y="1741989"/>
                </a:lnTo>
                <a:lnTo>
                  <a:pt x="1055404" y="1748033"/>
                </a:lnTo>
                <a:lnTo>
                  <a:pt x="1044299" y="1753441"/>
                </a:lnTo>
                <a:lnTo>
                  <a:pt x="1032560" y="1758531"/>
                </a:lnTo>
                <a:lnTo>
                  <a:pt x="1019868" y="1763939"/>
                </a:lnTo>
                <a:lnTo>
                  <a:pt x="1005908" y="1768392"/>
                </a:lnTo>
                <a:lnTo>
                  <a:pt x="991630" y="1773164"/>
                </a:lnTo>
                <a:lnTo>
                  <a:pt x="976718" y="1777300"/>
                </a:lnTo>
                <a:lnTo>
                  <a:pt x="960854" y="1781117"/>
                </a:lnTo>
                <a:lnTo>
                  <a:pt x="944038" y="1784934"/>
                </a:lnTo>
                <a:lnTo>
                  <a:pt x="927222" y="1788434"/>
                </a:lnTo>
                <a:lnTo>
                  <a:pt x="909454" y="1791615"/>
                </a:lnTo>
                <a:lnTo>
                  <a:pt x="891369" y="1794796"/>
                </a:lnTo>
                <a:lnTo>
                  <a:pt x="872332" y="1797341"/>
                </a:lnTo>
                <a:lnTo>
                  <a:pt x="853295" y="1799886"/>
                </a:lnTo>
                <a:lnTo>
                  <a:pt x="833941" y="1801795"/>
                </a:lnTo>
                <a:lnTo>
                  <a:pt x="813952" y="1804022"/>
                </a:lnTo>
                <a:lnTo>
                  <a:pt x="793328" y="1805930"/>
                </a:lnTo>
                <a:lnTo>
                  <a:pt x="773022" y="1807203"/>
                </a:lnTo>
                <a:lnTo>
                  <a:pt x="752399" y="1808475"/>
                </a:lnTo>
                <a:lnTo>
                  <a:pt x="731458" y="1809748"/>
                </a:lnTo>
                <a:lnTo>
                  <a:pt x="710200" y="1810384"/>
                </a:lnTo>
                <a:lnTo>
                  <a:pt x="688942" y="1811020"/>
                </a:lnTo>
                <a:lnTo>
                  <a:pt x="667684" y="1811338"/>
                </a:lnTo>
                <a:lnTo>
                  <a:pt x="646427" y="1811338"/>
                </a:lnTo>
                <a:lnTo>
                  <a:pt x="625486" y="1811338"/>
                </a:lnTo>
                <a:lnTo>
                  <a:pt x="603911" y="1811020"/>
                </a:lnTo>
                <a:lnTo>
                  <a:pt x="582653" y="1810384"/>
                </a:lnTo>
                <a:lnTo>
                  <a:pt x="561395" y="1809748"/>
                </a:lnTo>
                <a:lnTo>
                  <a:pt x="540137" y="1808475"/>
                </a:lnTo>
                <a:lnTo>
                  <a:pt x="518879" y="1807203"/>
                </a:lnTo>
                <a:lnTo>
                  <a:pt x="498573" y="1805930"/>
                </a:lnTo>
                <a:lnTo>
                  <a:pt x="477632" y="1804022"/>
                </a:lnTo>
                <a:lnTo>
                  <a:pt x="457326" y="1801795"/>
                </a:lnTo>
                <a:lnTo>
                  <a:pt x="437337" y="1799886"/>
                </a:lnTo>
                <a:lnTo>
                  <a:pt x="417983" y="1797341"/>
                </a:lnTo>
                <a:lnTo>
                  <a:pt x="398629" y="1794796"/>
                </a:lnTo>
                <a:lnTo>
                  <a:pt x="379909" y="1791615"/>
                </a:lnTo>
                <a:lnTo>
                  <a:pt x="361824" y="1788434"/>
                </a:lnTo>
                <a:lnTo>
                  <a:pt x="344056" y="1784934"/>
                </a:lnTo>
                <a:lnTo>
                  <a:pt x="327240" y="1781117"/>
                </a:lnTo>
                <a:lnTo>
                  <a:pt x="310741" y="1777300"/>
                </a:lnTo>
                <a:lnTo>
                  <a:pt x="295195" y="1773164"/>
                </a:lnTo>
                <a:lnTo>
                  <a:pt x="280600" y="1768392"/>
                </a:lnTo>
                <a:lnTo>
                  <a:pt x="266322" y="1763939"/>
                </a:lnTo>
                <a:lnTo>
                  <a:pt x="252996" y="1758531"/>
                </a:lnTo>
                <a:lnTo>
                  <a:pt x="240622" y="1753441"/>
                </a:lnTo>
                <a:lnTo>
                  <a:pt x="229517" y="1748033"/>
                </a:lnTo>
                <a:lnTo>
                  <a:pt x="219047" y="1741989"/>
                </a:lnTo>
                <a:lnTo>
                  <a:pt x="214288" y="1739125"/>
                </a:lnTo>
                <a:lnTo>
                  <a:pt x="209846" y="1736262"/>
                </a:lnTo>
                <a:lnTo>
                  <a:pt x="205404" y="1732763"/>
                </a:lnTo>
                <a:lnTo>
                  <a:pt x="201596" y="1729900"/>
                </a:lnTo>
                <a:lnTo>
                  <a:pt x="198106" y="1726719"/>
                </a:lnTo>
                <a:lnTo>
                  <a:pt x="194299" y="1722901"/>
                </a:lnTo>
                <a:lnTo>
                  <a:pt x="191443" y="1719720"/>
                </a:lnTo>
                <a:lnTo>
                  <a:pt x="188588" y="1716221"/>
                </a:lnTo>
                <a:lnTo>
                  <a:pt x="186367" y="1713040"/>
                </a:lnTo>
                <a:lnTo>
                  <a:pt x="183828" y="1709222"/>
                </a:lnTo>
                <a:lnTo>
                  <a:pt x="181925" y="1705405"/>
                </a:lnTo>
                <a:lnTo>
                  <a:pt x="180338" y="1701906"/>
                </a:lnTo>
                <a:lnTo>
                  <a:pt x="179386" y="1697770"/>
                </a:lnTo>
                <a:lnTo>
                  <a:pt x="178435" y="1693953"/>
                </a:lnTo>
                <a:lnTo>
                  <a:pt x="177800" y="1690135"/>
                </a:lnTo>
                <a:lnTo>
                  <a:pt x="177800" y="1686000"/>
                </a:lnTo>
                <a:lnTo>
                  <a:pt x="177800" y="1487494"/>
                </a:lnTo>
                <a:lnTo>
                  <a:pt x="178117" y="1479541"/>
                </a:lnTo>
                <a:lnTo>
                  <a:pt x="178435" y="1471588"/>
                </a:lnTo>
                <a:lnTo>
                  <a:pt x="179386" y="1463635"/>
                </a:lnTo>
                <a:lnTo>
                  <a:pt x="180973" y="1456000"/>
                </a:lnTo>
                <a:lnTo>
                  <a:pt x="182559" y="1448684"/>
                </a:lnTo>
                <a:lnTo>
                  <a:pt x="184463" y="1441049"/>
                </a:lnTo>
                <a:lnTo>
                  <a:pt x="187318" y="1433732"/>
                </a:lnTo>
                <a:lnTo>
                  <a:pt x="190174" y="1426734"/>
                </a:lnTo>
                <a:lnTo>
                  <a:pt x="193030" y="1419735"/>
                </a:lnTo>
                <a:lnTo>
                  <a:pt x="196520" y="1413054"/>
                </a:lnTo>
                <a:lnTo>
                  <a:pt x="200327" y="1406374"/>
                </a:lnTo>
                <a:lnTo>
                  <a:pt x="204452" y="1400012"/>
                </a:lnTo>
                <a:lnTo>
                  <a:pt x="208576" y="1393967"/>
                </a:lnTo>
                <a:lnTo>
                  <a:pt x="213336" y="1388241"/>
                </a:lnTo>
                <a:lnTo>
                  <a:pt x="218095" y="1382197"/>
                </a:lnTo>
                <a:lnTo>
                  <a:pt x="223489" y="1377107"/>
                </a:lnTo>
                <a:lnTo>
                  <a:pt x="228883" y="1371699"/>
                </a:lnTo>
                <a:lnTo>
                  <a:pt x="234594" y="1366927"/>
                </a:lnTo>
                <a:lnTo>
                  <a:pt x="240305" y="1361837"/>
                </a:lnTo>
                <a:lnTo>
                  <a:pt x="246650" y="1357702"/>
                </a:lnTo>
                <a:lnTo>
                  <a:pt x="252679" y="1353885"/>
                </a:lnTo>
                <a:lnTo>
                  <a:pt x="259659" y="1349749"/>
                </a:lnTo>
                <a:lnTo>
                  <a:pt x="266005" y="1346250"/>
                </a:lnTo>
                <a:lnTo>
                  <a:pt x="272985" y="1343387"/>
                </a:lnTo>
                <a:lnTo>
                  <a:pt x="280282" y="1340205"/>
                </a:lnTo>
                <a:lnTo>
                  <a:pt x="287263" y="1337979"/>
                </a:lnTo>
                <a:lnTo>
                  <a:pt x="294877" y="1335752"/>
                </a:lnTo>
                <a:lnTo>
                  <a:pt x="302492" y="1334161"/>
                </a:lnTo>
                <a:lnTo>
                  <a:pt x="310107" y="1332889"/>
                </a:lnTo>
                <a:lnTo>
                  <a:pt x="318039" y="1331934"/>
                </a:lnTo>
                <a:lnTo>
                  <a:pt x="325971" y="1331298"/>
                </a:lnTo>
                <a:lnTo>
                  <a:pt x="333903" y="1330980"/>
                </a:lnTo>
                <a:lnTo>
                  <a:pt x="344056" y="1330026"/>
                </a:lnTo>
                <a:lnTo>
                  <a:pt x="372929" y="1327481"/>
                </a:lnTo>
                <a:lnTo>
                  <a:pt x="415762" y="1324300"/>
                </a:lnTo>
                <a:lnTo>
                  <a:pt x="441779" y="1322709"/>
                </a:lnTo>
                <a:lnTo>
                  <a:pt x="470017" y="1320800"/>
                </a:lnTo>
                <a:close/>
                <a:moveTo>
                  <a:pt x="1004887" y="995363"/>
                </a:moveTo>
                <a:lnTo>
                  <a:pt x="1176337" y="995363"/>
                </a:lnTo>
                <a:lnTo>
                  <a:pt x="1176337" y="1265238"/>
                </a:lnTo>
                <a:lnTo>
                  <a:pt x="1004887" y="1265238"/>
                </a:lnTo>
                <a:lnTo>
                  <a:pt x="1004887" y="995363"/>
                </a:lnTo>
                <a:close/>
                <a:moveTo>
                  <a:pt x="493561" y="847408"/>
                </a:moveTo>
                <a:lnTo>
                  <a:pt x="491024" y="847726"/>
                </a:lnTo>
                <a:lnTo>
                  <a:pt x="488804" y="848043"/>
                </a:lnTo>
                <a:lnTo>
                  <a:pt x="485950" y="848996"/>
                </a:lnTo>
                <a:lnTo>
                  <a:pt x="483730" y="849948"/>
                </a:lnTo>
                <a:lnTo>
                  <a:pt x="481510" y="851218"/>
                </a:lnTo>
                <a:lnTo>
                  <a:pt x="479290" y="852806"/>
                </a:lnTo>
                <a:lnTo>
                  <a:pt x="475167" y="856933"/>
                </a:lnTo>
                <a:lnTo>
                  <a:pt x="470727" y="861061"/>
                </a:lnTo>
                <a:lnTo>
                  <a:pt x="466604" y="865823"/>
                </a:lnTo>
                <a:lnTo>
                  <a:pt x="462482" y="871221"/>
                </a:lnTo>
                <a:lnTo>
                  <a:pt x="454553" y="882651"/>
                </a:lnTo>
                <a:lnTo>
                  <a:pt x="448527" y="890906"/>
                </a:lnTo>
                <a:lnTo>
                  <a:pt x="442819" y="899478"/>
                </a:lnTo>
                <a:lnTo>
                  <a:pt x="436793" y="908368"/>
                </a:lnTo>
                <a:lnTo>
                  <a:pt x="431402" y="917893"/>
                </a:lnTo>
                <a:lnTo>
                  <a:pt x="429499" y="926783"/>
                </a:lnTo>
                <a:lnTo>
                  <a:pt x="427596" y="935673"/>
                </a:lnTo>
                <a:lnTo>
                  <a:pt x="426010" y="945198"/>
                </a:lnTo>
                <a:lnTo>
                  <a:pt x="424742" y="954406"/>
                </a:lnTo>
                <a:lnTo>
                  <a:pt x="423790" y="963931"/>
                </a:lnTo>
                <a:lnTo>
                  <a:pt x="423156" y="973773"/>
                </a:lnTo>
                <a:lnTo>
                  <a:pt x="422839" y="982981"/>
                </a:lnTo>
                <a:lnTo>
                  <a:pt x="422839" y="992823"/>
                </a:lnTo>
                <a:lnTo>
                  <a:pt x="423156" y="1007111"/>
                </a:lnTo>
                <a:lnTo>
                  <a:pt x="424107" y="1020764"/>
                </a:lnTo>
                <a:lnTo>
                  <a:pt x="426010" y="1034099"/>
                </a:lnTo>
                <a:lnTo>
                  <a:pt x="428547" y="1047434"/>
                </a:lnTo>
                <a:lnTo>
                  <a:pt x="432036" y="1060769"/>
                </a:lnTo>
                <a:lnTo>
                  <a:pt x="435525" y="1073469"/>
                </a:lnTo>
                <a:lnTo>
                  <a:pt x="439965" y="1086169"/>
                </a:lnTo>
                <a:lnTo>
                  <a:pt x="445039" y="1098551"/>
                </a:lnTo>
                <a:lnTo>
                  <a:pt x="450430" y="1110934"/>
                </a:lnTo>
                <a:lnTo>
                  <a:pt x="456456" y="1122999"/>
                </a:lnTo>
                <a:lnTo>
                  <a:pt x="462799" y="1134429"/>
                </a:lnTo>
                <a:lnTo>
                  <a:pt x="469459" y="1145541"/>
                </a:lnTo>
                <a:lnTo>
                  <a:pt x="477070" y="1156019"/>
                </a:lnTo>
                <a:lnTo>
                  <a:pt x="484364" y="1166496"/>
                </a:lnTo>
                <a:lnTo>
                  <a:pt x="492293" y="1176656"/>
                </a:lnTo>
                <a:lnTo>
                  <a:pt x="500539" y="1186181"/>
                </a:lnTo>
                <a:lnTo>
                  <a:pt x="508784" y="1195389"/>
                </a:lnTo>
                <a:lnTo>
                  <a:pt x="517347" y="1204279"/>
                </a:lnTo>
                <a:lnTo>
                  <a:pt x="526227" y="1212216"/>
                </a:lnTo>
                <a:lnTo>
                  <a:pt x="535107" y="1220154"/>
                </a:lnTo>
                <a:lnTo>
                  <a:pt x="543987" y="1227456"/>
                </a:lnTo>
                <a:lnTo>
                  <a:pt x="553184" y="1234124"/>
                </a:lnTo>
                <a:lnTo>
                  <a:pt x="562381" y="1240474"/>
                </a:lnTo>
                <a:lnTo>
                  <a:pt x="571578" y="1245871"/>
                </a:lnTo>
                <a:lnTo>
                  <a:pt x="580775" y="1250951"/>
                </a:lnTo>
                <a:lnTo>
                  <a:pt x="589655" y="1255079"/>
                </a:lnTo>
                <a:lnTo>
                  <a:pt x="598853" y="1258889"/>
                </a:lnTo>
                <a:lnTo>
                  <a:pt x="607732" y="1262381"/>
                </a:lnTo>
                <a:lnTo>
                  <a:pt x="616612" y="1264604"/>
                </a:lnTo>
                <a:lnTo>
                  <a:pt x="624858" y="1266509"/>
                </a:lnTo>
                <a:lnTo>
                  <a:pt x="633421" y="1267461"/>
                </a:lnTo>
                <a:lnTo>
                  <a:pt x="641349" y="1267779"/>
                </a:lnTo>
                <a:lnTo>
                  <a:pt x="649595" y="1267461"/>
                </a:lnTo>
                <a:lnTo>
                  <a:pt x="657524" y="1266509"/>
                </a:lnTo>
                <a:lnTo>
                  <a:pt x="666404" y="1264604"/>
                </a:lnTo>
                <a:lnTo>
                  <a:pt x="674967" y="1262381"/>
                </a:lnTo>
                <a:lnTo>
                  <a:pt x="684164" y="1258889"/>
                </a:lnTo>
                <a:lnTo>
                  <a:pt x="692726" y="1255079"/>
                </a:lnTo>
                <a:lnTo>
                  <a:pt x="701924" y="1250951"/>
                </a:lnTo>
                <a:lnTo>
                  <a:pt x="711121" y="1245871"/>
                </a:lnTo>
                <a:lnTo>
                  <a:pt x="720318" y="1240474"/>
                </a:lnTo>
                <a:lnTo>
                  <a:pt x="729515" y="1234124"/>
                </a:lnTo>
                <a:lnTo>
                  <a:pt x="738395" y="1227456"/>
                </a:lnTo>
                <a:lnTo>
                  <a:pt x="747592" y="1220154"/>
                </a:lnTo>
                <a:lnTo>
                  <a:pt x="756472" y="1212216"/>
                </a:lnTo>
                <a:lnTo>
                  <a:pt x="765352" y="1204279"/>
                </a:lnTo>
                <a:lnTo>
                  <a:pt x="773915" y="1195389"/>
                </a:lnTo>
                <a:lnTo>
                  <a:pt x="782160" y="1186181"/>
                </a:lnTo>
                <a:lnTo>
                  <a:pt x="790406" y="1176656"/>
                </a:lnTo>
                <a:lnTo>
                  <a:pt x="798652" y="1166496"/>
                </a:lnTo>
                <a:lnTo>
                  <a:pt x="805946" y="1156019"/>
                </a:lnTo>
                <a:lnTo>
                  <a:pt x="813240" y="1145541"/>
                </a:lnTo>
                <a:lnTo>
                  <a:pt x="819900" y="1134429"/>
                </a:lnTo>
                <a:lnTo>
                  <a:pt x="826243" y="1122999"/>
                </a:lnTo>
                <a:lnTo>
                  <a:pt x="831952" y="1110934"/>
                </a:lnTo>
                <a:lnTo>
                  <a:pt x="837660" y="1098551"/>
                </a:lnTo>
                <a:lnTo>
                  <a:pt x="842417" y="1086169"/>
                </a:lnTo>
                <a:lnTo>
                  <a:pt x="847174" y="1073469"/>
                </a:lnTo>
                <a:lnTo>
                  <a:pt x="850980" y="1060769"/>
                </a:lnTo>
                <a:lnTo>
                  <a:pt x="853834" y="1047434"/>
                </a:lnTo>
                <a:lnTo>
                  <a:pt x="856689" y="1034099"/>
                </a:lnTo>
                <a:lnTo>
                  <a:pt x="858592" y="1020764"/>
                </a:lnTo>
                <a:lnTo>
                  <a:pt x="859543" y="1007111"/>
                </a:lnTo>
                <a:lnTo>
                  <a:pt x="860177" y="992823"/>
                </a:lnTo>
                <a:lnTo>
                  <a:pt x="859860" y="984886"/>
                </a:lnTo>
                <a:lnTo>
                  <a:pt x="859543" y="976313"/>
                </a:lnTo>
                <a:lnTo>
                  <a:pt x="837343" y="975361"/>
                </a:lnTo>
                <a:lnTo>
                  <a:pt x="814509" y="973773"/>
                </a:lnTo>
                <a:lnTo>
                  <a:pt x="791040" y="970916"/>
                </a:lnTo>
                <a:lnTo>
                  <a:pt x="767255" y="968058"/>
                </a:lnTo>
                <a:lnTo>
                  <a:pt x="743469" y="964566"/>
                </a:lnTo>
                <a:lnTo>
                  <a:pt x="719366" y="960438"/>
                </a:lnTo>
                <a:lnTo>
                  <a:pt x="695898" y="955041"/>
                </a:lnTo>
                <a:lnTo>
                  <a:pt x="684481" y="952501"/>
                </a:lnTo>
                <a:lnTo>
                  <a:pt x="673064" y="949643"/>
                </a:lnTo>
                <a:lnTo>
                  <a:pt x="661964" y="946468"/>
                </a:lnTo>
                <a:lnTo>
                  <a:pt x="651181" y="943293"/>
                </a:lnTo>
                <a:lnTo>
                  <a:pt x="640398" y="940118"/>
                </a:lnTo>
                <a:lnTo>
                  <a:pt x="629932" y="936308"/>
                </a:lnTo>
                <a:lnTo>
                  <a:pt x="620101" y="932816"/>
                </a:lnTo>
                <a:lnTo>
                  <a:pt x="610270" y="929006"/>
                </a:lnTo>
                <a:lnTo>
                  <a:pt x="601073" y="924878"/>
                </a:lnTo>
                <a:lnTo>
                  <a:pt x="592510" y="921068"/>
                </a:lnTo>
                <a:lnTo>
                  <a:pt x="583947" y="916941"/>
                </a:lnTo>
                <a:lnTo>
                  <a:pt x="576018" y="912178"/>
                </a:lnTo>
                <a:lnTo>
                  <a:pt x="568724" y="907733"/>
                </a:lnTo>
                <a:lnTo>
                  <a:pt x="561747" y="903288"/>
                </a:lnTo>
                <a:lnTo>
                  <a:pt x="555404" y="898208"/>
                </a:lnTo>
                <a:lnTo>
                  <a:pt x="550013" y="893128"/>
                </a:lnTo>
                <a:lnTo>
                  <a:pt x="544938" y="887731"/>
                </a:lnTo>
                <a:lnTo>
                  <a:pt x="540498" y="882651"/>
                </a:lnTo>
                <a:lnTo>
                  <a:pt x="536376" y="876936"/>
                </a:lnTo>
                <a:lnTo>
                  <a:pt x="532253" y="872173"/>
                </a:lnTo>
                <a:lnTo>
                  <a:pt x="528447" y="867728"/>
                </a:lnTo>
                <a:lnTo>
                  <a:pt x="524641" y="863601"/>
                </a:lnTo>
                <a:lnTo>
                  <a:pt x="520836" y="860426"/>
                </a:lnTo>
                <a:lnTo>
                  <a:pt x="517347" y="857251"/>
                </a:lnTo>
                <a:lnTo>
                  <a:pt x="514176" y="854393"/>
                </a:lnTo>
                <a:lnTo>
                  <a:pt x="511004" y="852488"/>
                </a:lnTo>
                <a:lnTo>
                  <a:pt x="507833" y="850583"/>
                </a:lnTo>
                <a:lnTo>
                  <a:pt x="504661" y="849313"/>
                </a:lnTo>
                <a:lnTo>
                  <a:pt x="501807" y="848361"/>
                </a:lnTo>
                <a:lnTo>
                  <a:pt x="499270" y="847726"/>
                </a:lnTo>
                <a:lnTo>
                  <a:pt x="496099" y="847408"/>
                </a:lnTo>
                <a:lnTo>
                  <a:pt x="493561" y="847408"/>
                </a:lnTo>
                <a:close/>
                <a:moveTo>
                  <a:pt x="1304925" y="828675"/>
                </a:moveTo>
                <a:lnTo>
                  <a:pt x="1476375" y="828675"/>
                </a:lnTo>
                <a:lnTo>
                  <a:pt x="1476375" y="1252538"/>
                </a:lnTo>
                <a:lnTo>
                  <a:pt x="1304925" y="1252538"/>
                </a:lnTo>
                <a:lnTo>
                  <a:pt x="1304925" y="828675"/>
                </a:lnTo>
                <a:close/>
                <a:moveTo>
                  <a:pt x="634055" y="655638"/>
                </a:moveTo>
                <a:lnTo>
                  <a:pt x="641349" y="655638"/>
                </a:lnTo>
                <a:lnTo>
                  <a:pt x="648644" y="655638"/>
                </a:lnTo>
                <a:lnTo>
                  <a:pt x="655938" y="655956"/>
                </a:lnTo>
                <a:lnTo>
                  <a:pt x="662915" y="656591"/>
                </a:lnTo>
                <a:lnTo>
                  <a:pt x="669892" y="657226"/>
                </a:lnTo>
                <a:lnTo>
                  <a:pt x="677187" y="658178"/>
                </a:lnTo>
                <a:lnTo>
                  <a:pt x="684164" y="659766"/>
                </a:lnTo>
                <a:lnTo>
                  <a:pt x="691141" y="661036"/>
                </a:lnTo>
                <a:lnTo>
                  <a:pt x="698118" y="662623"/>
                </a:lnTo>
                <a:lnTo>
                  <a:pt x="704778" y="664211"/>
                </a:lnTo>
                <a:lnTo>
                  <a:pt x="711438" y="666433"/>
                </a:lnTo>
                <a:lnTo>
                  <a:pt x="718415" y="668338"/>
                </a:lnTo>
                <a:lnTo>
                  <a:pt x="724758" y="670878"/>
                </a:lnTo>
                <a:lnTo>
                  <a:pt x="731418" y="673418"/>
                </a:lnTo>
                <a:lnTo>
                  <a:pt x="737761" y="676276"/>
                </a:lnTo>
                <a:lnTo>
                  <a:pt x="744421" y="679133"/>
                </a:lnTo>
                <a:lnTo>
                  <a:pt x="750446" y="682308"/>
                </a:lnTo>
                <a:lnTo>
                  <a:pt x="763132" y="688976"/>
                </a:lnTo>
                <a:lnTo>
                  <a:pt x="775500" y="696596"/>
                </a:lnTo>
                <a:lnTo>
                  <a:pt x="787235" y="704533"/>
                </a:lnTo>
                <a:lnTo>
                  <a:pt x="798652" y="713423"/>
                </a:lnTo>
                <a:lnTo>
                  <a:pt x="809435" y="722631"/>
                </a:lnTo>
                <a:lnTo>
                  <a:pt x="819900" y="732791"/>
                </a:lnTo>
                <a:lnTo>
                  <a:pt x="830049" y="743586"/>
                </a:lnTo>
                <a:lnTo>
                  <a:pt x="839880" y="754698"/>
                </a:lnTo>
                <a:lnTo>
                  <a:pt x="849394" y="766446"/>
                </a:lnTo>
                <a:lnTo>
                  <a:pt x="858274" y="778511"/>
                </a:lnTo>
                <a:lnTo>
                  <a:pt x="866520" y="791211"/>
                </a:lnTo>
                <a:lnTo>
                  <a:pt x="874449" y="804546"/>
                </a:lnTo>
                <a:lnTo>
                  <a:pt x="881743" y="818198"/>
                </a:lnTo>
                <a:lnTo>
                  <a:pt x="888403" y="832168"/>
                </a:lnTo>
                <a:lnTo>
                  <a:pt x="894746" y="847091"/>
                </a:lnTo>
                <a:lnTo>
                  <a:pt x="900137" y="861696"/>
                </a:lnTo>
                <a:lnTo>
                  <a:pt x="905529" y="876936"/>
                </a:lnTo>
                <a:lnTo>
                  <a:pt x="909651" y="892811"/>
                </a:lnTo>
                <a:lnTo>
                  <a:pt x="913457" y="908686"/>
                </a:lnTo>
                <a:lnTo>
                  <a:pt x="916946" y="924878"/>
                </a:lnTo>
                <a:lnTo>
                  <a:pt x="919166" y="941706"/>
                </a:lnTo>
                <a:lnTo>
                  <a:pt x="921068" y="958533"/>
                </a:lnTo>
                <a:lnTo>
                  <a:pt x="922020" y="975678"/>
                </a:lnTo>
                <a:lnTo>
                  <a:pt x="922337" y="992823"/>
                </a:lnTo>
                <a:lnTo>
                  <a:pt x="922337" y="1002031"/>
                </a:lnTo>
                <a:lnTo>
                  <a:pt x="922020" y="1010921"/>
                </a:lnTo>
                <a:lnTo>
                  <a:pt x="921386" y="1019811"/>
                </a:lnTo>
                <a:lnTo>
                  <a:pt x="920434" y="1028384"/>
                </a:lnTo>
                <a:lnTo>
                  <a:pt x="919483" y="1037274"/>
                </a:lnTo>
                <a:lnTo>
                  <a:pt x="918214" y="1045846"/>
                </a:lnTo>
                <a:lnTo>
                  <a:pt x="916628" y="1054419"/>
                </a:lnTo>
                <a:lnTo>
                  <a:pt x="915043" y="1062674"/>
                </a:lnTo>
                <a:lnTo>
                  <a:pt x="912823" y="1070929"/>
                </a:lnTo>
                <a:lnTo>
                  <a:pt x="910603" y="1079501"/>
                </a:lnTo>
                <a:lnTo>
                  <a:pt x="908383" y="1087756"/>
                </a:lnTo>
                <a:lnTo>
                  <a:pt x="906163" y="1095694"/>
                </a:lnTo>
                <a:lnTo>
                  <a:pt x="903309" y="1103631"/>
                </a:lnTo>
                <a:lnTo>
                  <a:pt x="900137" y="1111569"/>
                </a:lnTo>
                <a:lnTo>
                  <a:pt x="897283" y="1119189"/>
                </a:lnTo>
                <a:lnTo>
                  <a:pt x="894111" y="1126809"/>
                </a:lnTo>
                <a:lnTo>
                  <a:pt x="887134" y="1141731"/>
                </a:lnTo>
                <a:lnTo>
                  <a:pt x="879523" y="1156336"/>
                </a:lnTo>
                <a:lnTo>
                  <a:pt x="871277" y="1170624"/>
                </a:lnTo>
                <a:lnTo>
                  <a:pt x="862714" y="1184276"/>
                </a:lnTo>
                <a:lnTo>
                  <a:pt x="853517" y="1197611"/>
                </a:lnTo>
                <a:lnTo>
                  <a:pt x="843686" y="1209994"/>
                </a:lnTo>
                <a:lnTo>
                  <a:pt x="833854" y="1222376"/>
                </a:lnTo>
                <a:lnTo>
                  <a:pt x="823389" y="1233806"/>
                </a:lnTo>
                <a:lnTo>
                  <a:pt x="812606" y="1244919"/>
                </a:lnTo>
                <a:lnTo>
                  <a:pt x="801823" y="1255396"/>
                </a:lnTo>
                <a:lnTo>
                  <a:pt x="790406" y="1265239"/>
                </a:lnTo>
                <a:lnTo>
                  <a:pt x="778989" y="1274446"/>
                </a:lnTo>
                <a:lnTo>
                  <a:pt x="767255" y="1282701"/>
                </a:lnTo>
                <a:lnTo>
                  <a:pt x="755521" y="1290956"/>
                </a:lnTo>
                <a:lnTo>
                  <a:pt x="743786" y="1298259"/>
                </a:lnTo>
                <a:lnTo>
                  <a:pt x="732052" y="1304609"/>
                </a:lnTo>
                <a:lnTo>
                  <a:pt x="720318" y="1310641"/>
                </a:lnTo>
                <a:lnTo>
                  <a:pt x="708584" y="1315721"/>
                </a:lnTo>
                <a:lnTo>
                  <a:pt x="696849" y="1320166"/>
                </a:lnTo>
                <a:lnTo>
                  <a:pt x="685432" y="1323659"/>
                </a:lnTo>
                <a:lnTo>
                  <a:pt x="674015" y="1326516"/>
                </a:lnTo>
                <a:lnTo>
                  <a:pt x="662915" y="1328421"/>
                </a:lnTo>
                <a:lnTo>
                  <a:pt x="657207" y="1329374"/>
                </a:lnTo>
                <a:lnTo>
                  <a:pt x="652132" y="1329691"/>
                </a:lnTo>
                <a:lnTo>
                  <a:pt x="646424" y="1330009"/>
                </a:lnTo>
                <a:lnTo>
                  <a:pt x="641349" y="1330326"/>
                </a:lnTo>
                <a:lnTo>
                  <a:pt x="635958" y="1330009"/>
                </a:lnTo>
                <a:lnTo>
                  <a:pt x="630884" y="1329691"/>
                </a:lnTo>
                <a:lnTo>
                  <a:pt x="625492" y="1329374"/>
                </a:lnTo>
                <a:lnTo>
                  <a:pt x="620101" y="1328421"/>
                </a:lnTo>
                <a:lnTo>
                  <a:pt x="609001" y="1326516"/>
                </a:lnTo>
                <a:lnTo>
                  <a:pt x="597584" y="1323659"/>
                </a:lnTo>
                <a:lnTo>
                  <a:pt x="585850" y="1320166"/>
                </a:lnTo>
                <a:lnTo>
                  <a:pt x="574433" y="1315721"/>
                </a:lnTo>
                <a:lnTo>
                  <a:pt x="562698" y="1310641"/>
                </a:lnTo>
                <a:lnTo>
                  <a:pt x="550647" y="1304609"/>
                </a:lnTo>
                <a:lnTo>
                  <a:pt x="538913" y="1298259"/>
                </a:lnTo>
                <a:lnTo>
                  <a:pt x="527179" y="1290956"/>
                </a:lnTo>
                <a:lnTo>
                  <a:pt x="515444" y="1282701"/>
                </a:lnTo>
                <a:lnTo>
                  <a:pt x="503710" y="1274446"/>
                </a:lnTo>
                <a:lnTo>
                  <a:pt x="492293" y="1265239"/>
                </a:lnTo>
                <a:lnTo>
                  <a:pt x="481193" y="1255396"/>
                </a:lnTo>
                <a:lnTo>
                  <a:pt x="470093" y="1244919"/>
                </a:lnTo>
                <a:lnTo>
                  <a:pt x="459310" y="1233806"/>
                </a:lnTo>
                <a:lnTo>
                  <a:pt x="448845" y="1222376"/>
                </a:lnTo>
                <a:lnTo>
                  <a:pt x="438696" y="1209994"/>
                </a:lnTo>
                <a:lnTo>
                  <a:pt x="429499" y="1197611"/>
                </a:lnTo>
                <a:lnTo>
                  <a:pt x="419985" y="1184276"/>
                </a:lnTo>
                <a:lnTo>
                  <a:pt x="411422" y="1170624"/>
                </a:lnTo>
                <a:lnTo>
                  <a:pt x="403176" y="1156336"/>
                </a:lnTo>
                <a:lnTo>
                  <a:pt x="395565" y="1141731"/>
                </a:lnTo>
                <a:lnTo>
                  <a:pt x="388588" y="1126809"/>
                </a:lnTo>
                <a:lnTo>
                  <a:pt x="385416" y="1119189"/>
                </a:lnTo>
                <a:lnTo>
                  <a:pt x="382245" y="1111569"/>
                </a:lnTo>
                <a:lnTo>
                  <a:pt x="379390" y="1103631"/>
                </a:lnTo>
                <a:lnTo>
                  <a:pt x="376853" y="1095694"/>
                </a:lnTo>
                <a:lnTo>
                  <a:pt x="374316" y="1087756"/>
                </a:lnTo>
                <a:lnTo>
                  <a:pt x="372096" y="1079501"/>
                </a:lnTo>
                <a:lnTo>
                  <a:pt x="369559" y="1070929"/>
                </a:lnTo>
                <a:lnTo>
                  <a:pt x="367656" y="1062674"/>
                </a:lnTo>
                <a:lnTo>
                  <a:pt x="366071" y="1054419"/>
                </a:lnTo>
                <a:lnTo>
                  <a:pt x="364485" y="1045846"/>
                </a:lnTo>
                <a:lnTo>
                  <a:pt x="363216" y="1037274"/>
                </a:lnTo>
                <a:lnTo>
                  <a:pt x="362265" y="1028384"/>
                </a:lnTo>
                <a:lnTo>
                  <a:pt x="361313" y="1019811"/>
                </a:lnTo>
                <a:lnTo>
                  <a:pt x="360996" y="1010921"/>
                </a:lnTo>
                <a:lnTo>
                  <a:pt x="360362" y="1002031"/>
                </a:lnTo>
                <a:lnTo>
                  <a:pt x="360362" y="992823"/>
                </a:lnTo>
                <a:lnTo>
                  <a:pt x="360679" y="975678"/>
                </a:lnTo>
                <a:lnTo>
                  <a:pt x="361948" y="958533"/>
                </a:lnTo>
                <a:lnTo>
                  <a:pt x="363533" y="941706"/>
                </a:lnTo>
                <a:lnTo>
                  <a:pt x="366071" y="924878"/>
                </a:lnTo>
                <a:lnTo>
                  <a:pt x="368925" y="908686"/>
                </a:lnTo>
                <a:lnTo>
                  <a:pt x="373048" y="892811"/>
                </a:lnTo>
                <a:lnTo>
                  <a:pt x="377171" y="876936"/>
                </a:lnTo>
                <a:lnTo>
                  <a:pt x="382245" y="861696"/>
                </a:lnTo>
                <a:lnTo>
                  <a:pt x="387953" y="847091"/>
                </a:lnTo>
                <a:lnTo>
                  <a:pt x="393979" y="832168"/>
                </a:lnTo>
                <a:lnTo>
                  <a:pt x="400956" y="818198"/>
                </a:lnTo>
                <a:lnTo>
                  <a:pt x="408568" y="804546"/>
                </a:lnTo>
                <a:lnTo>
                  <a:pt x="416179" y="791211"/>
                </a:lnTo>
                <a:lnTo>
                  <a:pt x="424425" y="778511"/>
                </a:lnTo>
                <a:lnTo>
                  <a:pt x="433305" y="766446"/>
                </a:lnTo>
                <a:lnTo>
                  <a:pt x="442819" y="754698"/>
                </a:lnTo>
                <a:lnTo>
                  <a:pt x="452650" y="743586"/>
                </a:lnTo>
                <a:lnTo>
                  <a:pt x="462482" y="732791"/>
                </a:lnTo>
                <a:lnTo>
                  <a:pt x="473264" y="722631"/>
                </a:lnTo>
                <a:lnTo>
                  <a:pt x="484047" y="713423"/>
                </a:lnTo>
                <a:lnTo>
                  <a:pt x="495464" y="704533"/>
                </a:lnTo>
                <a:lnTo>
                  <a:pt x="507516" y="696596"/>
                </a:lnTo>
                <a:lnTo>
                  <a:pt x="519567" y="688976"/>
                </a:lnTo>
                <a:lnTo>
                  <a:pt x="531936" y="682308"/>
                </a:lnTo>
                <a:lnTo>
                  <a:pt x="538278" y="679133"/>
                </a:lnTo>
                <a:lnTo>
                  <a:pt x="544938" y="676276"/>
                </a:lnTo>
                <a:lnTo>
                  <a:pt x="551281" y="673418"/>
                </a:lnTo>
                <a:lnTo>
                  <a:pt x="557941" y="670878"/>
                </a:lnTo>
                <a:lnTo>
                  <a:pt x="564284" y="668338"/>
                </a:lnTo>
                <a:lnTo>
                  <a:pt x="571261" y="666433"/>
                </a:lnTo>
                <a:lnTo>
                  <a:pt x="577921" y="664211"/>
                </a:lnTo>
                <a:lnTo>
                  <a:pt x="584898" y="662623"/>
                </a:lnTo>
                <a:lnTo>
                  <a:pt x="591875" y="661036"/>
                </a:lnTo>
                <a:lnTo>
                  <a:pt x="598535" y="659766"/>
                </a:lnTo>
                <a:lnTo>
                  <a:pt x="605830" y="658178"/>
                </a:lnTo>
                <a:lnTo>
                  <a:pt x="612490" y="657226"/>
                </a:lnTo>
                <a:lnTo>
                  <a:pt x="619784" y="656591"/>
                </a:lnTo>
                <a:lnTo>
                  <a:pt x="627078" y="655956"/>
                </a:lnTo>
                <a:lnTo>
                  <a:pt x="634055" y="655638"/>
                </a:lnTo>
                <a:close/>
                <a:moveTo>
                  <a:pt x="1604962" y="463550"/>
                </a:moveTo>
                <a:lnTo>
                  <a:pt x="1776412" y="463550"/>
                </a:lnTo>
                <a:lnTo>
                  <a:pt x="1776412" y="1252538"/>
                </a:lnTo>
                <a:lnTo>
                  <a:pt x="1604962" y="1252538"/>
                </a:lnTo>
                <a:lnTo>
                  <a:pt x="1604962" y="463550"/>
                </a:lnTo>
                <a:close/>
                <a:moveTo>
                  <a:pt x="0" y="0"/>
                </a:moveTo>
                <a:lnTo>
                  <a:pt x="2125663" y="0"/>
                </a:lnTo>
                <a:lnTo>
                  <a:pt x="2125663" y="171553"/>
                </a:lnTo>
                <a:lnTo>
                  <a:pt x="2039621" y="171553"/>
                </a:lnTo>
                <a:lnTo>
                  <a:pt x="2039621" y="1577975"/>
                </a:lnTo>
                <a:lnTo>
                  <a:pt x="1252220" y="1577975"/>
                </a:lnTo>
                <a:lnTo>
                  <a:pt x="1252220" y="1449310"/>
                </a:lnTo>
                <a:lnTo>
                  <a:pt x="1911033" y="1449310"/>
                </a:lnTo>
                <a:lnTo>
                  <a:pt x="1911033" y="171553"/>
                </a:lnTo>
                <a:lnTo>
                  <a:pt x="195263" y="171553"/>
                </a:lnTo>
                <a:lnTo>
                  <a:pt x="195263" y="1249164"/>
                </a:lnTo>
                <a:lnTo>
                  <a:pt x="66675" y="1249164"/>
                </a:lnTo>
                <a:lnTo>
                  <a:pt x="66675" y="171553"/>
                </a:lnTo>
                <a:lnTo>
                  <a:pt x="0" y="171553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anchor="ctr">
            <a:scene3d>
              <a:camera prst="orthographicFront"/>
              <a:lightRig rig="threePt" dir="t"/>
            </a:scene3d>
            <a:sp3d contourW="12700">
              <a:contourClr>
                <a:srgbClr val="FFFFFF"/>
              </a:contourClr>
            </a:sp3d>
          </a:bodyPr>
          <a:lstStyle/>
          <a:p>
            <a:pPr algn="ctr">
              <a:defRPr/>
            </a:pPr>
            <a:endParaRPr lang="zh-CN" altLang="en-US">
              <a:solidFill>
                <a:srgbClr val="FFFFFF"/>
              </a:solidFill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ew shape"/>
          <p:cNvSpPr/>
          <p:nvPr/>
        </p:nvSpPr>
        <p:spPr>
          <a:xfrm>
            <a:off x="814990" y="2111127"/>
            <a:ext cx="8684794" cy="86158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sz="3777" b="1">
                <a:solidFill>
                  <a:srgbClr val="000000"/>
                </a:solidFill>
                <a:highlight>
                  <a:srgbClr val="FFFFFF">
                    <a:alpha val="0"/>
                  </a:srgbClr>
                </a:highlight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谢 谢 大 家</a:t>
            </a: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Char"/>
      </p:transition>
    </mc:Choice>
    <mc:Fallback xmlns="">
      <p:transition>
        <p:fade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G_SLIDE_THEME_COLOR" val="true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649</TotalTime>
  <Words>141</Words>
  <Application>Microsoft Office PowerPoint</Application>
  <PresentationFormat>自定义</PresentationFormat>
  <Paragraphs>25</Paragraphs>
  <Slides>8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8</vt:i4>
      </vt:variant>
    </vt:vector>
  </HeadingPairs>
  <TitlesOfParts>
    <vt:vector size="16" baseType="lpstr">
      <vt:lpstr>宋体</vt:lpstr>
      <vt:lpstr>微软雅黑</vt:lpstr>
      <vt:lpstr>新宋体</vt:lpstr>
      <vt:lpstr>Arial</vt:lpstr>
      <vt:lpstr>Calibri</vt:lpstr>
      <vt:lpstr>Cambria</vt:lpstr>
      <vt:lpstr>Office 主题</vt:lpstr>
      <vt:lpstr>自定义设计方案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Windows 用户</dc:creator>
  <cp:lastModifiedBy>samuche@qq.com</cp:lastModifiedBy>
  <cp:revision>263</cp:revision>
  <dcterms:created xsi:type="dcterms:W3CDTF">2016-04-25T01:13:00Z</dcterms:created>
  <dcterms:modified xsi:type="dcterms:W3CDTF">2024-10-21T13:32:01Z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2052-10.1.0.7578</vt:lpwstr>
  </property>
</Properties>
</file>