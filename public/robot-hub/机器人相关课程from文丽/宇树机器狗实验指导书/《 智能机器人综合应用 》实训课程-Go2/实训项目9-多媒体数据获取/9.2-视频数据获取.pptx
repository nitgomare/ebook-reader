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4"/>
  </p:notesMasterIdLst>
  <p:sldIdLst>
    <p:sldId id="11090117" r:id="rId3"/>
    <p:sldId id="272" r:id="rId4"/>
    <p:sldId id="11090143" r:id="rId5"/>
    <p:sldId id="11090142" r:id="rId6"/>
    <p:sldId id="11090144" r:id="rId7"/>
    <p:sldId id="11090145" r:id="rId8"/>
    <p:sldId id="11090146" r:id="rId9"/>
    <p:sldId id="11090141" r:id="rId10"/>
    <p:sldId id="11090147" r:id="rId11"/>
    <p:sldId id="273" r:id="rId12"/>
    <p:sldId id="288" r:id="rId13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111" d="100"/>
          <a:sy n="111" d="100"/>
        </p:scale>
        <p:origin x="82" y="125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0268" y="1400137"/>
            <a:ext cx="5069080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9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多媒体数据获取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9.2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视频数据获取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掌握图传服务接口的安装方法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4D0B0D-F224-8BAC-5F0E-F6679C80CCB1}"/>
              </a:ext>
            </a:extLst>
          </p:cNvPr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E7C2EDF-5ADA-A85E-7679-AFDC5B3D633D}"/>
              </a:ext>
            </a:extLst>
          </p:cNvPr>
          <p:cNvSpPr txBox="1"/>
          <p:nvPr/>
        </p:nvSpPr>
        <p:spPr>
          <a:xfrm>
            <a:off x="2247265" y="3086100"/>
            <a:ext cx="5547037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掌握图传服务接口的应用方法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1-H264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图传服务接口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架构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B1D688-9960-EF7B-68F1-D7B40E98FEDD}"/>
              </a:ext>
            </a:extLst>
          </p:cNvPr>
          <p:cNvSpPr txBox="1"/>
          <p:nvPr/>
        </p:nvSpPr>
        <p:spPr>
          <a:xfrm>
            <a:off x="2465710" y="16178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DFAAAE-4FAB-3B28-6F9F-20F5F5313644}"/>
              </a:ext>
            </a:extLst>
          </p:cNvPr>
          <p:cNvSpPr txBox="1"/>
          <p:nvPr/>
        </p:nvSpPr>
        <p:spPr>
          <a:xfrm>
            <a:off x="2897758" y="786840"/>
            <a:ext cx="4807707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图传推荐使用 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Gst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的定向 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 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接口。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也可以在 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OpenCV 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中使用 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Gst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进行拉流。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6C4B8C-518E-5F42-3A2B-04524E1BB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78" y="1761852"/>
            <a:ext cx="2529062" cy="349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475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1-H264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图传服务接口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安装流程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BA6595-2C09-72B6-DAFA-AAB78BE15CC9}"/>
              </a:ext>
            </a:extLst>
          </p:cNvPr>
          <p:cNvSpPr txBox="1"/>
          <p:nvPr/>
        </p:nvSpPr>
        <p:spPr>
          <a:xfrm>
            <a:off x="2897758" y="786840"/>
            <a:ext cx="480770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GST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05813E-59DC-D5D3-AFDA-1B72F9F29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10" y="1419931"/>
            <a:ext cx="9502964" cy="10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24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1-H264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图传服务接口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安装流程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BA6595-2C09-72B6-DAFA-AAB78BE15CC9}"/>
              </a:ext>
            </a:extLst>
          </p:cNvPr>
          <p:cNvSpPr txBox="1"/>
          <p:nvPr/>
        </p:nvSpPr>
        <p:spPr>
          <a:xfrm>
            <a:off x="2321694" y="796682"/>
            <a:ext cx="480770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rgbClr val="3F4A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OpenCV</a:t>
            </a:r>
            <a:r>
              <a:rPr lang="zh-CN" altLang="en-US" dirty="0">
                <a:solidFill>
                  <a:srgbClr val="3F4A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</a:t>
            </a:r>
            <a:endParaRPr lang="zh-CN" altLang="en-US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15EF52-40F2-73E5-6F9B-07ED11123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694" y="1329804"/>
            <a:ext cx="6041025" cy="36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20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1-H264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图传服务接口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安装流程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BA6595-2C09-72B6-DAFA-AAB78BE15CC9}"/>
              </a:ext>
            </a:extLst>
          </p:cNvPr>
          <p:cNvSpPr txBox="1"/>
          <p:nvPr/>
        </p:nvSpPr>
        <p:spPr>
          <a:xfrm>
            <a:off x="2321694" y="796682"/>
            <a:ext cx="480770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rgbClr val="3F4A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en-US" altLang="zh-CN" dirty="0">
                <a:solidFill>
                  <a:srgbClr val="3F4A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OpenCV</a:t>
            </a:r>
            <a:r>
              <a:rPr lang="zh-CN" altLang="en-US" dirty="0">
                <a:solidFill>
                  <a:srgbClr val="3F4A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编译结果</a:t>
            </a:r>
            <a:endParaRPr lang="zh-CN" altLang="en-US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651A03-8500-0DF0-BB9D-4C4EE7270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273" y="1401812"/>
            <a:ext cx="6980525" cy="225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39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1-H264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图传服务接口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安装流程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8A6D43-134D-B0C3-3DB9-5D926D6A4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614" y="941341"/>
            <a:ext cx="6414825" cy="391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79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图传服务接口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视频拉流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6951FC-576E-475E-956F-CBE8A121A3F8}"/>
              </a:ext>
            </a:extLst>
          </p:cNvPr>
          <p:cNvSpPr txBox="1"/>
          <p:nvPr/>
        </p:nvSpPr>
        <p:spPr>
          <a:xfrm>
            <a:off x="913254" y="951110"/>
            <a:ext cx="9019763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OpenCV 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 </a:t>
            </a:r>
            <a:r>
              <a:rPr lang="en-US" altLang="zh-CN" b="1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VideoCapture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类支持视频文件，图像序列或者摄像头作为输入，获取数据。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通过调用如下的 </a:t>
            </a:r>
            <a:r>
              <a:rPr lang="en-US" altLang="zh-CN" b="1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VideoCapture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构造函数能实现对 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USB 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相机数据流的拉取：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7A1D12-05B3-2140-76BA-A28144660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606" y="2242083"/>
            <a:ext cx="6729990" cy="257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42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图传服务接口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视频拉流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D0A8D9-D85D-8922-F8FB-729919802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087" y="1113780"/>
            <a:ext cx="8017837" cy="274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8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5848350" cy="1790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H264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图传服务接口的安装流程是什么？</a:t>
            </a:r>
          </a:p>
          <a:p>
            <a:pPr>
              <a:lnSpc>
                <a:spcPct val="160000"/>
              </a:lnSpc>
            </a:pP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视频拉流的核心处理函数是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什么？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219</Words>
  <Application>Microsoft Office PowerPoint</Application>
  <PresentationFormat>自定义</PresentationFormat>
  <Paragraphs>31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宋体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samuche@qq.com</cp:lastModifiedBy>
  <cp:revision>318</cp:revision>
  <dcterms:created xsi:type="dcterms:W3CDTF">2016-04-25T01:13:00Z</dcterms:created>
  <dcterms:modified xsi:type="dcterms:W3CDTF">2024-10-21T13:31:07Z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