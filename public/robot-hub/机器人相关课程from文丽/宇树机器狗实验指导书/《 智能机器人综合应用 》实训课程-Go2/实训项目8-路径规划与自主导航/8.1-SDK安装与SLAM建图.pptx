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2"/>
  </p:notesMasterIdLst>
  <p:sldIdLst>
    <p:sldId id="11090117" r:id="rId3"/>
    <p:sldId id="272" r:id="rId4"/>
    <p:sldId id="11090138" r:id="rId5"/>
    <p:sldId id="11090139" r:id="rId6"/>
    <p:sldId id="11090141" r:id="rId7"/>
    <p:sldId id="11090120" r:id="rId8"/>
    <p:sldId id="11090142" r:id="rId9"/>
    <p:sldId id="11090143" r:id="rId10"/>
    <p:sldId id="11090146" r:id="rId11"/>
    <p:sldId id="11090147" r:id="rId12"/>
    <p:sldId id="11090148" r:id="rId13"/>
    <p:sldId id="11090149" r:id="rId14"/>
    <p:sldId id="11090144" r:id="rId15"/>
    <p:sldId id="11090145" r:id="rId16"/>
    <p:sldId id="11090153" r:id="rId17"/>
    <p:sldId id="11090152" r:id="rId18"/>
    <p:sldId id="11090154" r:id="rId19"/>
    <p:sldId id="273" r:id="rId20"/>
    <p:sldId id="288" r:id="rId21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102" d="100"/>
          <a:sy n="102" d="100"/>
        </p:scale>
        <p:origin x="336" y="67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062682" y="897756"/>
            <a:ext cx="7328368" cy="1956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8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路径规划与自主导航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8.1ROS SDK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安装与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SLAM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建图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ROS2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相关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SDK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的安装流程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461093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掌握使用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SLAM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建图的方法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1-ROS2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-ROS2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简介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50A5D5-4271-4F19-BB16-9DF7EF4A5D1B}"/>
              </a:ext>
            </a:extLst>
          </p:cNvPr>
          <p:cNvSpPr txBox="1"/>
          <p:nvPr/>
        </p:nvSpPr>
        <p:spPr>
          <a:xfrm>
            <a:off x="1119701" y="1583105"/>
            <a:ext cx="7824280" cy="12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英文全称是（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Robot Operating System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本身并不是一个传统的操作系统，而是安装在现在已有的操作系统上（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）上的软件库和工具集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193902" y="4756849"/>
            <a:ext cx="1986543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ROS2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架构图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1-ROS2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-ROS2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简介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93052EA-04D7-4AF5-B1A8-35407AE648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21694" y="1041772"/>
            <a:ext cx="6008798" cy="34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850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1-ROS2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安装流程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源添加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5E4DFC-1E02-4CDC-8AED-E132E4B95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71" y="1185255"/>
            <a:ext cx="8657070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04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1-ROS2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安装流程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9377" y="4282132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ROS2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安装指令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9707B7-B989-4DD1-89B7-5A9410E53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548" y="1257796"/>
            <a:ext cx="5378915" cy="159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71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1-ROS2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安装流程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环境变量设置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592DF9-E235-4006-8410-51D5D046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852" y="1498421"/>
            <a:ext cx="5810617" cy="72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8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启动发布者节点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7771B6-5FC2-4C6E-B5BF-A62F1FE46848}"/>
              </a:ext>
            </a:extLst>
          </p:cNvPr>
          <p:cNvSpPr txBox="1"/>
          <p:nvPr/>
        </p:nvSpPr>
        <p:spPr>
          <a:xfrm>
            <a:off x="1313582" y="1113780"/>
            <a:ext cx="6417141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通过示例测试底层通信系统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的工作状态。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启动第一个终端，通过以下命令启动一个数据的发布者节点。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3A5610-744F-470A-8BEC-B74D5858D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814" y="2074983"/>
            <a:ext cx="2834886" cy="3886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11CB2F9-0086-473E-89A4-09AD85617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217" y="2583807"/>
            <a:ext cx="5554079" cy="1798083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AF7C5B9-CCE3-EE88-C958-2051E820D3C5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1-ROS2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通信测试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12923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启动订阅者节点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7771B6-5FC2-4C6E-B5BF-A62F1FE46848}"/>
              </a:ext>
            </a:extLst>
          </p:cNvPr>
          <p:cNvSpPr txBox="1"/>
          <p:nvPr/>
        </p:nvSpPr>
        <p:spPr>
          <a:xfrm>
            <a:off x="1313582" y="1113780"/>
            <a:ext cx="8241552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启动第二个终端，通过以下命令启动一个数据的订阅者节点，测试通信情况。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672538-1232-40AA-9594-898190C92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972" y="1701213"/>
            <a:ext cx="2644369" cy="34293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DE318FF-2E11-428B-9D3E-9F0D484C9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307" y="2285028"/>
            <a:ext cx="6058425" cy="1729890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44CD2BC-F39A-BFED-35C0-AAB17ACFE8E3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1-ROS2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通信测试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9169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Unitree Go2 for ROS2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82FB3F-E3D0-4A9F-9003-BE30616AE5B6}"/>
              </a:ext>
            </a:extLst>
          </p:cNvPr>
          <p:cNvSpPr txBox="1"/>
          <p:nvPr/>
        </p:nvSpPr>
        <p:spPr>
          <a:xfrm>
            <a:off x="1241574" y="992553"/>
            <a:ext cx="8208912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Unitree GO2 ROS2 SDK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是一个结合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系列机器人和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系列机器人设计，让开发者能够充分利用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的强大功能，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如全实时关节同步、脚力传感器反馈、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Laser Scan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处理、多机器人支持以及通过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WebRTC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CycloneDDS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进行通信的能力。</a:t>
            </a:r>
          </a:p>
        </p:txBody>
      </p:sp>
    </p:spTree>
    <p:extLst>
      <p:ext uri="{BB962C8B-B14F-4D97-AF65-F5344CB8AC3E}">
        <p14:creationId xmlns:p14="http://schemas.microsoft.com/office/powerpoint/2010/main" val="3248627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Unitree Go2 for ROS2 –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安装步骤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SDK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4DE08D-F5C5-4021-8DCE-335A1A08C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30" y="1905868"/>
            <a:ext cx="7219111" cy="97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7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Unitree Go2 for ROS2 –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安装步骤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SDK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安装及编译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AC3070-8703-42B5-8FAA-D64614433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463" y="1752774"/>
            <a:ext cx="4679085" cy="9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38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Unitree Go2 for ROS2 –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安装步骤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配置连接地址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9E485A-1228-4967-9710-3E1651263EFC}"/>
              </a:ext>
            </a:extLst>
          </p:cNvPr>
          <p:cNvSpPr txBox="1"/>
          <p:nvPr/>
        </p:nvSpPr>
        <p:spPr>
          <a:xfrm>
            <a:off x="1097558" y="969764"/>
            <a:ext cx="8527591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模式，并通过移动应用找到其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设置环境变量以指定机器人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和连接类型（例如，使用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WebRTC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CycloneDDS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A303D-23C0-4018-A280-274F56B57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517" y="2240717"/>
            <a:ext cx="55249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17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ROS2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应用启动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3-1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应用启动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663E14A-3693-FC4F-CF91-638D01558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710" y="819151"/>
            <a:ext cx="5115741" cy="3617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3142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AA9A4-FC36-DFE1-01EF-BA163F09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3CBA2DE7-26C9-CB03-A055-D8D1506B10BF}"/>
              </a:ext>
            </a:extLst>
          </p:cNvPr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750053-7A58-D620-6410-2335F03A2DAA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ROS2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  <a:r>
              <a:rPr lang="en-US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主界面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A50BD6-3513-1F76-5E57-776A96ED42F7}"/>
              </a:ext>
            </a:extLst>
          </p:cNvPr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97A25-DE65-2106-98E6-DB6DED46DBB6}"/>
              </a:ext>
            </a:extLst>
          </p:cNvPr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A6F8AB-F5EA-61DF-7C2C-754E7668033B}"/>
              </a:ext>
            </a:extLst>
          </p:cNvPr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3-2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应用主界面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B7AB05-C14B-4983-92EC-643F0F15CD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45838" y="819151"/>
            <a:ext cx="4577298" cy="35828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9A51073-3854-4E44-CBAE-F7F824C0A1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191" y="843425"/>
            <a:ext cx="4311485" cy="30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8115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4-SLAM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建图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地图建立及加载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640122-B7F3-01AB-3116-1AAD0AB2A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590" y="969764"/>
            <a:ext cx="7305498" cy="33123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5815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CFE61-E1A3-698D-065F-808006139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97F69E88-3DF9-F12A-3C46-179FA52B180C}"/>
              </a:ext>
            </a:extLst>
          </p:cNvPr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D4C681-F6E6-3F56-CCF2-7B698CAB53FD}"/>
              </a:ext>
            </a:extLst>
          </p:cNvPr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4-SLAM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建图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425D6-263F-6AE0-1687-21A722A43B87}"/>
              </a:ext>
            </a:extLst>
          </p:cNvPr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4B4336-9832-F966-8B1E-25D2CB1A634F}"/>
              </a:ext>
            </a:extLst>
          </p:cNvPr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8FD750-B730-818A-4F29-EA3A4B0048CB}"/>
              </a:ext>
            </a:extLst>
          </p:cNvPr>
          <p:cNvSpPr txBox="1"/>
          <p:nvPr/>
        </p:nvSpPr>
        <p:spPr>
          <a:xfrm>
            <a:off x="3900361" y="4727258"/>
            <a:ext cx="33032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地图保存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1A90EC1-1DEA-AF21-F594-72AF43558C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77678" y="1401812"/>
            <a:ext cx="6137275" cy="249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60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179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ROS2 SDK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的主要安装步骤是什么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SLAM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建图的主要流程是什么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458</Words>
  <Application>Microsoft Office PowerPoint</Application>
  <PresentationFormat>自定义</PresentationFormat>
  <Paragraphs>54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秉昊 吴</cp:lastModifiedBy>
  <cp:revision>348</cp:revision>
  <dcterms:created xsi:type="dcterms:W3CDTF">2016-04-25T01:13:00Z</dcterms:created>
  <dcterms:modified xsi:type="dcterms:W3CDTF">2024-11-04T07:06:08Z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