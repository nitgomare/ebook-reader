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sldIdLst>
    <p:sldId id="11090117" r:id="rId3"/>
    <p:sldId id="272" r:id="rId4"/>
    <p:sldId id="11090138" r:id="rId5"/>
    <p:sldId id="11090146" r:id="rId6"/>
    <p:sldId id="11090147" r:id="rId7"/>
    <p:sldId id="11090148" r:id="rId8"/>
    <p:sldId id="11090149" r:id="rId9"/>
    <p:sldId id="11090151" r:id="rId10"/>
    <p:sldId id="11090145" r:id="rId11"/>
    <p:sldId id="273" r:id="rId12"/>
    <p:sldId id="288" r:id="rId13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332" y="1400137"/>
            <a:ext cx="5069016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10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手势识别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10.2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手势识别应用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掌握多线程应用的开发流程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461093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掌握手势识别的调试方法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DD8A69-6F79-6B40-8B6A-A02198E78D46}"/>
              </a:ext>
            </a:extLst>
          </p:cNvPr>
          <p:cNvSpPr txBox="1"/>
          <p:nvPr/>
        </p:nvSpPr>
        <p:spPr>
          <a:xfrm>
            <a:off x="1529606" y="1329804"/>
            <a:ext cx="77768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multiprocessing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库创建两个子进程，一个用于手势检测，一个用于机器人控制。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两个进程通过管道进行通信，通过共享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变量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last_action_time_shared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，用于在子进程间共享最后动作的时间。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C8A9EB-8783-BDF4-2A32-C9DD87DAF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605" y="1041772"/>
            <a:ext cx="7457971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98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线程处理函数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997240-2B96-9ADB-A1B3-04D1F6CC5EC2}"/>
              </a:ext>
            </a:extLst>
          </p:cNvPr>
          <p:cNvSpPr txBox="1"/>
          <p:nvPr/>
        </p:nvSpPr>
        <p:spPr>
          <a:xfrm>
            <a:off x="1313582" y="1082129"/>
            <a:ext cx="84249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robot_control_process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函数：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接收手势识别线程发送的手势指令，并控制机器人执行相应的动作。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每执行完一个动作后，恢复到正常站立状态。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4652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线程处理函数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696E26-BD1E-EBE1-CBDD-E41FB2F71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825" y="929032"/>
            <a:ext cx="4524958" cy="403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29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线程处理函数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997240-2B96-9ADB-A1B3-04D1F6CC5EC2}"/>
              </a:ext>
            </a:extLst>
          </p:cNvPr>
          <p:cNvSpPr txBox="1"/>
          <p:nvPr/>
        </p:nvSpPr>
        <p:spPr>
          <a:xfrm>
            <a:off x="1313582" y="1082129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gesture_detection_process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手势识别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函数：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接收手势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发送控制指令到管道中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9736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线程处理函数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C2EFEA-D7DC-4F85-7D7A-EF52095D2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710" y="953629"/>
            <a:ext cx="4864368" cy="417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13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840740" y="668655"/>
            <a:ext cx="5895975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 txBox="1"/>
          <p:nvPr/>
        </p:nvSpPr>
        <p:spPr>
          <a:xfrm>
            <a:off x="840740" y="181610"/>
            <a:ext cx="6137275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应用调试	</a:t>
            </a:r>
          </a:p>
        </p:txBody>
      </p:sp>
      <p:sp>
        <p:nvSpPr>
          <p:cNvPr id="7" name="矩形 6"/>
          <p:cNvSpPr/>
          <p:nvPr/>
        </p:nvSpPr>
        <p:spPr>
          <a:xfrm>
            <a:off x="475933" y="237049"/>
            <a:ext cx="28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3687" y="237049"/>
            <a:ext cx="18000" cy="432000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9A8D4C-A0CA-BCBF-DC4B-818C2699168E}"/>
              </a:ext>
            </a:extLst>
          </p:cNvPr>
          <p:cNvSpPr txBox="1"/>
          <p:nvPr/>
        </p:nvSpPr>
        <p:spPr>
          <a:xfrm>
            <a:off x="1097558" y="1257796"/>
            <a:ext cx="72250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三种手势数据，分别是数字</a:t>
            </a:r>
            <a:r>
              <a:rPr lang="en-US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（对应当前伸直的手指总数），</a:t>
            </a:r>
            <a:endParaRPr lang="en-US" altLang="zh-CN" sz="1800" kern="100" dirty="0">
              <a:effectLst/>
              <a:latin typeface="仿宋" panose="02010609060101010101" pitchFamily="49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相应的动作指令是</a:t>
            </a:r>
            <a:r>
              <a:rPr lang="en-US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Sit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（坐下）、</a:t>
            </a:r>
            <a:r>
              <a:rPr lang="en-US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Heart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（比爱心）、</a:t>
            </a:r>
            <a:r>
              <a:rPr lang="en-US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Hello(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打招呼</a:t>
            </a:r>
            <a:r>
              <a:rPr lang="en-US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800" kern="100" dirty="0">
                <a:effectLst/>
                <a:latin typeface="仿宋" panose="02010609060101010101" pitchFamily="49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800" kern="10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2913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179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多线程之间如何进行信息同步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如何通过调试过程调整手势识别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291</Words>
  <Application>Microsoft Office PowerPoint</Application>
  <PresentationFormat>自定义</PresentationFormat>
  <Paragraphs>34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仿宋</vt:lpstr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271</cp:revision>
  <dcterms:created xsi:type="dcterms:W3CDTF">2016-04-25T01:13:00Z</dcterms:created>
  <dcterms:modified xsi:type="dcterms:W3CDTF">2024-10-21T13:00:00Z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