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11090117" r:id="rId3"/>
    <p:sldId id="272" r:id="rId4"/>
    <p:sldId id="11090139" r:id="rId5"/>
    <p:sldId id="11090150" r:id="rId6"/>
    <p:sldId id="11090151" r:id="rId7"/>
    <p:sldId id="11090152" r:id="rId8"/>
    <p:sldId id="11090153" r:id="rId9"/>
    <p:sldId id="273" r:id="rId10"/>
    <p:sldId id="288" r:id="rId11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99" d="100"/>
          <a:sy n="99" d="100"/>
        </p:scale>
        <p:origin x="58" y="62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24.11.4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268" y="1400137"/>
            <a:ext cx="5069080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6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遥控器状态获取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6.2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按键功能开发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掌握给按键添加运动控制映射的方法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6483141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掌握给按键添加非运动控制映射的方法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077605" y="409408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新映射开发</a:t>
            </a: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F830D3-95A4-1E9E-EFB3-073A94069102}"/>
              </a:ext>
            </a:extLst>
          </p:cNvPr>
          <p:cNvSpPr txBox="1"/>
          <p:nvPr/>
        </p:nvSpPr>
        <p:spPr>
          <a:xfrm>
            <a:off x="4223583" y="4948335"/>
            <a:ext cx="1986543" cy="29379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309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遥控器按键说明</a:t>
            </a:r>
            <a:endParaRPr sz="1309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521A41-8914-6193-5B3D-A29B90349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660" y="927657"/>
            <a:ext cx="7331637" cy="3890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1707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AFDA2-5598-EC7F-E91A-A8A7FA1C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C2E46FE6-A00F-F064-D542-8022555D1CC8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08999FE4-99FB-672E-B878-2386A05AA66B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884602-4D27-EC37-A80B-C3B140396B39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EFBC838-5559-1904-C86B-DA0451EC2139}"/>
              </a:ext>
            </a:extLst>
          </p:cNvPr>
          <p:cNvSpPr txBox="1"/>
          <p:nvPr/>
        </p:nvSpPr>
        <p:spPr>
          <a:xfrm>
            <a:off x="1077605" y="409408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新映射开发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运动控制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2ADA3B-D12B-7F09-8B0C-EA22DE7632F4}"/>
              </a:ext>
            </a:extLst>
          </p:cNvPr>
          <p:cNvSpPr txBox="1"/>
          <p:nvPr/>
        </p:nvSpPr>
        <p:spPr>
          <a:xfrm>
            <a:off x="2243554" y="87719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添加运动控制类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26487E-2273-B055-1A2F-C5027AFAE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941" y="1417264"/>
            <a:ext cx="3438264" cy="36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61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EAFE0-5181-407F-9B36-D6C6EC4F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1660FC2D-AD76-8B03-D582-35151A0F9A59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2959628-7337-EF4C-92BC-DCC00D10A0C4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A86E51-0994-E6E6-C749-66C353424C16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25C4865-068B-CFBC-F1AA-1FDAC9F56E68}"/>
              </a:ext>
            </a:extLst>
          </p:cNvPr>
          <p:cNvSpPr txBox="1"/>
          <p:nvPr/>
        </p:nvSpPr>
        <p:spPr>
          <a:xfrm>
            <a:off x="1077605" y="409408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新映射开发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运动控制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8C6213-98B3-2139-06D4-E79FDD41DAA9}"/>
              </a:ext>
            </a:extLst>
          </p:cNvPr>
          <p:cNvSpPr txBox="1"/>
          <p:nvPr/>
        </p:nvSpPr>
        <p:spPr>
          <a:xfrm>
            <a:off x="2243554" y="877199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按键侦测及运动控制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EF3153-902A-6247-23CE-E2A974B7E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94" y="1617836"/>
            <a:ext cx="5296359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1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63220-CEF6-67C1-AB86-69AB3B7B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9C1C7745-CED4-BB16-34FE-D081E928CA94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4EB09271-D757-94CF-51A0-512687B12FFB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715596-668A-F2B5-5569-3336A844BDE4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FA57D76-7D04-810E-E989-CD95ED534D13}"/>
              </a:ext>
            </a:extLst>
          </p:cNvPr>
          <p:cNvSpPr txBox="1"/>
          <p:nvPr/>
        </p:nvSpPr>
        <p:spPr>
          <a:xfrm>
            <a:off x="1077605" y="409408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新映射开发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灯光控制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767D19-7049-CA15-DFD5-592DF129B599}"/>
              </a:ext>
            </a:extLst>
          </p:cNvPr>
          <p:cNvSpPr txBox="1"/>
          <p:nvPr/>
        </p:nvSpPr>
        <p:spPr>
          <a:xfrm>
            <a:off x="2243554" y="87719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添加灯光控制类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1F00BA-61B8-5769-13C3-829E5D905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331" y="1473820"/>
            <a:ext cx="3726503" cy="17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3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E992-E9CD-1165-DF00-0137C2B2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AFCAD932-C2B6-5828-ABE1-00754625F444}"/>
              </a:ext>
            </a:extLst>
          </p:cNvPr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4D525E4-DF88-A7B9-7A4E-6D4F7E80C13F}"/>
              </a:ext>
            </a:extLst>
          </p:cNvPr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C5C44D-7D28-4B43-BD38-30910379BF8A}"/>
              </a:ext>
            </a:extLst>
          </p:cNvPr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AA99BBF-F8D5-E008-6190-1B6DE2FF7564}"/>
              </a:ext>
            </a:extLst>
          </p:cNvPr>
          <p:cNvSpPr txBox="1"/>
          <p:nvPr/>
        </p:nvSpPr>
        <p:spPr>
          <a:xfrm>
            <a:off x="1077605" y="409408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新映射开发</a:t>
            </a: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灯光</a:t>
            </a:r>
            <a:r>
              <a:rPr lang="zh-CN" altLang="en-US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13620C-CC20-F652-B7B5-028C4D830B7F}"/>
              </a:ext>
            </a:extLst>
          </p:cNvPr>
          <p:cNvSpPr txBox="1"/>
          <p:nvPr/>
        </p:nvSpPr>
        <p:spPr>
          <a:xfrm>
            <a:off x="2243554" y="877199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按键侦测及灯光控制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F83DDD-DBE8-4E07-A004-0EC66E76E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694" y="1371145"/>
            <a:ext cx="4608512" cy="36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28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6029760" cy="1199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选择一个新按键添加运动控制映射。</a:t>
            </a: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选择一个新按键添加避障功能开关映射。</a:t>
            </a: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166</Words>
  <Application>Microsoft Office PowerPoint</Application>
  <PresentationFormat>自定义</PresentationFormat>
  <Paragraphs>31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秉昊 吴</cp:lastModifiedBy>
  <cp:revision>296</cp:revision>
  <dcterms:created xsi:type="dcterms:W3CDTF">2016-04-25T01:13:00Z</dcterms:created>
  <dcterms:modified xsi:type="dcterms:W3CDTF">2024-11-04T06:34:07Z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