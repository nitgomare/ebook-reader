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sldIdLst>
    <p:sldId id="11090117" r:id="rId3"/>
    <p:sldId id="272" r:id="rId4"/>
    <p:sldId id="11090138" r:id="rId5"/>
    <p:sldId id="11090139" r:id="rId6"/>
    <p:sldId id="11090140" r:id="rId7"/>
    <p:sldId id="11090141" r:id="rId8"/>
    <p:sldId id="11090142" r:id="rId9"/>
    <p:sldId id="11090120" r:id="rId10"/>
    <p:sldId id="11090143" r:id="rId11"/>
    <p:sldId id="11090144" r:id="rId12"/>
    <p:sldId id="11090145" r:id="rId13"/>
    <p:sldId id="11090146" r:id="rId14"/>
    <p:sldId id="273" r:id="rId15"/>
    <p:sldId id="288" r:id="rId16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72" autoAdjust="0"/>
    <p:restoredTop sz="94660"/>
  </p:normalViewPr>
  <p:slideViewPr>
    <p:cSldViewPr>
      <p:cViewPr varScale="1">
        <p:scale>
          <a:sx n="102" d="100"/>
          <a:sy n="102" d="100"/>
        </p:scale>
        <p:origin x="336" y="67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268" y="1400137"/>
            <a:ext cx="5069080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6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遥控器状态获取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6.1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遥控器状态获取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掌握遥控器的常用数据获取方法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461093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掌握遥控器的高级封装模式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23583" y="4948335"/>
            <a:ext cx="1986543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遥控器按键说明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按键布局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B5FE6A-9EC3-BCD5-7299-9EB9E172B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660" y="927657"/>
            <a:ext cx="7331637" cy="3890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23583" y="4510957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遥控器遥控指令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遥控指令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9D58BAF-2CD3-A473-74C6-90407C647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59" y="1593159"/>
            <a:ext cx="9159560" cy="2209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170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23583" y="4948335"/>
            <a:ext cx="1812847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模式切换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模式切换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4C8FF5-265A-C483-7D99-63223B21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597" y="884954"/>
            <a:ext cx="6807715" cy="3922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62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23583" y="4948335"/>
            <a:ext cx="203954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自定义动作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自定义动作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CE30603-9ECD-94C7-D8D3-0257D87F4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19" y="1033156"/>
            <a:ext cx="7384877" cy="36826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8722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51456" y="4642055"/>
            <a:ext cx="2266175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功能开关及参数设置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功能开关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8EF818-F692-1C6D-CAED-C249FF373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1" y="1168840"/>
            <a:ext cx="8498444" cy="3129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2080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遥控器数据获取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遥控器数据范围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190B2B-2087-C80D-ACA1-3134E41BC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775" y="968066"/>
            <a:ext cx="5334462" cy="345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71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遥控器数据获取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0FEEA4-A54C-3B9E-6707-D5136357CD56}"/>
              </a:ext>
            </a:extLst>
          </p:cNvPr>
          <p:cNvSpPr txBox="1"/>
          <p:nvPr/>
        </p:nvSpPr>
        <p:spPr>
          <a:xfrm>
            <a:off x="1340625" y="760700"/>
            <a:ext cx="799288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订阅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"rt/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wirelesscontroller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节点的消息，当遥控器数值发生改变时，程序会进入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JoystickHandler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回调函数中，输出遥控器的数值。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F88E59-D1CD-E82E-7C01-F8B313717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790" y="1727151"/>
            <a:ext cx="4133168" cy="345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06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遥控器高级封装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按钮类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EF090D-6A7F-11C0-0E4B-E94BCBEBFD05}"/>
              </a:ext>
            </a:extLst>
          </p:cNvPr>
          <p:cNvSpPr txBox="1"/>
          <p:nvPr/>
        </p:nvSpPr>
        <p:spPr>
          <a:xfrm>
            <a:off x="1169566" y="79852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定义按钮按键状态。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469637-FF28-1889-11A0-FE38E5998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70" y="1297726"/>
            <a:ext cx="5197290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6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遥控器高级封装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高级遥控器类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9A8D4C-A0CA-BCBF-DC4B-818C2699168E}"/>
              </a:ext>
            </a:extLst>
          </p:cNvPr>
          <p:cNvSpPr txBox="1"/>
          <p:nvPr/>
        </p:nvSpPr>
        <p:spPr>
          <a:xfrm>
            <a:off x="1097558" y="753740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根据遥控器状态消息更新遥控器按键、摇杆状态。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78B1CC-4BC0-5FA4-D536-3761F4366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815" y="1155037"/>
            <a:ext cx="5797424" cy="405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91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遥控器高级封装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业务逻辑实现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DA109A-C80C-E5D3-4845-AF7997E027B4}"/>
              </a:ext>
            </a:extLst>
          </p:cNvPr>
          <p:cNvSpPr txBox="1"/>
          <p:nvPr/>
        </p:nvSpPr>
        <p:spPr>
          <a:xfrm>
            <a:off x="1097558" y="668655"/>
            <a:ext cx="5955476" cy="875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使用两个线程，一个线程监听并存储遥控器消息；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另一个线程定时执行，更新遥控器状态并执行控制逻辑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699C74-4A6A-09D6-9DA7-EBB61C860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574" y="1544536"/>
            <a:ext cx="4777455" cy="378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92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如何获取当前遥控器的按键信息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如何使用遥控器的高级封装框架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277</Words>
  <Application>Microsoft Office PowerPoint</Application>
  <PresentationFormat>自定义</PresentationFormat>
  <Paragraphs>38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-apple-system</vt:lpstr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242</cp:revision>
  <dcterms:created xsi:type="dcterms:W3CDTF">2016-04-25T01:13:00Z</dcterms:created>
  <dcterms:modified xsi:type="dcterms:W3CDTF">2024-11-04T06:31:24Z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