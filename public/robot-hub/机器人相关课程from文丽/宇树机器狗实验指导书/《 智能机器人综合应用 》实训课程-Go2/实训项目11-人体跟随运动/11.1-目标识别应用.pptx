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11090117" r:id="rId3"/>
    <p:sldId id="272" r:id="rId4"/>
    <p:sldId id="11090138" r:id="rId5"/>
    <p:sldId id="11090145" r:id="rId6"/>
    <p:sldId id="11090146" r:id="rId7"/>
    <p:sldId id="11090139" r:id="rId8"/>
    <p:sldId id="11090147" r:id="rId9"/>
    <p:sldId id="11090148" r:id="rId10"/>
    <p:sldId id="273" r:id="rId11"/>
    <p:sldId id="288" r:id="rId12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人体跟随应用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11.1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目标识别应用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 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SSD </a:t>
            </a:r>
            <a:r>
              <a:rPr lang="en-US" altLang="zh-CN" sz="28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MobileNet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V3 Large COCO </a:t>
            </a:r>
            <a:r>
              <a:rPr lang="zh-CN" altLang="en-US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的使用方法</a:t>
            </a:r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掌握识别信息的输出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65910" y="4716052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SSD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模型图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458577" cy="26445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目标识别模型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SSD 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MobileNet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V3 Large coco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A48B87-0D0E-F6B8-FD76-BDC5EE093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34" y="1203139"/>
            <a:ext cx="9076443" cy="2512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65910" y="4716052"/>
            <a:ext cx="2366310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en-US" sz="1309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MobileNet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V3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模型图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458577" cy="26445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目标识别模型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SSD 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MobileNet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V3 Large coco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F7556D-A0CD-BEF3-5BAB-22B82C65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4" y="1083102"/>
            <a:ext cx="8282273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02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265910" y="4716052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1-3  coco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0" y="345266"/>
            <a:ext cx="6458577" cy="26445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目标识别模型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SSD 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MobileNet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V3 Large coco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5BA141-0A54-271E-5A69-BA49199AB2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622" y="1185788"/>
            <a:ext cx="6739641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0778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模型初始化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CA39D-4159-3C09-B595-A936AB22F6AB}"/>
              </a:ext>
            </a:extLst>
          </p:cNvPr>
          <p:cNvSpPr txBox="1"/>
          <p:nvPr/>
        </p:nvSpPr>
        <p:spPr>
          <a:xfrm>
            <a:off x="2033662" y="2625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80B82E-3685-FB9D-DA6C-BDCB3FFAE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78" y="983308"/>
            <a:ext cx="6660457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3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实时检测及绘制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CA39D-4159-3C09-B595-A936AB22F6AB}"/>
              </a:ext>
            </a:extLst>
          </p:cNvPr>
          <p:cNvSpPr txBox="1"/>
          <p:nvPr/>
        </p:nvSpPr>
        <p:spPr>
          <a:xfrm>
            <a:off x="2033662" y="2625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1A8E0E-9CF4-55EE-75BB-D372B4060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574" y="1065011"/>
            <a:ext cx="6789403" cy="34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50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目标识别应用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识别效果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CA39D-4159-3C09-B595-A936AB22F6AB}"/>
              </a:ext>
            </a:extLst>
          </p:cNvPr>
          <p:cNvSpPr txBox="1"/>
          <p:nvPr/>
        </p:nvSpPr>
        <p:spPr>
          <a:xfrm>
            <a:off x="2033662" y="2625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087E85-5B67-E3FD-A8AD-48ECC5C25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90" y="948568"/>
            <a:ext cx="3744416" cy="38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4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4" y="1353185"/>
            <a:ext cx="6150897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使用本目标识别模型的主要流程是什么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如何在本框架中提高特定物体的识别率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162</Words>
  <Application>Microsoft Office PowerPoint</Application>
  <PresentationFormat>自定义</PresentationFormat>
  <Paragraphs>26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337</cp:revision>
  <dcterms:created xsi:type="dcterms:W3CDTF">2016-04-25T01:13:00Z</dcterms:created>
  <dcterms:modified xsi:type="dcterms:W3CDTF">2024-10-24T08:13:09Z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