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11090117" r:id="rId3"/>
    <p:sldId id="272" r:id="rId4"/>
    <p:sldId id="11090138" r:id="rId5"/>
    <p:sldId id="11090141" r:id="rId6"/>
    <p:sldId id="11090140" r:id="rId7"/>
    <p:sldId id="11090142" r:id="rId8"/>
    <p:sldId id="11090139" r:id="rId9"/>
    <p:sldId id="288" r:id="rId10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人体跟随运动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11.3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系统调试及拓展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掌握人体跟随运动的调试方法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533101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掌握人体跟随运动的拓展思路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调试数据保存	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DB9BAD-B6D7-3A9F-77A7-E7EA0E7A2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98" y="1041772"/>
            <a:ext cx="7506350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调试数据保存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AAC029-0B1A-A9D0-82F1-317300F90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66" y="1041772"/>
            <a:ext cx="4950550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23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上下追踪实现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AEE4F9-9C3A-61C6-AD74-D472BAD223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14" y="1257796"/>
            <a:ext cx="7173273" cy="1944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402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上下追踪实现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D31093-287C-29E9-1330-DB0EBFAD4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782" y="1041772"/>
            <a:ext cx="3744416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4802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多物体检测及追踪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774507-6E79-9B4C-6158-629971C06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70" y="1158582"/>
            <a:ext cx="5883150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5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97</Words>
  <Application>Microsoft Office PowerPoint</Application>
  <PresentationFormat>自定义</PresentationFormat>
  <Paragraphs>18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294</cp:revision>
  <dcterms:created xsi:type="dcterms:W3CDTF">2016-04-25T01:13:00Z</dcterms:created>
  <dcterms:modified xsi:type="dcterms:W3CDTF">2024-10-24T09:59:24Z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