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7"/>
  </p:notesMasterIdLst>
  <p:sldIdLst>
    <p:sldId id="11090117" r:id="rId3"/>
    <p:sldId id="272" r:id="rId4"/>
    <p:sldId id="11090138" r:id="rId5"/>
    <p:sldId id="11090153" r:id="rId6"/>
    <p:sldId id="11090154" r:id="rId7"/>
    <p:sldId id="11090158" r:id="rId8"/>
    <p:sldId id="11090152" r:id="rId9"/>
    <p:sldId id="11090155" r:id="rId10"/>
    <p:sldId id="11090147" r:id="rId11"/>
    <p:sldId id="11090148" r:id="rId12"/>
    <p:sldId id="11090159" r:id="rId13"/>
    <p:sldId id="11090160" r:id="rId14"/>
    <p:sldId id="273" r:id="rId15"/>
    <p:sldId id="288" r:id="rId16"/>
  </p:sldIdLst>
  <p:sldSz cx="10260013" cy="53959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3">
          <p15:clr>
            <a:srgbClr val="A4A3A4"/>
          </p15:clr>
        </p15:guide>
        <p15:guide id="2" pos="324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王倩倩" initials="Wq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2F2F2"/>
    <a:srgbClr val="7DCDFF"/>
    <a:srgbClr val="9BD9FF"/>
    <a:srgbClr val="8AE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>
      <p:cViewPr varScale="1">
        <p:scale>
          <a:sx n="111" d="100"/>
          <a:sy n="111" d="100"/>
        </p:scale>
        <p:origin x="82" y="125"/>
      </p:cViewPr>
      <p:guideLst>
        <p:guide orient="horz" pos="1763"/>
        <p:guide pos="32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FEC91-376F-4B3F-A168-65C97BFAF660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9863" y="685800"/>
            <a:ext cx="65182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28F52-921D-4B5E-90E1-89DF6F6F587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1C5E1-D8E9-464D-A93E-CE21651935A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501" y="1676384"/>
            <a:ext cx="8721013" cy="11567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9002" y="3057965"/>
            <a:ext cx="7182011" cy="13790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00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19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7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38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98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583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18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778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0471" y="3467692"/>
            <a:ext cx="8721013" cy="1071787"/>
          </a:xfrm>
        </p:spPr>
        <p:txBody>
          <a:bodyPr anchor="t"/>
          <a:lstStyle>
            <a:lvl1pPr algn="l">
              <a:defRPr sz="315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0471" y="2287228"/>
            <a:ext cx="8721013" cy="1180464"/>
          </a:xfrm>
        </p:spPr>
        <p:txBody>
          <a:bodyPr anchor="b"/>
          <a:lstStyle>
            <a:lvl1pPr marL="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415">
                <a:solidFill>
                  <a:schemeClr val="tx1">
                    <a:tint val="75000"/>
                  </a:schemeClr>
                </a:solidFill>
              </a:defRPr>
            </a:lvl2pPr>
            <a:lvl3pPr marL="71945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3pPr>
            <a:lvl4pPr marL="1079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4389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9895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15836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51841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87782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3001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15508" y="1259162"/>
            <a:ext cx="4531507" cy="3561380"/>
          </a:xfrm>
        </p:spPr>
        <p:txBody>
          <a:bodyPr/>
          <a:lstStyle>
            <a:lvl1pPr>
              <a:defRPr sz="2205"/>
            </a:lvl1pPr>
            <a:lvl2pPr>
              <a:defRPr sz="1890"/>
            </a:lvl2pPr>
            <a:lvl3pPr>
              <a:defRPr sz="1575"/>
            </a:lvl3pPr>
            <a:lvl4pPr>
              <a:defRPr sz="1415"/>
            </a:lvl4pPr>
            <a:lvl5pPr>
              <a:defRPr sz="1415"/>
            </a:lvl5pPr>
            <a:lvl6pPr>
              <a:defRPr sz="1415"/>
            </a:lvl6pPr>
            <a:lvl7pPr>
              <a:defRPr sz="1415"/>
            </a:lvl7pPr>
            <a:lvl8pPr>
              <a:defRPr sz="1415"/>
            </a:lvl8pPr>
            <a:lvl9pPr>
              <a:defRPr sz="14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07946"/>
            <a:ext cx="453328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3001" y="1711361"/>
            <a:ext cx="453328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945" y="1207946"/>
            <a:ext cx="4535069" cy="503415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19455" indent="0">
              <a:buNone/>
              <a:defRPr sz="1415" b="1"/>
            </a:lvl3pPr>
            <a:lvl4pPr marL="1079500" indent="0">
              <a:buNone/>
              <a:defRPr sz="1260" b="1"/>
            </a:lvl4pPr>
            <a:lvl5pPr marL="1438910" indent="0">
              <a:buNone/>
              <a:defRPr sz="1260" b="1"/>
            </a:lvl5pPr>
            <a:lvl6pPr marL="1798955" indent="0">
              <a:buNone/>
              <a:defRPr sz="1260" b="1"/>
            </a:lvl6pPr>
            <a:lvl7pPr marL="2158365" indent="0">
              <a:buNone/>
              <a:defRPr sz="1260" b="1"/>
            </a:lvl7pPr>
            <a:lvl8pPr marL="2518410" indent="0">
              <a:buNone/>
              <a:defRPr sz="1260" b="1"/>
            </a:lvl8pPr>
            <a:lvl9pPr marL="2877820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945" y="1711361"/>
            <a:ext cx="4535069" cy="3109181"/>
          </a:xfrm>
        </p:spPr>
        <p:txBody>
          <a:bodyPr/>
          <a:lstStyle>
            <a:lvl1pPr>
              <a:defRPr sz="1890"/>
            </a:lvl1pPr>
            <a:lvl2pPr>
              <a:defRPr sz="1575"/>
            </a:lvl2pPr>
            <a:lvl3pPr>
              <a:defRPr sz="1415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01" y="214857"/>
            <a:ext cx="3375474" cy="914391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381" y="214857"/>
            <a:ext cx="5735634" cy="4605685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3001" y="1129248"/>
            <a:ext cx="3375474" cy="3691293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035" y="3777486"/>
            <a:ext cx="6156009" cy="445954"/>
          </a:xfrm>
        </p:spPr>
        <p:txBody>
          <a:bodyPr anchor="b"/>
          <a:lstStyle>
            <a:lvl1pPr algn="l">
              <a:defRPr sz="157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035" y="482179"/>
            <a:ext cx="6156009" cy="3237845"/>
          </a:xfrm>
        </p:spPr>
        <p:txBody>
          <a:bodyPr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19455" indent="0">
              <a:buNone/>
              <a:defRPr sz="1890"/>
            </a:lvl3pPr>
            <a:lvl4pPr marL="1079500" indent="0">
              <a:buNone/>
              <a:defRPr sz="1575"/>
            </a:lvl4pPr>
            <a:lvl5pPr marL="1438910" indent="0">
              <a:buNone/>
              <a:defRPr sz="1575"/>
            </a:lvl5pPr>
            <a:lvl6pPr marL="1798955" indent="0">
              <a:buNone/>
              <a:defRPr sz="1575"/>
            </a:lvl6pPr>
            <a:lvl7pPr marL="2158365" indent="0">
              <a:buNone/>
              <a:defRPr sz="1575"/>
            </a:lvl7pPr>
            <a:lvl8pPr marL="2518410" indent="0">
              <a:buNone/>
              <a:defRPr sz="1575"/>
            </a:lvl8pPr>
            <a:lvl9pPr marL="2877820" indent="0">
              <a:buNone/>
              <a:defRPr sz="157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035" y="4223439"/>
            <a:ext cx="6156009" cy="633328"/>
          </a:xfrm>
        </p:spPr>
        <p:txBody>
          <a:bodyPr/>
          <a:lstStyle>
            <a:lvl1pPr marL="0" indent="0">
              <a:buNone/>
              <a:defRPr sz="1100"/>
            </a:lvl1pPr>
            <a:lvl2pPr marL="360045" indent="0">
              <a:buNone/>
              <a:defRPr sz="945"/>
            </a:lvl2pPr>
            <a:lvl3pPr marL="719455" indent="0">
              <a:buNone/>
              <a:defRPr sz="785"/>
            </a:lvl3pPr>
            <a:lvl4pPr marL="1079500" indent="0">
              <a:buNone/>
              <a:defRPr sz="710"/>
            </a:lvl4pPr>
            <a:lvl5pPr marL="1438910" indent="0">
              <a:buNone/>
              <a:defRPr sz="710"/>
            </a:lvl5pPr>
            <a:lvl6pPr marL="1798955" indent="0">
              <a:buNone/>
              <a:defRPr sz="710"/>
            </a:lvl6pPr>
            <a:lvl7pPr marL="2158365" indent="0">
              <a:buNone/>
              <a:defRPr sz="710"/>
            </a:lvl7pPr>
            <a:lvl8pPr marL="2518410" indent="0">
              <a:buNone/>
              <a:defRPr sz="710"/>
            </a:lvl8pPr>
            <a:lvl9pPr marL="2877820" indent="0">
              <a:buNone/>
              <a:defRPr sz="7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8511" y="216107"/>
            <a:ext cx="2308504" cy="46044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3001" y="216107"/>
            <a:ext cx="6754510" cy="46044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9938" y="1676400"/>
            <a:ext cx="8720137" cy="11557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38288" y="3057525"/>
            <a:ext cx="7183437" cy="13795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213" y="3467100"/>
            <a:ext cx="8720137" cy="10715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213" y="2287588"/>
            <a:ext cx="8720137" cy="11795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12763" y="1258888"/>
            <a:ext cx="4540250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05413" y="1258888"/>
            <a:ext cx="4541837" cy="3560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08088"/>
            <a:ext cx="4533900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763" y="1711325"/>
            <a:ext cx="4533900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211763" y="1208088"/>
            <a:ext cx="4535487" cy="5032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211763" y="1711325"/>
            <a:ext cx="4535487" cy="3108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763" y="214313"/>
            <a:ext cx="3375025" cy="914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1613" y="214313"/>
            <a:ext cx="5735637" cy="4605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12763" y="1128713"/>
            <a:ext cx="3375025" cy="36909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11363" y="3776663"/>
            <a:ext cx="6156325" cy="4460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11363" y="482600"/>
            <a:ext cx="6156325" cy="32369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11363" y="4222750"/>
            <a:ext cx="6156325" cy="633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39025" y="215900"/>
            <a:ext cx="2308225" cy="4603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12763" y="215900"/>
            <a:ext cx="6773862" cy="4603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0" y="321692"/>
            <a:ext cx="10260016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3001" y="1259162"/>
            <a:ext cx="9234014" cy="3561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300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6143D-C007-4F7D-8B9B-81A7FCC12036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505" y="5001671"/>
            <a:ext cx="3249005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011" y="5001671"/>
            <a:ext cx="2394004" cy="287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7CE68-6336-48CD-AE7B-F127D826DA1E}" type="slidenum">
              <a:rPr lang="zh-CN" altLang="en-US" smtClean="0"/>
              <a:t>‹#›</a:t>
            </a:fld>
            <a:endParaRPr lang="zh-CN" altLang="en-US"/>
          </a:p>
        </p:txBody>
      </p:sp>
      <p:sp useBgFill="1">
        <p:nvSpPr>
          <p:cNvPr id="8" name="文本框 7">
            <a:extLst>
              <a:ext uri="{FF2B5EF4-FFF2-40B4-BE49-F238E27FC236}">
                <a16:creationId xmlns:a16="http://schemas.microsoft.com/office/drawing/2014/main" id="{8728A5C7-AA7F-A164-FCAC-3453DE86B87E}"/>
              </a:ext>
            </a:extLst>
          </p:cNvPr>
          <p:cNvSpPr txBox="1"/>
          <p:nvPr userDrawn="1"/>
        </p:nvSpPr>
        <p:spPr>
          <a:xfrm>
            <a:off x="7942603" y="5002212"/>
            <a:ext cx="2083947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6B7F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UNITREE</a:t>
            </a:r>
            <a:r>
              <a:rPr lang="en-US" altLang="zh-CN" sz="1100" b="1" dirty="0">
                <a:solidFill>
                  <a:srgbClr val="5560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 </a:t>
            </a:r>
            <a:r>
              <a:rPr lang="en-US" altLang="zh-CN" sz="1100" b="1" dirty="0">
                <a:solidFill>
                  <a:srgbClr val="9FA8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 B" panose="00020600040101010101" pitchFamily="18" charset="-122"/>
              </a:rPr>
              <a:t>ROBOTICS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19455" rtl="0" eaLnBrk="1" latinLnBrk="0" hangingPunct="1">
        <a:spcBef>
          <a:spcPct val="0"/>
        </a:spcBef>
        <a:buNone/>
        <a:defRPr sz="2800" b="0" kern="1200">
          <a:solidFill>
            <a:schemeClr val="tx1"/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269875" indent="-26924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584835" indent="-224155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2205" kern="1200">
          <a:solidFill>
            <a:schemeClr val="tx1"/>
          </a:solidFill>
          <a:latin typeface="+mn-lt"/>
          <a:ea typeface="+mn-ea"/>
          <a:cs typeface="+mn-cs"/>
        </a:defRPr>
      </a:lvl2pPr>
      <a:lvl3pPr marL="899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2592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186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»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786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3870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698115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058160" indent="-179070" algn="l" defTabSz="719455" rtl="0" eaLnBrk="1" latinLnBrk="0" hangingPunct="1">
        <a:spcBef>
          <a:spcPts val="7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2pPr>
      <a:lvl3pPr marL="7194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4pPr>
      <a:lvl5pPr marL="14389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5pPr>
      <a:lvl6pPr marL="179895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6pPr>
      <a:lvl7pPr marL="2158365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7pPr>
      <a:lvl8pPr marL="251841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8pPr>
      <a:lvl9pPr marL="2877820" algn="l" defTabSz="719455" rtl="0" eaLnBrk="1" latinLnBrk="0" hangingPunct="1">
        <a:defRPr sz="14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12763" y="215900"/>
            <a:ext cx="9234487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12763" y="1258888"/>
            <a:ext cx="9234487" cy="3560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12763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1E9A6-3BBE-4152-ABC2-7AF76252B64C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05200" y="5000625"/>
            <a:ext cx="3249613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53300" y="5000625"/>
            <a:ext cx="2393950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A614B-7A5B-4F2F-9614-821D6EA5116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0332" y="1400137"/>
            <a:ext cx="5069016" cy="1956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11121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智能机器人综合应用开发</a:t>
            </a:r>
          </a:p>
          <a:p>
            <a:pPr algn="r" defTabSz="719450">
              <a:lnSpc>
                <a:spcPct val="120000"/>
              </a:lnSpc>
              <a:defRPr/>
            </a:pP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项目</a:t>
            </a: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人体跟随运动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  <a:p>
            <a:pPr algn="r" defTabSz="719450">
              <a:lnSpc>
                <a:spcPct val="120000"/>
              </a:lnSpc>
              <a:defRPr/>
            </a:pPr>
            <a:r>
              <a:rPr lang="en-US" altLang="zh-CN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11.2 </a:t>
            </a:r>
            <a:r>
              <a:rPr lang="zh-CN" altLang="en-US" sz="3462" b="1" dirty="0">
                <a:solidFill>
                  <a:srgbClr val="4A7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人体跟随应用</a:t>
            </a:r>
            <a:endParaRPr lang="en-US" altLang="zh-CN" sz="3462" b="1" dirty="0">
              <a:solidFill>
                <a:srgbClr val="4A7D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3A6D61-42CD-A04D-E161-9B1239954440}"/>
              </a:ext>
            </a:extLst>
          </p:cNvPr>
          <p:cNvSpPr txBox="1"/>
          <p:nvPr/>
        </p:nvSpPr>
        <p:spPr>
          <a:xfrm>
            <a:off x="669716" y="3923203"/>
            <a:ext cx="2507098" cy="376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719450">
              <a:lnSpc>
                <a:spcPct val="130000"/>
              </a:lnSpc>
              <a:defRPr/>
            </a:pPr>
            <a:r>
              <a:rPr lang="zh-CN" altLang="en-US" sz="1574" b="1" spc="236" dirty="0">
                <a:solidFill>
                  <a:srgbClr val="6C6F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B" panose="00020600040101010101" pitchFamily="18" charset="-122"/>
              </a:rPr>
              <a:t>杭州宇树科技有限公司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1FD3A6-2E81-E3C7-3146-C656DBCD95C4}"/>
              </a:ext>
            </a:extLst>
          </p:cNvPr>
          <p:cNvSpPr txBox="1"/>
          <p:nvPr/>
        </p:nvSpPr>
        <p:spPr>
          <a:xfrm>
            <a:off x="732982" y="4329979"/>
            <a:ext cx="4796367" cy="5025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请访问宇树科技官网了解更多产品相关条款与政策，请遵守各地区法律法规</a:t>
            </a:r>
            <a:endParaRPr lang="en-US" altLang="zh-CN" sz="944" dirty="0">
              <a:solidFill>
                <a:srgbClr val="9FA1B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19450">
              <a:lnSpc>
                <a:spcPct val="150000"/>
              </a:lnSpc>
              <a:defRPr/>
            </a:pPr>
            <a:r>
              <a:rPr lang="zh-CN" altLang="en-US" sz="944" dirty="0">
                <a:solidFill>
                  <a:srgbClr val="9FA1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请各位用户不要危险性改造和使用机器人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4323EC7C-E2EB-396A-A105-F0AD4240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815" y="318392"/>
            <a:ext cx="2137762" cy="416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BABD9FD-A287-2664-4A97-37BDB8E5F2E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9" t="20573"/>
          <a:stretch/>
        </p:blipFill>
        <p:spPr>
          <a:xfrm>
            <a:off x="5564153" y="1006796"/>
            <a:ext cx="6088898" cy="443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7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2247265" y="1878965"/>
            <a:ext cx="7021195" cy="9271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掌握目标跟随的算法设计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27780" y="261620"/>
            <a:ext cx="23050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</a:p>
        </p:txBody>
      </p:sp>
      <p:sp>
        <p:nvSpPr>
          <p:cNvPr id="6" name="Freeform 12"/>
          <p:cNvSpPr/>
          <p:nvPr/>
        </p:nvSpPr>
        <p:spPr bwMode="auto">
          <a:xfrm>
            <a:off x="957634" y="134846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Freeform 12"/>
          <p:cNvSpPr/>
          <p:nvPr/>
        </p:nvSpPr>
        <p:spPr bwMode="auto">
          <a:xfrm flipH="1" flipV="1">
            <a:off x="8384474" y="3715736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9BD9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18945" y="1937385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1718945" y="3079750"/>
            <a:ext cx="341630" cy="348615"/>
          </a:xfrm>
          <a:prstGeom prst="rect">
            <a:avLst/>
          </a:prstGeom>
          <a:solidFill>
            <a:srgbClr val="9BD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2247265" y="3086100"/>
            <a:ext cx="6771173" cy="33655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Go2</a:t>
            </a: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机器人高级运控的调用方法</a:t>
            </a:r>
            <a:r>
              <a:rPr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跟随算法设计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A4C3A-C73F-F26B-7BE8-306922BF966C}"/>
              </a:ext>
            </a:extLst>
          </p:cNvPr>
          <p:cNvSpPr txBox="1"/>
          <p:nvPr/>
        </p:nvSpPr>
        <p:spPr>
          <a:xfrm>
            <a:off x="1601614" y="806949"/>
            <a:ext cx="6087019" cy="12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矩形框元组信息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x_min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矩形框左上角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), </a:t>
            </a:r>
            <a:r>
              <a:rPr lang="en-US" altLang="zh-CN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ymin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（矩形框左上角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坐标）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width (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矩形框宽度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), height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（矩形框高度）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F3CF889-F041-2641-8640-7995E021AF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846" y="2311827"/>
            <a:ext cx="2448272" cy="249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跟随算法设计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A4C3A-C73F-F26B-7BE8-306922BF966C}"/>
              </a:ext>
            </a:extLst>
          </p:cNvPr>
          <p:cNvSpPr txBox="1"/>
          <p:nvPr/>
        </p:nvSpPr>
        <p:spPr>
          <a:xfrm>
            <a:off x="1601614" y="806949"/>
            <a:ext cx="6087019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追踪人体检测信息，获得检测面积并进行简单滤波处理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DF0368F-546B-EBAE-2AB9-0CAED2458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02" y="1265857"/>
            <a:ext cx="4944094" cy="405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跟随算法设计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A4C3A-C73F-F26B-7BE8-306922BF966C}"/>
              </a:ext>
            </a:extLst>
          </p:cNvPr>
          <p:cNvSpPr txBox="1"/>
          <p:nvPr/>
        </p:nvSpPr>
        <p:spPr>
          <a:xfrm>
            <a:off x="1601614" y="806949"/>
            <a:ext cx="676875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根据面积大小获得远近信息，根据坐标大小获得偏移信息。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E47CBF8-A6C0-084D-D4F1-1919583A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766" y="1412878"/>
            <a:ext cx="4568764" cy="33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97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跟随算法设计	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A4C3A-C73F-F26B-7BE8-306922BF966C}"/>
              </a:ext>
            </a:extLst>
          </p:cNvPr>
          <p:cNvSpPr txBox="1"/>
          <p:nvPr/>
        </p:nvSpPr>
        <p:spPr>
          <a:xfrm>
            <a:off x="1601614" y="806949"/>
            <a:ext cx="676875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根据远近和偏移信息，给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Go2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机器人发送运动指令。</a:t>
            </a:r>
            <a:endParaRPr lang="zh-CN" altLang="zh-CN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AB7FD0-DA5B-DE2A-8B32-C9FDB2181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678" y="1404188"/>
            <a:ext cx="5387807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9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运动控制设计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接口函数	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A0437A-DA93-0D8E-EF28-AEF535961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30" y="825748"/>
            <a:ext cx="6679187" cy="1965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B6C2253-70D0-35C2-5865-51D6FAA8E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30" y="2956979"/>
            <a:ext cx="6679186" cy="19404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602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运动控制设计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前后左右运动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3FE81B-D688-CC80-931F-4DB9E8AAF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58" y="837704"/>
            <a:ext cx="3804619" cy="42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62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997240-2B96-9ADB-A1B3-04D1F6CC5EC2}"/>
              </a:ext>
            </a:extLst>
          </p:cNvPr>
          <p:cNvSpPr txBox="1"/>
          <p:nvPr/>
        </p:nvSpPr>
        <p:spPr>
          <a:xfrm>
            <a:off x="1313582" y="1082129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robot_control_process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接收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目标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识别线程发送的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控制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指令，并控制机器人执行相应的动作。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652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E8E416-5E69-3510-BDDC-7F04F18C3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582" y="925050"/>
            <a:ext cx="6368290" cy="40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29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997240-2B96-9ADB-A1B3-04D1F6CC5EC2}"/>
              </a:ext>
            </a:extLst>
          </p:cNvPr>
          <p:cNvSpPr txBox="1"/>
          <p:nvPr/>
        </p:nvSpPr>
        <p:spPr>
          <a:xfrm>
            <a:off x="1313582" y="1082129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kern="1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Object_detection_process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函数：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检测目标物体面积信息和位置信息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机器人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发送控制指令</a:t>
            </a: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2287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直接连接符 77"/>
          <p:cNvCxnSpPr/>
          <p:nvPr/>
        </p:nvCxnSpPr>
        <p:spPr>
          <a:xfrm>
            <a:off x="1119701" y="800634"/>
            <a:ext cx="5512519" cy="0"/>
          </a:xfrm>
          <a:prstGeom prst="line">
            <a:avLst/>
          </a:prstGeom>
          <a:ln w="12700" cmpd="sng">
            <a:solidFill>
              <a:srgbClr val="7DCD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78620" y="397099"/>
            <a:ext cx="26926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8" name="矩形 7"/>
          <p:cNvSpPr/>
          <p:nvPr/>
        </p:nvSpPr>
        <p:spPr>
          <a:xfrm>
            <a:off x="1066359" y="397099"/>
            <a:ext cx="16829" cy="403904"/>
          </a:xfrm>
          <a:prstGeom prst="rect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83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9CB940FB-9009-8FB3-A9AE-A337FAC4C9F6}"/>
              </a:ext>
            </a:extLst>
          </p:cNvPr>
          <p:cNvSpPr txBox="1"/>
          <p:nvPr/>
        </p:nvSpPr>
        <p:spPr>
          <a:xfrm>
            <a:off x="1119701" y="345266"/>
            <a:ext cx="5738126" cy="314662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1800" kern="1200" dirty="0" smtClean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5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zh-CN" altLang="en-US" sz="135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3-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多线程应用</a:t>
            </a:r>
            <a:r>
              <a:rPr lang="en-US" altLang="zh-CN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244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线程处理函数	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DB2340-9235-0193-BE4E-BF72F3914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582" y="928745"/>
            <a:ext cx="7071930" cy="399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76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27780" y="261620"/>
            <a:ext cx="23050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课堂作业</a:t>
            </a:r>
          </a:p>
        </p:txBody>
      </p:sp>
      <p:sp>
        <p:nvSpPr>
          <p:cNvPr id="83" name="Freeform 12"/>
          <p:cNvSpPr/>
          <p:nvPr/>
        </p:nvSpPr>
        <p:spPr bwMode="auto">
          <a:xfrm>
            <a:off x="3215550" y="1144111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Freeform 12"/>
          <p:cNvSpPr/>
          <p:nvPr/>
        </p:nvSpPr>
        <p:spPr bwMode="auto">
          <a:xfrm flipH="1" flipV="1">
            <a:off x="9428533" y="4397495"/>
            <a:ext cx="528638" cy="53022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7DCDFF"/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443605" y="1353185"/>
            <a:ext cx="5848350" cy="238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如何从矩形框获得当前识别目标的位置信息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endParaRPr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如何控制机器人前后左右顺畅运动</a:t>
            </a:r>
            <a:r>
              <a:rPr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</a:p>
        </p:txBody>
      </p:sp>
      <p:sp>
        <p:nvSpPr>
          <p:cNvPr id="32" name="椭圆 31"/>
          <p:cNvSpPr/>
          <p:nvPr/>
        </p:nvSpPr>
        <p:spPr>
          <a:xfrm>
            <a:off x="786648" y="1144057"/>
            <a:ext cx="2448272" cy="2448272"/>
          </a:xfrm>
          <a:prstGeom prst="ellipse">
            <a:avLst/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标题 4"/>
          <p:cNvSpPr txBox="1"/>
          <p:nvPr/>
        </p:nvSpPr>
        <p:spPr>
          <a:xfrm>
            <a:off x="839549" y="2952378"/>
            <a:ext cx="2376264" cy="4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椭圆 66"/>
          <p:cNvSpPr/>
          <p:nvPr/>
        </p:nvSpPr>
        <p:spPr>
          <a:xfrm>
            <a:off x="907549" y="1248448"/>
            <a:ext cx="2240761" cy="2240761"/>
          </a:xfrm>
          <a:prstGeom prst="ellipse">
            <a:avLst/>
          </a:prstGeom>
          <a:noFill/>
          <a:ln w="31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KSO_Shape"/>
          <p:cNvSpPr/>
          <p:nvPr/>
        </p:nvSpPr>
        <p:spPr bwMode="auto">
          <a:xfrm>
            <a:off x="1287105" y="1841903"/>
            <a:ext cx="1481536" cy="1261770"/>
          </a:xfrm>
          <a:custGeom>
            <a:avLst/>
            <a:gdLst>
              <a:gd name="T0" fmla="*/ 432030 w 2125663"/>
              <a:gd name="T1" fmla="*/ 1344893 h 1811338"/>
              <a:gd name="T2" fmla="*/ 462740 w 2125663"/>
              <a:gd name="T3" fmla="*/ 1477960 h 1811338"/>
              <a:gd name="T4" fmla="*/ 513638 w 2125663"/>
              <a:gd name="T5" fmla="*/ 1557743 h 1811338"/>
              <a:gd name="T6" fmla="*/ 516481 w 2125663"/>
              <a:gd name="T7" fmla="*/ 1336346 h 1811338"/>
              <a:gd name="T8" fmla="*/ 503401 w 2125663"/>
              <a:gd name="T9" fmla="*/ 1310416 h 1811338"/>
              <a:gd name="T10" fmla="*/ 515913 w 2125663"/>
              <a:gd name="T11" fmla="*/ 1250009 h 1811338"/>
              <a:gd name="T12" fmla="*/ 618846 w 2125663"/>
              <a:gd name="T13" fmla="*/ 1242885 h 1811338"/>
              <a:gd name="T14" fmla="*/ 643583 w 2125663"/>
              <a:gd name="T15" fmla="*/ 1263116 h 1811338"/>
              <a:gd name="T16" fmla="*/ 642446 w 2125663"/>
              <a:gd name="T17" fmla="*/ 1324948 h 1811338"/>
              <a:gd name="T18" fmla="*/ 619414 w 2125663"/>
              <a:gd name="T19" fmla="*/ 1342899 h 1811338"/>
              <a:gd name="T20" fmla="*/ 664057 w 2125663"/>
              <a:gd name="T21" fmla="*/ 1524691 h 1811338"/>
              <a:gd name="T22" fmla="*/ 704434 w 2125663"/>
              <a:gd name="T23" fmla="*/ 1417553 h 1811338"/>
              <a:gd name="T24" fmla="*/ 725191 w 2125663"/>
              <a:gd name="T25" fmla="*/ 1259697 h 1811338"/>
              <a:gd name="T26" fmla="*/ 857412 w 2125663"/>
              <a:gd name="T27" fmla="*/ 1192451 h 1811338"/>
              <a:gd name="T28" fmla="*/ 923096 w 2125663"/>
              <a:gd name="T29" fmla="*/ 1212682 h 1811338"/>
              <a:gd name="T30" fmla="*/ 970013 w 2125663"/>
              <a:gd name="T31" fmla="*/ 1259697 h 1811338"/>
              <a:gd name="T32" fmla="*/ 990201 w 2125663"/>
              <a:gd name="T33" fmla="*/ 1325233 h 1811338"/>
              <a:gd name="T34" fmla="*/ 980818 w 2125663"/>
              <a:gd name="T35" fmla="*/ 1537228 h 1811338"/>
              <a:gd name="T36" fmla="*/ 935891 w 2125663"/>
              <a:gd name="T37" fmla="*/ 1570566 h 1811338"/>
              <a:gd name="T38" fmla="*/ 798837 w 2125663"/>
              <a:gd name="T39" fmla="*/ 1607608 h 1811338"/>
              <a:gd name="T40" fmla="*/ 617424 w 2125663"/>
              <a:gd name="T41" fmla="*/ 1622140 h 1811338"/>
              <a:gd name="T42" fmla="*/ 428049 w 2125663"/>
              <a:gd name="T43" fmla="*/ 1615872 h 1811338"/>
              <a:gd name="T44" fmla="*/ 264551 w 2125663"/>
              <a:gd name="T45" fmla="*/ 1588232 h 1811338"/>
              <a:gd name="T46" fmla="*/ 180669 w 2125663"/>
              <a:gd name="T47" fmla="*/ 1549481 h 1811338"/>
              <a:gd name="T48" fmla="*/ 159912 w 2125663"/>
              <a:gd name="T49" fmla="*/ 1517283 h 1811338"/>
              <a:gd name="T50" fmla="*/ 167873 w 2125663"/>
              <a:gd name="T51" fmla="*/ 1284201 h 1811338"/>
              <a:gd name="T52" fmla="*/ 205123 w 2125663"/>
              <a:gd name="T53" fmla="*/ 1228638 h 1811338"/>
              <a:gd name="T54" fmla="*/ 264266 w 2125663"/>
              <a:gd name="T55" fmla="*/ 1196440 h 1811338"/>
              <a:gd name="T56" fmla="*/ 421225 w 2125663"/>
              <a:gd name="T57" fmla="*/ 1183048 h 1811338"/>
              <a:gd name="T58" fmla="*/ 433514 w 2125663"/>
              <a:gd name="T59" fmla="*/ 761303 h 1811338"/>
              <a:gd name="T60" fmla="*/ 391450 w 2125663"/>
              <a:gd name="T61" fmla="*/ 813630 h 1811338"/>
              <a:gd name="T62" fmla="*/ 379229 w 2125663"/>
              <a:gd name="T63" fmla="*/ 902075 h 1811338"/>
              <a:gd name="T64" fmla="*/ 414756 w 2125663"/>
              <a:gd name="T65" fmla="*/ 1016114 h 1811338"/>
              <a:gd name="T66" fmla="*/ 487516 w 2125663"/>
              <a:gd name="T67" fmla="*/ 1099439 h 1811338"/>
              <a:gd name="T68" fmla="*/ 567666 w 2125663"/>
              <a:gd name="T69" fmla="*/ 1135272 h 1811338"/>
              <a:gd name="T70" fmla="*/ 645542 w 2125663"/>
              <a:gd name="T71" fmla="*/ 1111099 h 1811338"/>
              <a:gd name="T72" fmla="*/ 722282 w 2125663"/>
              <a:gd name="T73" fmla="*/ 1035452 h 1811338"/>
              <a:gd name="T74" fmla="*/ 767757 w 2125663"/>
              <a:gd name="T75" fmla="*/ 926248 h 1811338"/>
              <a:gd name="T76" fmla="*/ 666290 w 2125663"/>
              <a:gd name="T77" fmla="*/ 863967 h 1811338"/>
              <a:gd name="T78" fmla="*/ 546918 w 2125663"/>
              <a:gd name="T79" fmla="*/ 832116 h 1811338"/>
              <a:gd name="T80" fmla="*/ 484389 w 2125663"/>
              <a:gd name="T81" fmla="*/ 790595 h 1811338"/>
              <a:gd name="T82" fmla="*/ 452273 w 2125663"/>
              <a:gd name="T83" fmla="*/ 760734 h 1811338"/>
              <a:gd name="T84" fmla="*/ 568234 w 2125663"/>
              <a:gd name="T85" fmla="*/ 587258 h 1811338"/>
              <a:gd name="T86" fmla="*/ 631616 w 2125663"/>
              <a:gd name="T87" fmla="*/ 594937 h 1811338"/>
              <a:gd name="T88" fmla="*/ 705513 w 2125663"/>
              <a:gd name="T89" fmla="*/ 631054 h 1811338"/>
              <a:gd name="T90" fmla="*/ 790210 w 2125663"/>
              <a:gd name="T91" fmla="*/ 732864 h 1811338"/>
              <a:gd name="T92" fmla="*/ 826306 w 2125663"/>
              <a:gd name="T93" fmla="*/ 873920 h 1811338"/>
              <a:gd name="T94" fmla="*/ 818064 w 2125663"/>
              <a:gd name="T95" fmla="*/ 959237 h 1811338"/>
              <a:gd name="T96" fmla="*/ 780831 w 2125663"/>
              <a:gd name="T97" fmla="*/ 1048534 h 1811338"/>
              <a:gd name="T98" fmla="*/ 687607 w 2125663"/>
              <a:gd name="T99" fmla="*/ 1148922 h 1811338"/>
              <a:gd name="T100" fmla="*/ 588983 w 2125663"/>
              <a:gd name="T101" fmla="*/ 1190727 h 1811338"/>
              <a:gd name="T102" fmla="*/ 525033 w 2125663"/>
              <a:gd name="T103" fmla="*/ 1182480 h 1811338"/>
              <a:gd name="T104" fmla="*/ 421293 w 2125663"/>
              <a:gd name="T105" fmla="*/ 1115081 h 1811338"/>
              <a:gd name="T106" fmla="*/ 345406 w 2125663"/>
              <a:gd name="T107" fmla="*/ 1002463 h 1811338"/>
              <a:gd name="T108" fmla="*/ 325511 w 2125663"/>
              <a:gd name="T109" fmla="*/ 929092 h 1811338"/>
              <a:gd name="T110" fmla="*/ 330627 w 2125663"/>
              <a:gd name="T111" fmla="*/ 813915 h 1811338"/>
              <a:gd name="T112" fmla="*/ 388324 w 2125663"/>
              <a:gd name="T113" fmla="*/ 686510 h 1811338"/>
              <a:gd name="T114" fmla="*/ 482400 w 2125663"/>
              <a:gd name="T115" fmla="*/ 608303 h 1811338"/>
              <a:gd name="T116" fmla="*/ 542939 w 2125663"/>
              <a:gd name="T117" fmla="*/ 589534 h 1811338"/>
              <a:gd name="T118" fmla="*/ 0 w 2125663"/>
              <a:gd name="T119" fmla="*/ 0 h 1811338"/>
              <a:gd name="T120" fmla="*/ 174993 w 2125663"/>
              <a:gd name="T121" fmla="*/ 1118883 h 18113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2125663" h="1811338">
                <a:moveTo>
                  <a:pt x="470017" y="1320800"/>
                </a:moveTo>
                <a:lnTo>
                  <a:pt x="470335" y="1343069"/>
                </a:lnTo>
                <a:lnTo>
                  <a:pt x="471286" y="1364382"/>
                </a:lnTo>
                <a:lnTo>
                  <a:pt x="472238" y="1385696"/>
                </a:lnTo>
                <a:lnTo>
                  <a:pt x="473190" y="1406374"/>
                </a:lnTo>
                <a:lnTo>
                  <a:pt x="474459" y="1426415"/>
                </a:lnTo>
                <a:lnTo>
                  <a:pt x="476363" y="1446139"/>
                </a:lnTo>
                <a:lnTo>
                  <a:pt x="478267" y="1464908"/>
                </a:lnTo>
                <a:lnTo>
                  <a:pt x="480170" y="1483677"/>
                </a:lnTo>
                <a:lnTo>
                  <a:pt x="482074" y="1501491"/>
                </a:lnTo>
                <a:lnTo>
                  <a:pt x="484612" y="1518988"/>
                </a:lnTo>
                <a:lnTo>
                  <a:pt x="487468" y="1535530"/>
                </a:lnTo>
                <a:lnTo>
                  <a:pt x="490323" y="1552072"/>
                </a:lnTo>
                <a:lnTo>
                  <a:pt x="493179" y="1567660"/>
                </a:lnTo>
                <a:lnTo>
                  <a:pt x="496352" y="1582611"/>
                </a:lnTo>
                <a:lnTo>
                  <a:pt x="500159" y="1597563"/>
                </a:lnTo>
                <a:lnTo>
                  <a:pt x="503649" y="1611560"/>
                </a:lnTo>
                <a:lnTo>
                  <a:pt x="507774" y="1624921"/>
                </a:lnTo>
                <a:lnTo>
                  <a:pt x="511899" y="1637646"/>
                </a:lnTo>
                <a:lnTo>
                  <a:pt x="516341" y="1650052"/>
                </a:lnTo>
                <a:lnTo>
                  <a:pt x="520783" y="1661505"/>
                </a:lnTo>
                <a:lnTo>
                  <a:pt x="525859" y="1672639"/>
                </a:lnTo>
                <a:lnTo>
                  <a:pt x="530936" y="1683137"/>
                </a:lnTo>
                <a:lnTo>
                  <a:pt x="536329" y="1692998"/>
                </a:lnTo>
                <a:lnTo>
                  <a:pt x="541723" y="1702224"/>
                </a:lnTo>
                <a:lnTo>
                  <a:pt x="547752" y="1710813"/>
                </a:lnTo>
                <a:lnTo>
                  <a:pt x="553463" y="1718766"/>
                </a:lnTo>
                <a:lnTo>
                  <a:pt x="559808" y="1726083"/>
                </a:lnTo>
                <a:lnTo>
                  <a:pt x="566154" y="1732763"/>
                </a:lnTo>
                <a:lnTo>
                  <a:pt x="573134" y="1739125"/>
                </a:lnTo>
                <a:lnTo>
                  <a:pt x="580114" y="1744215"/>
                </a:lnTo>
                <a:lnTo>
                  <a:pt x="587412" y="1749305"/>
                </a:lnTo>
                <a:lnTo>
                  <a:pt x="594709" y="1753123"/>
                </a:lnTo>
                <a:lnTo>
                  <a:pt x="594709" y="1499901"/>
                </a:lnTo>
                <a:lnTo>
                  <a:pt x="591537" y="1499264"/>
                </a:lnTo>
                <a:lnTo>
                  <a:pt x="588047" y="1498310"/>
                </a:lnTo>
                <a:lnTo>
                  <a:pt x="584874" y="1497038"/>
                </a:lnTo>
                <a:lnTo>
                  <a:pt x="582018" y="1495765"/>
                </a:lnTo>
                <a:lnTo>
                  <a:pt x="579163" y="1494175"/>
                </a:lnTo>
                <a:lnTo>
                  <a:pt x="576307" y="1491948"/>
                </a:lnTo>
                <a:lnTo>
                  <a:pt x="573769" y="1489721"/>
                </a:lnTo>
                <a:lnTo>
                  <a:pt x="571548" y="1487494"/>
                </a:lnTo>
                <a:lnTo>
                  <a:pt x="569327" y="1484949"/>
                </a:lnTo>
                <a:lnTo>
                  <a:pt x="567106" y="1482404"/>
                </a:lnTo>
                <a:lnTo>
                  <a:pt x="565519" y="1479223"/>
                </a:lnTo>
                <a:lnTo>
                  <a:pt x="564250" y="1476360"/>
                </a:lnTo>
                <a:lnTo>
                  <a:pt x="563298" y="1473179"/>
                </a:lnTo>
                <a:lnTo>
                  <a:pt x="562347" y="1469998"/>
                </a:lnTo>
                <a:lnTo>
                  <a:pt x="562029" y="1466180"/>
                </a:lnTo>
                <a:lnTo>
                  <a:pt x="561712" y="1462999"/>
                </a:lnTo>
                <a:lnTo>
                  <a:pt x="561712" y="1425143"/>
                </a:lnTo>
                <a:lnTo>
                  <a:pt x="562029" y="1421007"/>
                </a:lnTo>
                <a:lnTo>
                  <a:pt x="562664" y="1417508"/>
                </a:lnTo>
                <a:lnTo>
                  <a:pt x="563616" y="1414009"/>
                </a:lnTo>
                <a:lnTo>
                  <a:pt x="564885" y="1410191"/>
                </a:lnTo>
                <a:lnTo>
                  <a:pt x="566154" y="1407010"/>
                </a:lnTo>
                <a:lnTo>
                  <a:pt x="568375" y="1403829"/>
                </a:lnTo>
                <a:lnTo>
                  <a:pt x="570596" y="1400966"/>
                </a:lnTo>
                <a:lnTo>
                  <a:pt x="572817" y="1398103"/>
                </a:lnTo>
                <a:lnTo>
                  <a:pt x="575673" y="1395558"/>
                </a:lnTo>
                <a:lnTo>
                  <a:pt x="578528" y="1393649"/>
                </a:lnTo>
                <a:lnTo>
                  <a:pt x="581701" y="1391741"/>
                </a:lnTo>
                <a:lnTo>
                  <a:pt x="584874" y="1390150"/>
                </a:lnTo>
                <a:lnTo>
                  <a:pt x="588364" y="1388878"/>
                </a:lnTo>
                <a:lnTo>
                  <a:pt x="592171" y="1387605"/>
                </a:lnTo>
                <a:lnTo>
                  <a:pt x="595979" y="1386969"/>
                </a:lnTo>
                <a:lnTo>
                  <a:pt x="599786" y="1386969"/>
                </a:lnTo>
                <a:lnTo>
                  <a:pt x="682597" y="1386969"/>
                </a:lnTo>
                <a:lnTo>
                  <a:pt x="686721" y="1386969"/>
                </a:lnTo>
                <a:lnTo>
                  <a:pt x="690529" y="1387605"/>
                </a:lnTo>
                <a:lnTo>
                  <a:pt x="694019" y="1388878"/>
                </a:lnTo>
                <a:lnTo>
                  <a:pt x="697826" y="1390150"/>
                </a:lnTo>
                <a:lnTo>
                  <a:pt x="700999" y="1391741"/>
                </a:lnTo>
                <a:lnTo>
                  <a:pt x="704172" y="1393649"/>
                </a:lnTo>
                <a:lnTo>
                  <a:pt x="707345" y="1395558"/>
                </a:lnTo>
                <a:lnTo>
                  <a:pt x="709883" y="1398103"/>
                </a:lnTo>
                <a:lnTo>
                  <a:pt x="712104" y="1400966"/>
                </a:lnTo>
                <a:lnTo>
                  <a:pt x="714325" y="1403829"/>
                </a:lnTo>
                <a:lnTo>
                  <a:pt x="716229" y="1407010"/>
                </a:lnTo>
                <a:lnTo>
                  <a:pt x="718132" y="1410191"/>
                </a:lnTo>
                <a:lnTo>
                  <a:pt x="719402" y="1414009"/>
                </a:lnTo>
                <a:lnTo>
                  <a:pt x="720353" y="1417508"/>
                </a:lnTo>
                <a:lnTo>
                  <a:pt x="720671" y="1421007"/>
                </a:lnTo>
                <a:lnTo>
                  <a:pt x="720988" y="1425143"/>
                </a:lnTo>
                <a:lnTo>
                  <a:pt x="720988" y="1462999"/>
                </a:lnTo>
                <a:lnTo>
                  <a:pt x="720988" y="1466180"/>
                </a:lnTo>
                <a:lnTo>
                  <a:pt x="720353" y="1469998"/>
                </a:lnTo>
                <a:lnTo>
                  <a:pt x="719719" y="1473179"/>
                </a:lnTo>
                <a:lnTo>
                  <a:pt x="718450" y="1476360"/>
                </a:lnTo>
                <a:lnTo>
                  <a:pt x="716863" y="1479223"/>
                </a:lnTo>
                <a:lnTo>
                  <a:pt x="715277" y="1482404"/>
                </a:lnTo>
                <a:lnTo>
                  <a:pt x="713373" y="1484949"/>
                </a:lnTo>
                <a:lnTo>
                  <a:pt x="711469" y="1487494"/>
                </a:lnTo>
                <a:lnTo>
                  <a:pt x="708931" y="1489721"/>
                </a:lnTo>
                <a:lnTo>
                  <a:pt x="706710" y="1491948"/>
                </a:lnTo>
                <a:lnTo>
                  <a:pt x="703537" y="1494175"/>
                </a:lnTo>
                <a:lnTo>
                  <a:pt x="700682" y="1495765"/>
                </a:lnTo>
                <a:lnTo>
                  <a:pt x="697826" y="1497038"/>
                </a:lnTo>
                <a:lnTo>
                  <a:pt x="694653" y="1498310"/>
                </a:lnTo>
                <a:lnTo>
                  <a:pt x="691163" y="1499264"/>
                </a:lnTo>
                <a:lnTo>
                  <a:pt x="687991" y="1499901"/>
                </a:lnTo>
                <a:lnTo>
                  <a:pt x="687991" y="1753123"/>
                </a:lnTo>
                <a:lnTo>
                  <a:pt x="695605" y="1749305"/>
                </a:lnTo>
                <a:lnTo>
                  <a:pt x="702586" y="1744215"/>
                </a:lnTo>
                <a:lnTo>
                  <a:pt x="709566" y="1739125"/>
                </a:lnTo>
                <a:lnTo>
                  <a:pt x="716229" y="1732763"/>
                </a:lnTo>
                <a:lnTo>
                  <a:pt x="722892" y="1726083"/>
                </a:lnTo>
                <a:lnTo>
                  <a:pt x="729237" y="1718766"/>
                </a:lnTo>
                <a:lnTo>
                  <a:pt x="734948" y="1710813"/>
                </a:lnTo>
                <a:lnTo>
                  <a:pt x="740977" y="1702224"/>
                </a:lnTo>
                <a:lnTo>
                  <a:pt x="746371" y="1692998"/>
                </a:lnTo>
                <a:lnTo>
                  <a:pt x="751447" y="1683137"/>
                </a:lnTo>
                <a:lnTo>
                  <a:pt x="756841" y="1672639"/>
                </a:lnTo>
                <a:lnTo>
                  <a:pt x="761600" y="1661505"/>
                </a:lnTo>
                <a:lnTo>
                  <a:pt x="766359" y="1650052"/>
                </a:lnTo>
                <a:lnTo>
                  <a:pt x="770801" y="1637646"/>
                </a:lnTo>
                <a:lnTo>
                  <a:pt x="774926" y="1624921"/>
                </a:lnTo>
                <a:lnTo>
                  <a:pt x="779051" y="1611560"/>
                </a:lnTo>
                <a:lnTo>
                  <a:pt x="782541" y="1597563"/>
                </a:lnTo>
                <a:lnTo>
                  <a:pt x="786031" y="1582611"/>
                </a:lnTo>
                <a:lnTo>
                  <a:pt x="789521" y="1567660"/>
                </a:lnTo>
                <a:lnTo>
                  <a:pt x="792377" y="1552072"/>
                </a:lnTo>
                <a:lnTo>
                  <a:pt x="795232" y="1535530"/>
                </a:lnTo>
                <a:lnTo>
                  <a:pt x="797770" y="1518988"/>
                </a:lnTo>
                <a:lnTo>
                  <a:pt x="800626" y="1501491"/>
                </a:lnTo>
                <a:lnTo>
                  <a:pt x="802530" y="1483677"/>
                </a:lnTo>
                <a:lnTo>
                  <a:pt x="804751" y="1464908"/>
                </a:lnTo>
                <a:lnTo>
                  <a:pt x="806337" y="1446139"/>
                </a:lnTo>
                <a:lnTo>
                  <a:pt x="807923" y="1426415"/>
                </a:lnTo>
                <a:lnTo>
                  <a:pt x="809193" y="1406374"/>
                </a:lnTo>
                <a:lnTo>
                  <a:pt x="810779" y="1385696"/>
                </a:lnTo>
                <a:lnTo>
                  <a:pt x="811731" y="1364382"/>
                </a:lnTo>
                <a:lnTo>
                  <a:pt x="812365" y="1343069"/>
                </a:lnTo>
                <a:lnTo>
                  <a:pt x="813000" y="1320800"/>
                </a:lnTo>
                <a:lnTo>
                  <a:pt x="840921" y="1322709"/>
                </a:lnTo>
                <a:lnTo>
                  <a:pt x="866621" y="1324300"/>
                </a:lnTo>
                <a:lnTo>
                  <a:pt x="909771" y="1327481"/>
                </a:lnTo>
                <a:lnTo>
                  <a:pt x="938644" y="1330026"/>
                </a:lnTo>
                <a:lnTo>
                  <a:pt x="948797" y="1330980"/>
                </a:lnTo>
                <a:lnTo>
                  <a:pt x="956729" y="1331298"/>
                </a:lnTo>
                <a:lnTo>
                  <a:pt x="964661" y="1331934"/>
                </a:lnTo>
                <a:lnTo>
                  <a:pt x="972593" y="1332889"/>
                </a:lnTo>
                <a:lnTo>
                  <a:pt x="980208" y="1334161"/>
                </a:lnTo>
                <a:lnTo>
                  <a:pt x="987823" y="1335752"/>
                </a:lnTo>
                <a:lnTo>
                  <a:pt x="995437" y="1337979"/>
                </a:lnTo>
                <a:lnTo>
                  <a:pt x="1002418" y="1340205"/>
                </a:lnTo>
                <a:lnTo>
                  <a:pt x="1009715" y="1343387"/>
                </a:lnTo>
                <a:lnTo>
                  <a:pt x="1016378" y="1346250"/>
                </a:lnTo>
                <a:lnTo>
                  <a:pt x="1023358" y="1349749"/>
                </a:lnTo>
                <a:lnTo>
                  <a:pt x="1030021" y="1353885"/>
                </a:lnTo>
                <a:lnTo>
                  <a:pt x="1036050" y="1357702"/>
                </a:lnTo>
                <a:lnTo>
                  <a:pt x="1042395" y="1361837"/>
                </a:lnTo>
                <a:lnTo>
                  <a:pt x="1048106" y="1366927"/>
                </a:lnTo>
                <a:lnTo>
                  <a:pt x="1053817" y="1371699"/>
                </a:lnTo>
                <a:lnTo>
                  <a:pt x="1059211" y="1377107"/>
                </a:lnTo>
                <a:lnTo>
                  <a:pt x="1064605" y="1382197"/>
                </a:lnTo>
                <a:lnTo>
                  <a:pt x="1069364" y="1388241"/>
                </a:lnTo>
                <a:lnTo>
                  <a:pt x="1073806" y="1393967"/>
                </a:lnTo>
                <a:lnTo>
                  <a:pt x="1078248" y="1400012"/>
                </a:lnTo>
                <a:lnTo>
                  <a:pt x="1082373" y="1406374"/>
                </a:lnTo>
                <a:lnTo>
                  <a:pt x="1085863" y="1413054"/>
                </a:lnTo>
                <a:lnTo>
                  <a:pt x="1089670" y="1419735"/>
                </a:lnTo>
                <a:lnTo>
                  <a:pt x="1092843" y="1426734"/>
                </a:lnTo>
                <a:lnTo>
                  <a:pt x="1095381" y="1433732"/>
                </a:lnTo>
                <a:lnTo>
                  <a:pt x="1097920" y="1441049"/>
                </a:lnTo>
                <a:lnTo>
                  <a:pt x="1100141" y="1448684"/>
                </a:lnTo>
                <a:lnTo>
                  <a:pt x="1101727" y="1456000"/>
                </a:lnTo>
                <a:lnTo>
                  <a:pt x="1103314" y="1463635"/>
                </a:lnTo>
                <a:lnTo>
                  <a:pt x="1104265" y="1471588"/>
                </a:lnTo>
                <a:lnTo>
                  <a:pt x="1104900" y="1479541"/>
                </a:lnTo>
                <a:lnTo>
                  <a:pt x="1104900" y="1487494"/>
                </a:lnTo>
                <a:lnTo>
                  <a:pt x="1104900" y="1686000"/>
                </a:lnTo>
                <a:lnTo>
                  <a:pt x="1104900" y="1690135"/>
                </a:lnTo>
                <a:lnTo>
                  <a:pt x="1104265" y="1693953"/>
                </a:lnTo>
                <a:lnTo>
                  <a:pt x="1103631" y="1697770"/>
                </a:lnTo>
                <a:lnTo>
                  <a:pt x="1102362" y="1701906"/>
                </a:lnTo>
                <a:lnTo>
                  <a:pt x="1101093" y="1705405"/>
                </a:lnTo>
                <a:lnTo>
                  <a:pt x="1099189" y="1709222"/>
                </a:lnTo>
                <a:lnTo>
                  <a:pt x="1096968" y="1713040"/>
                </a:lnTo>
                <a:lnTo>
                  <a:pt x="1094430" y="1716221"/>
                </a:lnTo>
                <a:lnTo>
                  <a:pt x="1091891" y="1719720"/>
                </a:lnTo>
                <a:lnTo>
                  <a:pt x="1089036" y="1722901"/>
                </a:lnTo>
                <a:lnTo>
                  <a:pt x="1085546" y="1726719"/>
                </a:lnTo>
                <a:lnTo>
                  <a:pt x="1082056" y="1729900"/>
                </a:lnTo>
                <a:lnTo>
                  <a:pt x="1078248" y="1732763"/>
                </a:lnTo>
                <a:lnTo>
                  <a:pt x="1074124" y="1736262"/>
                </a:lnTo>
                <a:lnTo>
                  <a:pt x="1069682" y="1739125"/>
                </a:lnTo>
                <a:lnTo>
                  <a:pt x="1065240" y="1741989"/>
                </a:lnTo>
                <a:lnTo>
                  <a:pt x="1055404" y="1748033"/>
                </a:lnTo>
                <a:lnTo>
                  <a:pt x="1044299" y="1753441"/>
                </a:lnTo>
                <a:lnTo>
                  <a:pt x="1032560" y="1758531"/>
                </a:lnTo>
                <a:lnTo>
                  <a:pt x="1019868" y="1763939"/>
                </a:lnTo>
                <a:lnTo>
                  <a:pt x="1005908" y="1768392"/>
                </a:lnTo>
                <a:lnTo>
                  <a:pt x="991630" y="1773164"/>
                </a:lnTo>
                <a:lnTo>
                  <a:pt x="976718" y="1777300"/>
                </a:lnTo>
                <a:lnTo>
                  <a:pt x="960854" y="1781117"/>
                </a:lnTo>
                <a:lnTo>
                  <a:pt x="944038" y="1784934"/>
                </a:lnTo>
                <a:lnTo>
                  <a:pt x="927222" y="1788434"/>
                </a:lnTo>
                <a:lnTo>
                  <a:pt x="909454" y="1791615"/>
                </a:lnTo>
                <a:lnTo>
                  <a:pt x="891369" y="1794796"/>
                </a:lnTo>
                <a:lnTo>
                  <a:pt x="872332" y="1797341"/>
                </a:lnTo>
                <a:lnTo>
                  <a:pt x="853295" y="1799886"/>
                </a:lnTo>
                <a:lnTo>
                  <a:pt x="833941" y="1801795"/>
                </a:lnTo>
                <a:lnTo>
                  <a:pt x="813952" y="1804022"/>
                </a:lnTo>
                <a:lnTo>
                  <a:pt x="793328" y="1805930"/>
                </a:lnTo>
                <a:lnTo>
                  <a:pt x="773022" y="1807203"/>
                </a:lnTo>
                <a:lnTo>
                  <a:pt x="752399" y="1808475"/>
                </a:lnTo>
                <a:lnTo>
                  <a:pt x="731458" y="1809748"/>
                </a:lnTo>
                <a:lnTo>
                  <a:pt x="710200" y="1810384"/>
                </a:lnTo>
                <a:lnTo>
                  <a:pt x="688942" y="1811020"/>
                </a:lnTo>
                <a:lnTo>
                  <a:pt x="667684" y="1811338"/>
                </a:lnTo>
                <a:lnTo>
                  <a:pt x="646427" y="1811338"/>
                </a:lnTo>
                <a:lnTo>
                  <a:pt x="625486" y="1811338"/>
                </a:lnTo>
                <a:lnTo>
                  <a:pt x="603911" y="1811020"/>
                </a:lnTo>
                <a:lnTo>
                  <a:pt x="582653" y="1810384"/>
                </a:lnTo>
                <a:lnTo>
                  <a:pt x="561395" y="1809748"/>
                </a:lnTo>
                <a:lnTo>
                  <a:pt x="540137" y="1808475"/>
                </a:lnTo>
                <a:lnTo>
                  <a:pt x="518879" y="1807203"/>
                </a:lnTo>
                <a:lnTo>
                  <a:pt x="498573" y="1805930"/>
                </a:lnTo>
                <a:lnTo>
                  <a:pt x="477632" y="1804022"/>
                </a:lnTo>
                <a:lnTo>
                  <a:pt x="457326" y="1801795"/>
                </a:lnTo>
                <a:lnTo>
                  <a:pt x="437337" y="1799886"/>
                </a:lnTo>
                <a:lnTo>
                  <a:pt x="417983" y="1797341"/>
                </a:lnTo>
                <a:lnTo>
                  <a:pt x="398629" y="1794796"/>
                </a:lnTo>
                <a:lnTo>
                  <a:pt x="379909" y="1791615"/>
                </a:lnTo>
                <a:lnTo>
                  <a:pt x="361824" y="1788434"/>
                </a:lnTo>
                <a:lnTo>
                  <a:pt x="344056" y="1784934"/>
                </a:lnTo>
                <a:lnTo>
                  <a:pt x="327240" y="1781117"/>
                </a:lnTo>
                <a:lnTo>
                  <a:pt x="310741" y="1777300"/>
                </a:lnTo>
                <a:lnTo>
                  <a:pt x="295195" y="1773164"/>
                </a:lnTo>
                <a:lnTo>
                  <a:pt x="280600" y="1768392"/>
                </a:lnTo>
                <a:lnTo>
                  <a:pt x="266322" y="1763939"/>
                </a:lnTo>
                <a:lnTo>
                  <a:pt x="252996" y="1758531"/>
                </a:lnTo>
                <a:lnTo>
                  <a:pt x="240622" y="1753441"/>
                </a:lnTo>
                <a:lnTo>
                  <a:pt x="229517" y="1748033"/>
                </a:lnTo>
                <a:lnTo>
                  <a:pt x="219047" y="1741989"/>
                </a:lnTo>
                <a:lnTo>
                  <a:pt x="214288" y="1739125"/>
                </a:lnTo>
                <a:lnTo>
                  <a:pt x="209846" y="1736262"/>
                </a:lnTo>
                <a:lnTo>
                  <a:pt x="205404" y="1732763"/>
                </a:lnTo>
                <a:lnTo>
                  <a:pt x="201596" y="1729900"/>
                </a:lnTo>
                <a:lnTo>
                  <a:pt x="198106" y="1726719"/>
                </a:lnTo>
                <a:lnTo>
                  <a:pt x="194299" y="1722901"/>
                </a:lnTo>
                <a:lnTo>
                  <a:pt x="191443" y="1719720"/>
                </a:lnTo>
                <a:lnTo>
                  <a:pt x="188588" y="1716221"/>
                </a:lnTo>
                <a:lnTo>
                  <a:pt x="186367" y="1713040"/>
                </a:lnTo>
                <a:lnTo>
                  <a:pt x="183828" y="1709222"/>
                </a:lnTo>
                <a:lnTo>
                  <a:pt x="181925" y="1705405"/>
                </a:lnTo>
                <a:lnTo>
                  <a:pt x="180338" y="1701906"/>
                </a:lnTo>
                <a:lnTo>
                  <a:pt x="179386" y="1697770"/>
                </a:lnTo>
                <a:lnTo>
                  <a:pt x="178435" y="1693953"/>
                </a:lnTo>
                <a:lnTo>
                  <a:pt x="177800" y="1690135"/>
                </a:lnTo>
                <a:lnTo>
                  <a:pt x="177800" y="1686000"/>
                </a:lnTo>
                <a:lnTo>
                  <a:pt x="177800" y="1487494"/>
                </a:lnTo>
                <a:lnTo>
                  <a:pt x="178117" y="1479541"/>
                </a:lnTo>
                <a:lnTo>
                  <a:pt x="178435" y="1471588"/>
                </a:lnTo>
                <a:lnTo>
                  <a:pt x="179386" y="1463635"/>
                </a:lnTo>
                <a:lnTo>
                  <a:pt x="180973" y="1456000"/>
                </a:lnTo>
                <a:lnTo>
                  <a:pt x="182559" y="1448684"/>
                </a:lnTo>
                <a:lnTo>
                  <a:pt x="184463" y="1441049"/>
                </a:lnTo>
                <a:lnTo>
                  <a:pt x="187318" y="1433732"/>
                </a:lnTo>
                <a:lnTo>
                  <a:pt x="190174" y="1426734"/>
                </a:lnTo>
                <a:lnTo>
                  <a:pt x="193030" y="1419735"/>
                </a:lnTo>
                <a:lnTo>
                  <a:pt x="196520" y="1413054"/>
                </a:lnTo>
                <a:lnTo>
                  <a:pt x="200327" y="1406374"/>
                </a:lnTo>
                <a:lnTo>
                  <a:pt x="204452" y="1400012"/>
                </a:lnTo>
                <a:lnTo>
                  <a:pt x="208576" y="1393967"/>
                </a:lnTo>
                <a:lnTo>
                  <a:pt x="213336" y="1388241"/>
                </a:lnTo>
                <a:lnTo>
                  <a:pt x="218095" y="1382197"/>
                </a:lnTo>
                <a:lnTo>
                  <a:pt x="223489" y="1377107"/>
                </a:lnTo>
                <a:lnTo>
                  <a:pt x="228883" y="1371699"/>
                </a:lnTo>
                <a:lnTo>
                  <a:pt x="234594" y="1366927"/>
                </a:lnTo>
                <a:lnTo>
                  <a:pt x="240305" y="1361837"/>
                </a:lnTo>
                <a:lnTo>
                  <a:pt x="246650" y="1357702"/>
                </a:lnTo>
                <a:lnTo>
                  <a:pt x="252679" y="1353885"/>
                </a:lnTo>
                <a:lnTo>
                  <a:pt x="259659" y="1349749"/>
                </a:lnTo>
                <a:lnTo>
                  <a:pt x="266005" y="1346250"/>
                </a:lnTo>
                <a:lnTo>
                  <a:pt x="272985" y="1343387"/>
                </a:lnTo>
                <a:lnTo>
                  <a:pt x="280282" y="1340205"/>
                </a:lnTo>
                <a:lnTo>
                  <a:pt x="287263" y="1337979"/>
                </a:lnTo>
                <a:lnTo>
                  <a:pt x="294877" y="1335752"/>
                </a:lnTo>
                <a:lnTo>
                  <a:pt x="302492" y="1334161"/>
                </a:lnTo>
                <a:lnTo>
                  <a:pt x="310107" y="1332889"/>
                </a:lnTo>
                <a:lnTo>
                  <a:pt x="318039" y="1331934"/>
                </a:lnTo>
                <a:lnTo>
                  <a:pt x="325971" y="1331298"/>
                </a:lnTo>
                <a:lnTo>
                  <a:pt x="333903" y="1330980"/>
                </a:lnTo>
                <a:lnTo>
                  <a:pt x="344056" y="1330026"/>
                </a:lnTo>
                <a:lnTo>
                  <a:pt x="372929" y="1327481"/>
                </a:lnTo>
                <a:lnTo>
                  <a:pt x="415762" y="1324300"/>
                </a:lnTo>
                <a:lnTo>
                  <a:pt x="441779" y="1322709"/>
                </a:lnTo>
                <a:lnTo>
                  <a:pt x="470017" y="1320800"/>
                </a:lnTo>
                <a:close/>
                <a:moveTo>
                  <a:pt x="1004887" y="995363"/>
                </a:moveTo>
                <a:lnTo>
                  <a:pt x="1176337" y="995363"/>
                </a:lnTo>
                <a:lnTo>
                  <a:pt x="1176337" y="1265238"/>
                </a:lnTo>
                <a:lnTo>
                  <a:pt x="1004887" y="1265238"/>
                </a:lnTo>
                <a:lnTo>
                  <a:pt x="1004887" y="995363"/>
                </a:lnTo>
                <a:close/>
                <a:moveTo>
                  <a:pt x="493561" y="847408"/>
                </a:moveTo>
                <a:lnTo>
                  <a:pt x="491024" y="847726"/>
                </a:lnTo>
                <a:lnTo>
                  <a:pt x="488804" y="848043"/>
                </a:lnTo>
                <a:lnTo>
                  <a:pt x="485950" y="848996"/>
                </a:lnTo>
                <a:lnTo>
                  <a:pt x="483730" y="849948"/>
                </a:lnTo>
                <a:lnTo>
                  <a:pt x="481510" y="851218"/>
                </a:lnTo>
                <a:lnTo>
                  <a:pt x="479290" y="852806"/>
                </a:lnTo>
                <a:lnTo>
                  <a:pt x="475167" y="856933"/>
                </a:lnTo>
                <a:lnTo>
                  <a:pt x="470727" y="861061"/>
                </a:lnTo>
                <a:lnTo>
                  <a:pt x="466604" y="865823"/>
                </a:lnTo>
                <a:lnTo>
                  <a:pt x="462482" y="871221"/>
                </a:lnTo>
                <a:lnTo>
                  <a:pt x="454553" y="882651"/>
                </a:lnTo>
                <a:lnTo>
                  <a:pt x="448527" y="890906"/>
                </a:lnTo>
                <a:lnTo>
                  <a:pt x="442819" y="899478"/>
                </a:lnTo>
                <a:lnTo>
                  <a:pt x="436793" y="908368"/>
                </a:lnTo>
                <a:lnTo>
                  <a:pt x="431402" y="917893"/>
                </a:lnTo>
                <a:lnTo>
                  <a:pt x="429499" y="926783"/>
                </a:lnTo>
                <a:lnTo>
                  <a:pt x="427596" y="935673"/>
                </a:lnTo>
                <a:lnTo>
                  <a:pt x="426010" y="945198"/>
                </a:lnTo>
                <a:lnTo>
                  <a:pt x="424742" y="954406"/>
                </a:lnTo>
                <a:lnTo>
                  <a:pt x="423790" y="963931"/>
                </a:lnTo>
                <a:lnTo>
                  <a:pt x="423156" y="973773"/>
                </a:lnTo>
                <a:lnTo>
                  <a:pt x="422839" y="982981"/>
                </a:lnTo>
                <a:lnTo>
                  <a:pt x="422839" y="992823"/>
                </a:lnTo>
                <a:lnTo>
                  <a:pt x="423156" y="1007111"/>
                </a:lnTo>
                <a:lnTo>
                  <a:pt x="424107" y="1020764"/>
                </a:lnTo>
                <a:lnTo>
                  <a:pt x="426010" y="1034099"/>
                </a:lnTo>
                <a:lnTo>
                  <a:pt x="428547" y="1047434"/>
                </a:lnTo>
                <a:lnTo>
                  <a:pt x="432036" y="1060769"/>
                </a:lnTo>
                <a:lnTo>
                  <a:pt x="435525" y="1073469"/>
                </a:lnTo>
                <a:lnTo>
                  <a:pt x="439965" y="1086169"/>
                </a:lnTo>
                <a:lnTo>
                  <a:pt x="445039" y="1098551"/>
                </a:lnTo>
                <a:lnTo>
                  <a:pt x="450430" y="1110934"/>
                </a:lnTo>
                <a:lnTo>
                  <a:pt x="456456" y="1122999"/>
                </a:lnTo>
                <a:lnTo>
                  <a:pt x="462799" y="1134429"/>
                </a:lnTo>
                <a:lnTo>
                  <a:pt x="469459" y="1145541"/>
                </a:lnTo>
                <a:lnTo>
                  <a:pt x="477070" y="1156019"/>
                </a:lnTo>
                <a:lnTo>
                  <a:pt x="484364" y="1166496"/>
                </a:lnTo>
                <a:lnTo>
                  <a:pt x="492293" y="1176656"/>
                </a:lnTo>
                <a:lnTo>
                  <a:pt x="500539" y="1186181"/>
                </a:lnTo>
                <a:lnTo>
                  <a:pt x="508784" y="1195389"/>
                </a:lnTo>
                <a:lnTo>
                  <a:pt x="517347" y="1204279"/>
                </a:lnTo>
                <a:lnTo>
                  <a:pt x="526227" y="1212216"/>
                </a:lnTo>
                <a:lnTo>
                  <a:pt x="535107" y="1220154"/>
                </a:lnTo>
                <a:lnTo>
                  <a:pt x="543987" y="1227456"/>
                </a:lnTo>
                <a:lnTo>
                  <a:pt x="553184" y="1234124"/>
                </a:lnTo>
                <a:lnTo>
                  <a:pt x="562381" y="1240474"/>
                </a:lnTo>
                <a:lnTo>
                  <a:pt x="571578" y="1245871"/>
                </a:lnTo>
                <a:lnTo>
                  <a:pt x="580775" y="1250951"/>
                </a:lnTo>
                <a:lnTo>
                  <a:pt x="589655" y="1255079"/>
                </a:lnTo>
                <a:lnTo>
                  <a:pt x="598853" y="1258889"/>
                </a:lnTo>
                <a:lnTo>
                  <a:pt x="607732" y="1262381"/>
                </a:lnTo>
                <a:lnTo>
                  <a:pt x="616612" y="1264604"/>
                </a:lnTo>
                <a:lnTo>
                  <a:pt x="624858" y="1266509"/>
                </a:lnTo>
                <a:lnTo>
                  <a:pt x="633421" y="1267461"/>
                </a:lnTo>
                <a:lnTo>
                  <a:pt x="641349" y="1267779"/>
                </a:lnTo>
                <a:lnTo>
                  <a:pt x="649595" y="1267461"/>
                </a:lnTo>
                <a:lnTo>
                  <a:pt x="657524" y="1266509"/>
                </a:lnTo>
                <a:lnTo>
                  <a:pt x="666404" y="1264604"/>
                </a:lnTo>
                <a:lnTo>
                  <a:pt x="674967" y="1262381"/>
                </a:lnTo>
                <a:lnTo>
                  <a:pt x="684164" y="1258889"/>
                </a:lnTo>
                <a:lnTo>
                  <a:pt x="692726" y="1255079"/>
                </a:lnTo>
                <a:lnTo>
                  <a:pt x="701924" y="1250951"/>
                </a:lnTo>
                <a:lnTo>
                  <a:pt x="711121" y="1245871"/>
                </a:lnTo>
                <a:lnTo>
                  <a:pt x="720318" y="1240474"/>
                </a:lnTo>
                <a:lnTo>
                  <a:pt x="729515" y="1234124"/>
                </a:lnTo>
                <a:lnTo>
                  <a:pt x="738395" y="1227456"/>
                </a:lnTo>
                <a:lnTo>
                  <a:pt x="747592" y="1220154"/>
                </a:lnTo>
                <a:lnTo>
                  <a:pt x="756472" y="1212216"/>
                </a:lnTo>
                <a:lnTo>
                  <a:pt x="765352" y="1204279"/>
                </a:lnTo>
                <a:lnTo>
                  <a:pt x="773915" y="1195389"/>
                </a:lnTo>
                <a:lnTo>
                  <a:pt x="782160" y="1186181"/>
                </a:lnTo>
                <a:lnTo>
                  <a:pt x="790406" y="1176656"/>
                </a:lnTo>
                <a:lnTo>
                  <a:pt x="798652" y="1166496"/>
                </a:lnTo>
                <a:lnTo>
                  <a:pt x="805946" y="1156019"/>
                </a:lnTo>
                <a:lnTo>
                  <a:pt x="813240" y="1145541"/>
                </a:lnTo>
                <a:lnTo>
                  <a:pt x="819900" y="1134429"/>
                </a:lnTo>
                <a:lnTo>
                  <a:pt x="826243" y="1122999"/>
                </a:lnTo>
                <a:lnTo>
                  <a:pt x="831952" y="1110934"/>
                </a:lnTo>
                <a:lnTo>
                  <a:pt x="837660" y="1098551"/>
                </a:lnTo>
                <a:lnTo>
                  <a:pt x="842417" y="1086169"/>
                </a:lnTo>
                <a:lnTo>
                  <a:pt x="847174" y="1073469"/>
                </a:lnTo>
                <a:lnTo>
                  <a:pt x="850980" y="1060769"/>
                </a:lnTo>
                <a:lnTo>
                  <a:pt x="853834" y="1047434"/>
                </a:lnTo>
                <a:lnTo>
                  <a:pt x="856689" y="1034099"/>
                </a:lnTo>
                <a:lnTo>
                  <a:pt x="858592" y="1020764"/>
                </a:lnTo>
                <a:lnTo>
                  <a:pt x="859543" y="1007111"/>
                </a:lnTo>
                <a:lnTo>
                  <a:pt x="860177" y="992823"/>
                </a:lnTo>
                <a:lnTo>
                  <a:pt x="859860" y="984886"/>
                </a:lnTo>
                <a:lnTo>
                  <a:pt x="859543" y="976313"/>
                </a:lnTo>
                <a:lnTo>
                  <a:pt x="837343" y="975361"/>
                </a:lnTo>
                <a:lnTo>
                  <a:pt x="814509" y="973773"/>
                </a:lnTo>
                <a:lnTo>
                  <a:pt x="791040" y="970916"/>
                </a:lnTo>
                <a:lnTo>
                  <a:pt x="767255" y="968058"/>
                </a:lnTo>
                <a:lnTo>
                  <a:pt x="743469" y="964566"/>
                </a:lnTo>
                <a:lnTo>
                  <a:pt x="719366" y="960438"/>
                </a:lnTo>
                <a:lnTo>
                  <a:pt x="695898" y="955041"/>
                </a:lnTo>
                <a:lnTo>
                  <a:pt x="684481" y="952501"/>
                </a:lnTo>
                <a:lnTo>
                  <a:pt x="673064" y="949643"/>
                </a:lnTo>
                <a:lnTo>
                  <a:pt x="661964" y="946468"/>
                </a:lnTo>
                <a:lnTo>
                  <a:pt x="651181" y="943293"/>
                </a:lnTo>
                <a:lnTo>
                  <a:pt x="640398" y="940118"/>
                </a:lnTo>
                <a:lnTo>
                  <a:pt x="629932" y="936308"/>
                </a:lnTo>
                <a:lnTo>
                  <a:pt x="620101" y="932816"/>
                </a:lnTo>
                <a:lnTo>
                  <a:pt x="610270" y="929006"/>
                </a:lnTo>
                <a:lnTo>
                  <a:pt x="601073" y="924878"/>
                </a:lnTo>
                <a:lnTo>
                  <a:pt x="592510" y="921068"/>
                </a:lnTo>
                <a:lnTo>
                  <a:pt x="583947" y="916941"/>
                </a:lnTo>
                <a:lnTo>
                  <a:pt x="576018" y="912178"/>
                </a:lnTo>
                <a:lnTo>
                  <a:pt x="568724" y="907733"/>
                </a:lnTo>
                <a:lnTo>
                  <a:pt x="561747" y="903288"/>
                </a:lnTo>
                <a:lnTo>
                  <a:pt x="555404" y="898208"/>
                </a:lnTo>
                <a:lnTo>
                  <a:pt x="550013" y="893128"/>
                </a:lnTo>
                <a:lnTo>
                  <a:pt x="544938" y="887731"/>
                </a:lnTo>
                <a:lnTo>
                  <a:pt x="540498" y="882651"/>
                </a:lnTo>
                <a:lnTo>
                  <a:pt x="536376" y="876936"/>
                </a:lnTo>
                <a:lnTo>
                  <a:pt x="532253" y="872173"/>
                </a:lnTo>
                <a:lnTo>
                  <a:pt x="528447" y="867728"/>
                </a:lnTo>
                <a:lnTo>
                  <a:pt x="524641" y="863601"/>
                </a:lnTo>
                <a:lnTo>
                  <a:pt x="520836" y="860426"/>
                </a:lnTo>
                <a:lnTo>
                  <a:pt x="517347" y="857251"/>
                </a:lnTo>
                <a:lnTo>
                  <a:pt x="514176" y="854393"/>
                </a:lnTo>
                <a:lnTo>
                  <a:pt x="511004" y="852488"/>
                </a:lnTo>
                <a:lnTo>
                  <a:pt x="507833" y="850583"/>
                </a:lnTo>
                <a:lnTo>
                  <a:pt x="504661" y="849313"/>
                </a:lnTo>
                <a:lnTo>
                  <a:pt x="501807" y="848361"/>
                </a:lnTo>
                <a:lnTo>
                  <a:pt x="499270" y="847726"/>
                </a:lnTo>
                <a:lnTo>
                  <a:pt x="496099" y="847408"/>
                </a:lnTo>
                <a:lnTo>
                  <a:pt x="493561" y="847408"/>
                </a:lnTo>
                <a:close/>
                <a:moveTo>
                  <a:pt x="1304925" y="828675"/>
                </a:moveTo>
                <a:lnTo>
                  <a:pt x="1476375" y="828675"/>
                </a:lnTo>
                <a:lnTo>
                  <a:pt x="1476375" y="1252538"/>
                </a:lnTo>
                <a:lnTo>
                  <a:pt x="1304925" y="1252538"/>
                </a:lnTo>
                <a:lnTo>
                  <a:pt x="1304925" y="828675"/>
                </a:lnTo>
                <a:close/>
                <a:moveTo>
                  <a:pt x="634055" y="655638"/>
                </a:moveTo>
                <a:lnTo>
                  <a:pt x="641349" y="655638"/>
                </a:lnTo>
                <a:lnTo>
                  <a:pt x="648644" y="655638"/>
                </a:lnTo>
                <a:lnTo>
                  <a:pt x="655938" y="655956"/>
                </a:lnTo>
                <a:lnTo>
                  <a:pt x="662915" y="656591"/>
                </a:lnTo>
                <a:lnTo>
                  <a:pt x="669892" y="657226"/>
                </a:lnTo>
                <a:lnTo>
                  <a:pt x="677187" y="658178"/>
                </a:lnTo>
                <a:lnTo>
                  <a:pt x="684164" y="659766"/>
                </a:lnTo>
                <a:lnTo>
                  <a:pt x="691141" y="661036"/>
                </a:lnTo>
                <a:lnTo>
                  <a:pt x="698118" y="662623"/>
                </a:lnTo>
                <a:lnTo>
                  <a:pt x="704778" y="664211"/>
                </a:lnTo>
                <a:lnTo>
                  <a:pt x="711438" y="666433"/>
                </a:lnTo>
                <a:lnTo>
                  <a:pt x="718415" y="668338"/>
                </a:lnTo>
                <a:lnTo>
                  <a:pt x="724758" y="670878"/>
                </a:lnTo>
                <a:lnTo>
                  <a:pt x="731418" y="673418"/>
                </a:lnTo>
                <a:lnTo>
                  <a:pt x="737761" y="676276"/>
                </a:lnTo>
                <a:lnTo>
                  <a:pt x="744421" y="679133"/>
                </a:lnTo>
                <a:lnTo>
                  <a:pt x="750446" y="682308"/>
                </a:lnTo>
                <a:lnTo>
                  <a:pt x="763132" y="688976"/>
                </a:lnTo>
                <a:lnTo>
                  <a:pt x="775500" y="696596"/>
                </a:lnTo>
                <a:lnTo>
                  <a:pt x="787235" y="704533"/>
                </a:lnTo>
                <a:lnTo>
                  <a:pt x="798652" y="713423"/>
                </a:lnTo>
                <a:lnTo>
                  <a:pt x="809435" y="722631"/>
                </a:lnTo>
                <a:lnTo>
                  <a:pt x="819900" y="732791"/>
                </a:lnTo>
                <a:lnTo>
                  <a:pt x="830049" y="743586"/>
                </a:lnTo>
                <a:lnTo>
                  <a:pt x="839880" y="754698"/>
                </a:lnTo>
                <a:lnTo>
                  <a:pt x="849394" y="766446"/>
                </a:lnTo>
                <a:lnTo>
                  <a:pt x="858274" y="778511"/>
                </a:lnTo>
                <a:lnTo>
                  <a:pt x="866520" y="791211"/>
                </a:lnTo>
                <a:lnTo>
                  <a:pt x="874449" y="804546"/>
                </a:lnTo>
                <a:lnTo>
                  <a:pt x="881743" y="818198"/>
                </a:lnTo>
                <a:lnTo>
                  <a:pt x="888403" y="832168"/>
                </a:lnTo>
                <a:lnTo>
                  <a:pt x="894746" y="847091"/>
                </a:lnTo>
                <a:lnTo>
                  <a:pt x="900137" y="861696"/>
                </a:lnTo>
                <a:lnTo>
                  <a:pt x="905529" y="876936"/>
                </a:lnTo>
                <a:lnTo>
                  <a:pt x="909651" y="892811"/>
                </a:lnTo>
                <a:lnTo>
                  <a:pt x="913457" y="908686"/>
                </a:lnTo>
                <a:lnTo>
                  <a:pt x="916946" y="924878"/>
                </a:lnTo>
                <a:lnTo>
                  <a:pt x="919166" y="941706"/>
                </a:lnTo>
                <a:lnTo>
                  <a:pt x="921068" y="958533"/>
                </a:lnTo>
                <a:lnTo>
                  <a:pt x="922020" y="975678"/>
                </a:lnTo>
                <a:lnTo>
                  <a:pt x="922337" y="992823"/>
                </a:lnTo>
                <a:lnTo>
                  <a:pt x="922337" y="1002031"/>
                </a:lnTo>
                <a:lnTo>
                  <a:pt x="922020" y="1010921"/>
                </a:lnTo>
                <a:lnTo>
                  <a:pt x="921386" y="1019811"/>
                </a:lnTo>
                <a:lnTo>
                  <a:pt x="920434" y="1028384"/>
                </a:lnTo>
                <a:lnTo>
                  <a:pt x="919483" y="1037274"/>
                </a:lnTo>
                <a:lnTo>
                  <a:pt x="918214" y="1045846"/>
                </a:lnTo>
                <a:lnTo>
                  <a:pt x="916628" y="1054419"/>
                </a:lnTo>
                <a:lnTo>
                  <a:pt x="915043" y="1062674"/>
                </a:lnTo>
                <a:lnTo>
                  <a:pt x="912823" y="1070929"/>
                </a:lnTo>
                <a:lnTo>
                  <a:pt x="910603" y="1079501"/>
                </a:lnTo>
                <a:lnTo>
                  <a:pt x="908383" y="1087756"/>
                </a:lnTo>
                <a:lnTo>
                  <a:pt x="906163" y="1095694"/>
                </a:lnTo>
                <a:lnTo>
                  <a:pt x="903309" y="1103631"/>
                </a:lnTo>
                <a:lnTo>
                  <a:pt x="900137" y="1111569"/>
                </a:lnTo>
                <a:lnTo>
                  <a:pt x="897283" y="1119189"/>
                </a:lnTo>
                <a:lnTo>
                  <a:pt x="894111" y="1126809"/>
                </a:lnTo>
                <a:lnTo>
                  <a:pt x="887134" y="1141731"/>
                </a:lnTo>
                <a:lnTo>
                  <a:pt x="879523" y="1156336"/>
                </a:lnTo>
                <a:lnTo>
                  <a:pt x="871277" y="1170624"/>
                </a:lnTo>
                <a:lnTo>
                  <a:pt x="862714" y="1184276"/>
                </a:lnTo>
                <a:lnTo>
                  <a:pt x="853517" y="1197611"/>
                </a:lnTo>
                <a:lnTo>
                  <a:pt x="843686" y="1209994"/>
                </a:lnTo>
                <a:lnTo>
                  <a:pt x="833854" y="1222376"/>
                </a:lnTo>
                <a:lnTo>
                  <a:pt x="823389" y="1233806"/>
                </a:lnTo>
                <a:lnTo>
                  <a:pt x="812606" y="1244919"/>
                </a:lnTo>
                <a:lnTo>
                  <a:pt x="801823" y="1255396"/>
                </a:lnTo>
                <a:lnTo>
                  <a:pt x="790406" y="1265239"/>
                </a:lnTo>
                <a:lnTo>
                  <a:pt x="778989" y="1274446"/>
                </a:lnTo>
                <a:lnTo>
                  <a:pt x="767255" y="1282701"/>
                </a:lnTo>
                <a:lnTo>
                  <a:pt x="755521" y="1290956"/>
                </a:lnTo>
                <a:lnTo>
                  <a:pt x="743786" y="1298259"/>
                </a:lnTo>
                <a:lnTo>
                  <a:pt x="732052" y="1304609"/>
                </a:lnTo>
                <a:lnTo>
                  <a:pt x="720318" y="1310641"/>
                </a:lnTo>
                <a:lnTo>
                  <a:pt x="708584" y="1315721"/>
                </a:lnTo>
                <a:lnTo>
                  <a:pt x="696849" y="1320166"/>
                </a:lnTo>
                <a:lnTo>
                  <a:pt x="685432" y="1323659"/>
                </a:lnTo>
                <a:lnTo>
                  <a:pt x="674015" y="1326516"/>
                </a:lnTo>
                <a:lnTo>
                  <a:pt x="662915" y="1328421"/>
                </a:lnTo>
                <a:lnTo>
                  <a:pt x="657207" y="1329374"/>
                </a:lnTo>
                <a:lnTo>
                  <a:pt x="652132" y="1329691"/>
                </a:lnTo>
                <a:lnTo>
                  <a:pt x="646424" y="1330009"/>
                </a:lnTo>
                <a:lnTo>
                  <a:pt x="641349" y="1330326"/>
                </a:lnTo>
                <a:lnTo>
                  <a:pt x="635958" y="1330009"/>
                </a:lnTo>
                <a:lnTo>
                  <a:pt x="630884" y="1329691"/>
                </a:lnTo>
                <a:lnTo>
                  <a:pt x="625492" y="1329374"/>
                </a:lnTo>
                <a:lnTo>
                  <a:pt x="620101" y="1328421"/>
                </a:lnTo>
                <a:lnTo>
                  <a:pt x="609001" y="1326516"/>
                </a:lnTo>
                <a:lnTo>
                  <a:pt x="597584" y="1323659"/>
                </a:lnTo>
                <a:lnTo>
                  <a:pt x="585850" y="1320166"/>
                </a:lnTo>
                <a:lnTo>
                  <a:pt x="574433" y="1315721"/>
                </a:lnTo>
                <a:lnTo>
                  <a:pt x="562698" y="1310641"/>
                </a:lnTo>
                <a:lnTo>
                  <a:pt x="550647" y="1304609"/>
                </a:lnTo>
                <a:lnTo>
                  <a:pt x="538913" y="1298259"/>
                </a:lnTo>
                <a:lnTo>
                  <a:pt x="527179" y="1290956"/>
                </a:lnTo>
                <a:lnTo>
                  <a:pt x="515444" y="1282701"/>
                </a:lnTo>
                <a:lnTo>
                  <a:pt x="503710" y="1274446"/>
                </a:lnTo>
                <a:lnTo>
                  <a:pt x="492293" y="1265239"/>
                </a:lnTo>
                <a:lnTo>
                  <a:pt x="481193" y="1255396"/>
                </a:lnTo>
                <a:lnTo>
                  <a:pt x="470093" y="1244919"/>
                </a:lnTo>
                <a:lnTo>
                  <a:pt x="459310" y="1233806"/>
                </a:lnTo>
                <a:lnTo>
                  <a:pt x="448845" y="1222376"/>
                </a:lnTo>
                <a:lnTo>
                  <a:pt x="438696" y="1209994"/>
                </a:lnTo>
                <a:lnTo>
                  <a:pt x="429499" y="1197611"/>
                </a:lnTo>
                <a:lnTo>
                  <a:pt x="419985" y="1184276"/>
                </a:lnTo>
                <a:lnTo>
                  <a:pt x="411422" y="1170624"/>
                </a:lnTo>
                <a:lnTo>
                  <a:pt x="403176" y="1156336"/>
                </a:lnTo>
                <a:lnTo>
                  <a:pt x="395565" y="1141731"/>
                </a:lnTo>
                <a:lnTo>
                  <a:pt x="388588" y="1126809"/>
                </a:lnTo>
                <a:lnTo>
                  <a:pt x="385416" y="1119189"/>
                </a:lnTo>
                <a:lnTo>
                  <a:pt x="382245" y="1111569"/>
                </a:lnTo>
                <a:lnTo>
                  <a:pt x="379390" y="1103631"/>
                </a:lnTo>
                <a:lnTo>
                  <a:pt x="376853" y="1095694"/>
                </a:lnTo>
                <a:lnTo>
                  <a:pt x="374316" y="1087756"/>
                </a:lnTo>
                <a:lnTo>
                  <a:pt x="372096" y="1079501"/>
                </a:lnTo>
                <a:lnTo>
                  <a:pt x="369559" y="1070929"/>
                </a:lnTo>
                <a:lnTo>
                  <a:pt x="367656" y="1062674"/>
                </a:lnTo>
                <a:lnTo>
                  <a:pt x="366071" y="1054419"/>
                </a:lnTo>
                <a:lnTo>
                  <a:pt x="364485" y="1045846"/>
                </a:lnTo>
                <a:lnTo>
                  <a:pt x="363216" y="1037274"/>
                </a:lnTo>
                <a:lnTo>
                  <a:pt x="362265" y="1028384"/>
                </a:lnTo>
                <a:lnTo>
                  <a:pt x="361313" y="1019811"/>
                </a:lnTo>
                <a:lnTo>
                  <a:pt x="360996" y="1010921"/>
                </a:lnTo>
                <a:lnTo>
                  <a:pt x="360362" y="1002031"/>
                </a:lnTo>
                <a:lnTo>
                  <a:pt x="360362" y="992823"/>
                </a:lnTo>
                <a:lnTo>
                  <a:pt x="360679" y="975678"/>
                </a:lnTo>
                <a:lnTo>
                  <a:pt x="361948" y="958533"/>
                </a:lnTo>
                <a:lnTo>
                  <a:pt x="363533" y="941706"/>
                </a:lnTo>
                <a:lnTo>
                  <a:pt x="366071" y="924878"/>
                </a:lnTo>
                <a:lnTo>
                  <a:pt x="368925" y="908686"/>
                </a:lnTo>
                <a:lnTo>
                  <a:pt x="373048" y="892811"/>
                </a:lnTo>
                <a:lnTo>
                  <a:pt x="377171" y="876936"/>
                </a:lnTo>
                <a:lnTo>
                  <a:pt x="382245" y="861696"/>
                </a:lnTo>
                <a:lnTo>
                  <a:pt x="387953" y="847091"/>
                </a:lnTo>
                <a:lnTo>
                  <a:pt x="393979" y="832168"/>
                </a:lnTo>
                <a:lnTo>
                  <a:pt x="400956" y="818198"/>
                </a:lnTo>
                <a:lnTo>
                  <a:pt x="408568" y="804546"/>
                </a:lnTo>
                <a:lnTo>
                  <a:pt x="416179" y="791211"/>
                </a:lnTo>
                <a:lnTo>
                  <a:pt x="424425" y="778511"/>
                </a:lnTo>
                <a:lnTo>
                  <a:pt x="433305" y="766446"/>
                </a:lnTo>
                <a:lnTo>
                  <a:pt x="442819" y="754698"/>
                </a:lnTo>
                <a:lnTo>
                  <a:pt x="452650" y="743586"/>
                </a:lnTo>
                <a:lnTo>
                  <a:pt x="462482" y="732791"/>
                </a:lnTo>
                <a:lnTo>
                  <a:pt x="473264" y="722631"/>
                </a:lnTo>
                <a:lnTo>
                  <a:pt x="484047" y="713423"/>
                </a:lnTo>
                <a:lnTo>
                  <a:pt x="495464" y="704533"/>
                </a:lnTo>
                <a:lnTo>
                  <a:pt x="507516" y="696596"/>
                </a:lnTo>
                <a:lnTo>
                  <a:pt x="519567" y="688976"/>
                </a:lnTo>
                <a:lnTo>
                  <a:pt x="531936" y="682308"/>
                </a:lnTo>
                <a:lnTo>
                  <a:pt x="538278" y="679133"/>
                </a:lnTo>
                <a:lnTo>
                  <a:pt x="544938" y="676276"/>
                </a:lnTo>
                <a:lnTo>
                  <a:pt x="551281" y="673418"/>
                </a:lnTo>
                <a:lnTo>
                  <a:pt x="557941" y="670878"/>
                </a:lnTo>
                <a:lnTo>
                  <a:pt x="564284" y="668338"/>
                </a:lnTo>
                <a:lnTo>
                  <a:pt x="571261" y="666433"/>
                </a:lnTo>
                <a:lnTo>
                  <a:pt x="577921" y="664211"/>
                </a:lnTo>
                <a:lnTo>
                  <a:pt x="584898" y="662623"/>
                </a:lnTo>
                <a:lnTo>
                  <a:pt x="591875" y="661036"/>
                </a:lnTo>
                <a:lnTo>
                  <a:pt x="598535" y="659766"/>
                </a:lnTo>
                <a:lnTo>
                  <a:pt x="605830" y="658178"/>
                </a:lnTo>
                <a:lnTo>
                  <a:pt x="612490" y="657226"/>
                </a:lnTo>
                <a:lnTo>
                  <a:pt x="619784" y="656591"/>
                </a:lnTo>
                <a:lnTo>
                  <a:pt x="627078" y="655956"/>
                </a:lnTo>
                <a:lnTo>
                  <a:pt x="634055" y="655638"/>
                </a:lnTo>
                <a:close/>
                <a:moveTo>
                  <a:pt x="1604962" y="463550"/>
                </a:moveTo>
                <a:lnTo>
                  <a:pt x="1776412" y="463550"/>
                </a:lnTo>
                <a:lnTo>
                  <a:pt x="1776412" y="1252538"/>
                </a:lnTo>
                <a:lnTo>
                  <a:pt x="1604962" y="1252538"/>
                </a:lnTo>
                <a:lnTo>
                  <a:pt x="1604962" y="463550"/>
                </a:lnTo>
                <a:close/>
                <a:moveTo>
                  <a:pt x="0" y="0"/>
                </a:moveTo>
                <a:lnTo>
                  <a:pt x="2125663" y="0"/>
                </a:lnTo>
                <a:lnTo>
                  <a:pt x="2125663" y="171553"/>
                </a:lnTo>
                <a:lnTo>
                  <a:pt x="2039621" y="171553"/>
                </a:lnTo>
                <a:lnTo>
                  <a:pt x="2039621" y="1577975"/>
                </a:lnTo>
                <a:lnTo>
                  <a:pt x="1252220" y="1577975"/>
                </a:lnTo>
                <a:lnTo>
                  <a:pt x="1252220" y="1449310"/>
                </a:lnTo>
                <a:lnTo>
                  <a:pt x="1911033" y="1449310"/>
                </a:lnTo>
                <a:lnTo>
                  <a:pt x="1911033" y="171553"/>
                </a:lnTo>
                <a:lnTo>
                  <a:pt x="195263" y="171553"/>
                </a:lnTo>
                <a:lnTo>
                  <a:pt x="195263" y="1249164"/>
                </a:lnTo>
                <a:lnTo>
                  <a:pt x="66675" y="1249164"/>
                </a:lnTo>
                <a:lnTo>
                  <a:pt x="66675" y="171553"/>
                </a:lnTo>
                <a:lnTo>
                  <a:pt x="0" y="17155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 shape"/>
          <p:cNvSpPr/>
          <p:nvPr/>
        </p:nvSpPr>
        <p:spPr>
          <a:xfrm>
            <a:off x="814990" y="2111127"/>
            <a:ext cx="8684794" cy="861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3777" b="1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谢 谢 大 家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SLIDE_THEME_COLOR" val="tru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286</Words>
  <Application>Microsoft Office PowerPoint</Application>
  <PresentationFormat>自定义</PresentationFormat>
  <Paragraphs>36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宋体</vt:lpstr>
      <vt:lpstr>微软雅黑</vt:lpstr>
      <vt:lpstr>新宋体</vt:lpstr>
      <vt:lpstr>Arial</vt:lpstr>
      <vt:lpstr>Calibri</vt:lpstr>
      <vt:lpstr>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Windows 用户</dc:creator>
  <cp:lastModifiedBy>samuche@qq.com</cp:lastModifiedBy>
  <cp:revision>325</cp:revision>
  <dcterms:created xsi:type="dcterms:W3CDTF">2016-04-25T01:13:00Z</dcterms:created>
  <dcterms:modified xsi:type="dcterms:W3CDTF">2024-10-24T09:59:44Z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2052-10.1.0.7578</vt:lpwstr>
  </property>
</Properties>
</file>