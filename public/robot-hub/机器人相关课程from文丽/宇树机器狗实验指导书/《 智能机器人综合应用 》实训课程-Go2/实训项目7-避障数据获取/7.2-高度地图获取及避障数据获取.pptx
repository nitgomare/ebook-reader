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1.xml" ContentType="application/vnd.openxmlformats-officedocument.presentationml.tags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2"/>
  </p:notesMasterIdLst>
  <p:sldIdLst>
    <p:sldId id="11090117" r:id="rId3"/>
    <p:sldId id="272" r:id="rId4"/>
    <p:sldId id="11090138" r:id="rId5"/>
    <p:sldId id="11090140" r:id="rId6"/>
    <p:sldId id="11090141" r:id="rId7"/>
    <p:sldId id="11090143" r:id="rId8"/>
    <p:sldId id="11090142" r:id="rId9"/>
    <p:sldId id="11090145" r:id="rId10"/>
    <p:sldId id="11090146" r:id="rId11"/>
    <p:sldId id="11090147" r:id="rId12"/>
    <p:sldId id="11090148" r:id="rId13"/>
    <p:sldId id="11090154" r:id="rId14"/>
    <p:sldId id="11090149" r:id="rId15"/>
    <p:sldId id="11090150" r:id="rId16"/>
    <p:sldId id="11090151" r:id="rId17"/>
    <p:sldId id="11090152" r:id="rId18"/>
    <p:sldId id="11090153" r:id="rId19"/>
    <p:sldId id="273" r:id="rId20"/>
    <p:sldId id="288" r:id="rId21"/>
  </p:sldIdLst>
  <p:sldSz cx="10260013" cy="539591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63">
          <p15:clr>
            <a:srgbClr val="A4A3A4"/>
          </p15:clr>
        </p15:guide>
        <p15:guide id="2" pos="3245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王倩倩" initials="Wqq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8ED5"/>
    <a:srgbClr val="F2F2F2"/>
    <a:srgbClr val="7DCDFF"/>
    <a:srgbClr val="9BD9FF"/>
    <a:srgbClr val="8AE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>
      <p:cViewPr varScale="1">
        <p:scale>
          <a:sx n="111" d="100"/>
          <a:sy n="111" d="100"/>
        </p:scale>
        <p:origin x="82" y="125"/>
      </p:cViewPr>
      <p:guideLst>
        <p:guide orient="horz" pos="1763"/>
        <p:guide pos="324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FEC91-376F-4B3F-A168-65C97BFAF660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69863" y="685800"/>
            <a:ext cx="65182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528F52-921D-4B5E-90E1-89DF6F6F587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28F52-921D-4B5E-90E1-89DF6F6F587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48165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28F52-921D-4B5E-90E1-89DF6F6F587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20081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28F52-921D-4B5E-90E1-89DF6F6F587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4063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28F52-921D-4B5E-90E1-89DF6F6F587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4571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28F52-921D-4B5E-90E1-89DF6F6F587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82891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28F52-921D-4B5E-90E1-89DF6F6F587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24826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28F52-921D-4B5E-90E1-89DF6F6F587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98987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28F52-921D-4B5E-90E1-89DF6F6F587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84743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28F52-921D-4B5E-90E1-89DF6F6F587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13363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28F52-921D-4B5E-90E1-89DF6F6F587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16632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28F52-921D-4B5E-90E1-89DF6F6F587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52516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28F52-921D-4B5E-90E1-89DF6F6F587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20750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28F52-921D-4B5E-90E1-89DF6F6F587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62457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28F52-921D-4B5E-90E1-89DF6F6F587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1738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28F52-921D-4B5E-90E1-89DF6F6F587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58216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9501" y="1676384"/>
            <a:ext cx="8721013" cy="115673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39002" y="3057965"/>
            <a:ext cx="7182011" cy="137908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600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194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7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4389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989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158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518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8778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0471" y="3467692"/>
            <a:ext cx="8721013" cy="1071787"/>
          </a:xfrm>
        </p:spPr>
        <p:txBody>
          <a:bodyPr anchor="t"/>
          <a:lstStyle>
            <a:lvl1pPr algn="l">
              <a:defRPr sz="3150" b="1" cap="all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0471" y="2287228"/>
            <a:ext cx="8721013" cy="1180464"/>
          </a:xfrm>
        </p:spPr>
        <p:txBody>
          <a:bodyPr anchor="b"/>
          <a:lstStyle>
            <a:lvl1pPr marL="0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1pPr>
            <a:lvl2pPr marL="360045" indent="0">
              <a:buNone/>
              <a:defRPr sz="1415">
                <a:solidFill>
                  <a:schemeClr val="tx1">
                    <a:tint val="75000"/>
                  </a:schemeClr>
                </a:solidFill>
              </a:defRPr>
            </a:lvl2pPr>
            <a:lvl3pPr marL="71945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3pPr>
            <a:lvl4pPr marL="1079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43891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9895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15836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51841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87782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13001" y="1259162"/>
            <a:ext cx="4531507" cy="3561380"/>
          </a:xfrm>
        </p:spPr>
        <p:txBody>
          <a:bodyPr/>
          <a:lstStyle>
            <a:lvl1pPr>
              <a:defRPr sz="2205"/>
            </a:lvl1pPr>
            <a:lvl2pPr>
              <a:defRPr sz="1890"/>
            </a:lvl2pPr>
            <a:lvl3pPr>
              <a:defRPr sz="1575"/>
            </a:lvl3pPr>
            <a:lvl4pPr>
              <a:defRPr sz="1415"/>
            </a:lvl4pPr>
            <a:lvl5pPr>
              <a:defRPr sz="1415"/>
            </a:lvl5pPr>
            <a:lvl6pPr>
              <a:defRPr sz="1415"/>
            </a:lvl6pPr>
            <a:lvl7pPr>
              <a:defRPr sz="1415"/>
            </a:lvl7pPr>
            <a:lvl8pPr>
              <a:defRPr sz="1415"/>
            </a:lvl8pPr>
            <a:lvl9pPr>
              <a:defRPr sz="141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15508" y="1259162"/>
            <a:ext cx="4531507" cy="3561380"/>
          </a:xfrm>
        </p:spPr>
        <p:txBody>
          <a:bodyPr/>
          <a:lstStyle>
            <a:lvl1pPr>
              <a:defRPr sz="2205"/>
            </a:lvl1pPr>
            <a:lvl2pPr>
              <a:defRPr sz="1890"/>
            </a:lvl2pPr>
            <a:lvl3pPr>
              <a:defRPr sz="1575"/>
            </a:lvl3pPr>
            <a:lvl4pPr>
              <a:defRPr sz="1415"/>
            </a:lvl4pPr>
            <a:lvl5pPr>
              <a:defRPr sz="1415"/>
            </a:lvl5pPr>
            <a:lvl6pPr>
              <a:defRPr sz="1415"/>
            </a:lvl6pPr>
            <a:lvl7pPr>
              <a:defRPr sz="1415"/>
            </a:lvl7pPr>
            <a:lvl8pPr>
              <a:defRPr sz="1415"/>
            </a:lvl8pPr>
            <a:lvl9pPr>
              <a:defRPr sz="141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3001" y="1207946"/>
            <a:ext cx="4533289" cy="503415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19455" indent="0">
              <a:buNone/>
              <a:defRPr sz="1415" b="1"/>
            </a:lvl3pPr>
            <a:lvl4pPr marL="1079500" indent="0">
              <a:buNone/>
              <a:defRPr sz="1260" b="1"/>
            </a:lvl4pPr>
            <a:lvl5pPr marL="1438910" indent="0">
              <a:buNone/>
              <a:defRPr sz="1260" b="1"/>
            </a:lvl5pPr>
            <a:lvl6pPr marL="1798955" indent="0">
              <a:buNone/>
              <a:defRPr sz="1260" b="1"/>
            </a:lvl6pPr>
            <a:lvl7pPr marL="2158365" indent="0">
              <a:buNone/>
              <a:defRPr sz="1260" b="1"/>
            </a:lvl7pPr>
            <a:lvl8pPr marL="2518410" indent="0">
              <a:buNone/>
              <a:defRPr sz="1260" b="1"/>
            </a:lvl8pPr>
            <a:lvl9pPr marL="287782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3001" y="1711361"/>
            <a:ext cx="4533289" cy="3109181"/>
          </a:xfrm>
        </p:spPr>
        <p:txBody>
          <a:bodyPr/>
          <a:lstStyle>
            <a:lvl1pPr>
              <a:defRPr sz="1890"/>
            </a:lvl1pPr>
            <a:lvl2pPr>
              <a:defRPr sz="1575"/>
            </a:lvl2pPr>
            <a:lvl3pPr>
              <a:defRPr sz="1415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211945" y="1207946"/>
            <a:ext cx="4535069" cy="503415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19455" indent="0">
              <a:buNone/>
              <a:defRPr sz="1415" b="1"/>
            </a:lvl3pPr>
            <a:lvl4pPr marL="1079500" indent="0">
              <a:buNone/>
              <a:defRPr sz="1260" b="1"/>
            </a:lvl4pPr>
            <a:lvl5pPr marL="1438910" indent="0">
              <a:buNone/>
              <a:defRPr sz="1260" b="1"/>
            </a:lvl5pPr>
            <a:lvl6pPr marL="1798955" indent="0">
              <a:buNone/>
              <a:defRPr sz="1260" b="1"/>
            </a:lvl6pPr>
            <a:lvl7pPr marL="2158365" indent="0">
              <a:buNone/>
              <a:defRPr sz="1260" b="1"/>
            </a:lvl7pPr>
            <a:lvl8pPr marL="2518410" indent="0">
              <a:buNone/>
              <a:defRPr sz="1260" b="1"/>
            </a:lvl8pPr>
            <a:lvl9pPr marL="287782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211945" y="1711361"/>
            <a:ext cx="4535069" cy="3109181"/>
          </a:xfrm>
        </p:spPr>
        <p:txBody>
          <a:bodyPr/>
          <a:lstStyle>
            <a:lvl1pPr>
              <a:defRPr sz="1890"/>
            </a:lvl1pPr>
            <a:lvl2pPr>
              <a:defRPr sz="1575"/>
            </a:lvl2pPr>
            <a:lvl3pPr>
              <a:defRPr sz="1415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3001" y="214857"/>
            <a:ext cx="3375474" cy="914391"/>
          </a:xfrm>
        </p:spPr>
        <p:txBody>
          <a:bodyPr anchor="b"/>
          <a:lstStyle>
            <a:lvl1pPr algn="l">
              <a:defRPr sz="157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11381" y="214857"/>
            <a:ext cx="5735634" cy="4605685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13001" y="1129248"/>
            <a:ext cx="3375474" cy="3691293"/>
          </a:xfrm>
        </p:spPr>
        <p:txBody>
          <a:bodyPr/>
          <a:lstStyle>
            <a:lvl1pPr marL="0" indent="0">
              <a:buNone/>
              <a:defRPr sz="1100"/>
            </a:lvl1pPr>
            <a:lvl2pPr marL="360045" indent="0">
              <a:buNone/>
              <a:defRPr sz="945"/>
            </a:lvl2pPr>
            <a:lvl3pPr marL="719455" indent="0">
              <a:buNone/>
              <a:defRPr sz="785"/>
            </a:lvl3pPr>
            <a:lvl4pPr marL="1079500" indent="0">
              <a:buNone/>
              <a:defRPr sz="710"/>
            </a:lvl4pPr>
            <a:lvl5pPr marL="1438910" indent="0">
              <a:buNone/>
              <a:defRPr sz="710"/>
            </a:lvl5pPr>
            <a:lvl6pPr marL="1798955" indent="0">
              <a:buNone/>
              <a:defRPr sz="710"/>
            </a:lvl6pPr>
            <a:lvl7pPr marL="2158365" indent="0">
              <a:buNone/>
              <a:defRPr sz="710"/>
            </a:lvl7pPr>
            <a:lvl8pPr marL="2518410" indent="0">
              <a:buNone/>
              <a:defRPr sz="710"/>
            </a:lvl8pPr>
            <a:lvl9pPr marL="2877820" indent="0">
              <a:buNone/>
              <a:defRPr sz="7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11035" y="3777486"/>
            <a:ext cx="6156009" cy="445954"/>
          </a:xfrm>
        </p:spPr>
        <p:txBody>
          <a:bodyPr anchor="b"/>
          <a:lstStyle>
            <a:lvl1pPr algn="l">
              <a:defRPr sz="157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011035" y="482179"/>
            <a:ext cx="6156009" cy="3237845"/>
          </a:xfrm>
        </p:spPr>
        <p:txBody>
          <a:bodyPr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19455" indent="0">
              <a:buNone/>
              <a:defRPr sz="1890"/>
            </a:lvl3pPr>
            <a:lvl4pPr marL="1079500" indent="0">
              <a:buNone/>
              <a:defRPr sz="1575"/>
            </a:lvl4pPr>
            <a:lvl5pPr marL="1438910" indent="0">
              <a:buNone/>
              <a:defRPr sz="1575"/>
            </a:lvl5pPr>
            <a:lvl6pPr marL="1798955" indent="0">
              <a:buNone/>
              <a:defRPr sz="1575"/>
            </a:lvl6pPr>
            <a:lvl7pPr marL="2158365" indent="0">
              <a:buNone/>
              <a:defRPr sz="1575"/>
            </a:lvl7pPr>
            <a:lvl8pPr marL="2518410" indent="0">
              <a:buNone/>
              <a:defRPr sz="1575"/>
            </a:lvl8pPr>
            <a:lvl9pPr marL="2877820" indent="0">
              <a:buNone/>
              <a:defRPr sz="157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011035" y="4223439"/>
            <a:ext cx="6156009" cy="633328"/>
          </a:xfrm>
        </p:spPr>
        <p:txBody>
          <a:bodyPr/>
          <a:lstStyle>
            <a:lvl1pPr marL="0" indent="0">
              <a:buNone/>
              <a:defRPr sz="1100"/>
            </a:lvl1pPr>
            <a:lvl2pPr marL="360045" indent="0">
              <a:buNone/>
              <a:defRPr sz="945"/>
            </a:lvl2pPr>
            <a:lvl3pPr marL="719455" indent="0">
              <a:buNone/>
              <a:defRPr sz="785"/>
            </a:lvl3pPr>
            <a:lvl4pPr marL="1079500" indent="0">
              <a:buNone/>
              <a:defRPr sz="710"/>
            </a:lvl4pPr>
            <a:lvl5pPr marL="1438910" indent="0">
              <a:buNone/>
              <a:defRPr sz="710"/>
            </a:lvl5pPr>
            <a:lvl6pPr marL="1798955" indent="0">
              <a:buNone/>
              <a:defRPr sz="710"/>
            </a:lvl6pPr>
            <a:lvl7pPr marL="2158365" indent="0">
              <a:buNone/>
              <a:defRPr sz="710"/>
            </a:lvl7pPr>
            <a:lvl8pPr marL="2518410" indent="0">
              <a:buNone/>
              <a:defRPr sz="710"/>
            </a:lvl8pPr>
            <a:lvl9pPr marL="2877820" indent="0">
              <a:buNone/>
              <a:defRPr sz="7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438511" y="216107"/>
            <a:ext cx="2308504" cy="460443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13001" y="216107"/>
            <a:ext cx="6754510" cy="460443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9938" y="1676400"/>
            <a:ext cx="8720137" cy="11557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38288" y="3057525"/>
            <a:ext cx="7183437" cy="137953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1213" y="3467100"/>
            <a:ext cx="8720137" cy="10715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1213" y="2287588"/>
            <a:ext cx="8720137" cy="1179512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12763" y="1258888"/>
            <a:ext cx="4540250" cy="3560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05413" y="1258888"/>
            <a:ext cx="4541837" cy="3560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2763" y="1208088"/>
            <a:ext cx="4533900" cy="5032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2763" y="1711325"/>
            <a:ext cx="4533900" cy="3108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211763" y="1208088"/>
            <a:ext cx="4535487" cy="5032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211763" y="1711325"/>
            <a:ext cx="4535487" cy="3108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2763" y="214313"/>
            <a:ext cx="3375025" cy="914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11613" y="214313"/>
            <a:ext cx="5735637" cy="46053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12763" y="1128713"/>
            <a:ext cx="3375025" cy="369093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11363" y="3776663"/>
            <a:ext cx="6156325" cy="4460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011363" y="482600"/>
            <a:ext cx="6156325" cy="32369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011363" y="4222750"/>
            <a:ext cx="6156325" cy="6334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439025" y="215900"/>
            <a:ext cx="2308225" cy="46037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12763" y="215900"/>
            <a:ext cx="6773862" cy="46037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0" y="321692"/>
            <a:ext cx="10260016" cy="72008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3001" y="1259162"/>
            <a:ext cx="9234014" cy="3561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13001" y="5001671"/>
            <a:ext cx="2394004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05505" y="5001671"/>
            <a:ext cx="3249005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353011" y="5001671"/>
            <a:ext cx="2394004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  <p:sp useBgFill="1">
        <p:nvSpPr>
          <p:cNvPr id="8" name="文本框 7">
            <a:extLst>
              <a:ext uri="{FF2B5EF4-FFF2-40B4-BE49-F238E27FC236}">
                <a16:creationId xmlns:a16="http://schemas.microsoft.com/office/drawing/2014/main" id="{8728A5C7-AA7F-A164-FCAC-3453DE86B87E}"/>
              </a:ext>
            </a:extLst>
          </p:cNvPr>
          <p:cNvSpPr txBox="1"/>
          <p:nvPr userDrawn="1"/>
        </p:nvSpPr>
        <p:spPr>
          <a:xfrm>
            <a:off x="7942603" y="5002212"/>
            <a:ext cx="2083947" cy="2616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r"/>
            <a:r>
              <a:rPr lang="en-US" altLang="zh-CN" sz="1100" b="1" dirty="0">
                <a:solidFill>
                  <a:srgbClr val="6B7F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UNITREE</a:t>
            </a:r>
            <a:r>
              <a:rPr lang="en-US" altLang="zh-CN" sz="1100" b="1" dirty="0">
                <a:solidFill>
                  <a:srgbClr val="556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 </a:t>
            </a:r>
            <a:r>
              <a:rPr lang="en-US" altLang="zh-CN" sz="1100" b="1" dirty="0">
                <a:solidFill>
                  <a:srgbClr val="9FA8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ROBOTICS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19455" rtl="0" eaLnBrk="1" latinLnBrk="0" hangingPunct="1">
        <a:spcBef>
          <a:spcPct val="0"/>
        </a:spcBef>
        <a:buNone/>
        <a:defRPr sz="2800" b="0" kern="1200">
          <a:solidFill>
            <a:schemeClr val="tx1"/>
          </a:solidFill>
          <a:latin typeface="新宋体" panose="02010609030101010101" pitchFamily="49" charset="-122"/>
          <a:ea typeface="新宋体" panose="02010609030101010101" pitchFamily="49" charset="-122"/>
          <a:cs typeface="+mj-cs"/>
        </a:defRPr>
      </a:lvl1pPr>
    </p:titleStyle>
    <p:bodyStyle>
      <a:lvl1pPr marL="269875" indent="-26924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584835" indent="-224155" algn="l" defTabSz="719455" rtl="0" eaLnBrk="1" latinLnBrk="0" hangingPunct="1">
        <a:spcBef>
          <a:spcPts val="75"/>
        </a:spcBef>
        <a:buFont typeface="Arial" panose="020B0604020202020204" pitchFamily="34" charset="0"/>
        <a:buChar char="–"/>
        <a:defRPr sz="2205" kern="1200">
          <a:solidFill>
            <a:schemeClr val="tx1"/>
          </a:solidFill>
          <a:latin typeface="+mn-lt"/>
          <a:ea typeface="+mn-ea"/>
          <a:cs typeface="+mn-cs"/>
        </a:defRPr>
      </a:lvl2pPr>
      <a:lvl3pPr marL="8991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25920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–"/>
        <a:defRPr sz="1575" kern="1200">
          <a:solidFill>
            <a:schemeClr val="tx1"/>
          </a:solidFill>
          <a:latin typeface="+mn-lt"/>
          <a:ea typeface="+mn-ea"/>
          <a:cs typeface="+mn-cs"/>
        </a:defRPr>
      </a:lvl4pPr>
      <a:lvl5pPr marL="161861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»"/>
        <a:defRPr sz="1575" kern="1200">
          <a:solidFill>
            <a:schemeClr val="tx1"/>
          </a:solidFill>
          <a:latin typeface="+mn-lt"/>
          <a:ea typeface="+mn-ea"/>
          <a:cs typeface="+mn-cs"/>
        </a:defRPr>
      </a:lvl5pPr>
      <a:lvl6pPr marL="19786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6pPr>
      <a:lvl7pPr marL="233870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7pPr>
      <a:lvl8pPr marL="269811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8pPr>
      <a:lvl9pPr marL="30581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2pPr>
      <a:lvl3pPr marL="71945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3pPr>
      <a:lvl4pPr marL="107950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4pPr>
      <a:lvl5pPr marL="143891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5pPr>
      <a:lvl6pPr marL="179895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6pPr>
      <a:lvl7pPr marL="215836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7pPr>
      <a:lvl8pPr marL="251841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8pPr>
      <a:lvl9pPr marL="287782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12763" y="215900"/>
            <a:ext cx="9234487" cy="900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2763" y="1258888"/>
            <a:ext cx="9234487" cy="3560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12763" y="5000625"/>
            <a:ext cx="2393950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05200" y="5000625"/>
            <a:ext cx="3249613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353300" y="5000625"/>
            <a:ext cx="2393950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60268" y="1400137"/>
            <a:ext cx="5069080" cy="3234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719450">
              <a:lnSpc>
                <a:spcPct val="120000"/>
              </a:lnSpc>
              <a:defRPr/>
            </a:pPr>
            <a:r>
              <a:rPr lang="zh-CN" altLang="en-US" sz="3462" b="1" dirty="0">
                <a:solidFill>
                  <a:srgbClr val="111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智能机器人综合应用开发</a:t>
            </a:r>
          </a:p>
          <a:p>
            <a:pPr algn="r" defTabSz="719450">
              <a:lnSpc>
                <a:spcPct val="120000"/>
              </a:lnSpc>
              <a:defRPr/>
            </a:pP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项目</a:t>
            </a:r>
            <a:r>
              <a:rPr lang="en-US" altLang="zh-CN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7 </a:t>
            </a: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避障数据获取</a:t>
            </a:r>
            <a:endParaRPr lang="en-US" altLang="zh-CN" sz="3462" b="1" dirty="0">
              <a:solidFill>
                <a:srgbClr val="4A7D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</a:endParaRPr>
          </a:p>
          <a:p>
            <a:pPr algn="r" defTabSz="719450">
              <a:lnSpc>
                <a:spcPct val="120000"/>
              </a:lnSpc>
              <a:defRPr/>
            </a:pPr>
            <a:r>
              <a:rPr lang="en-US" altLang="zh-CN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7.2</a:t>
            </a: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高度地图获取</a:t>
            </a:r>
            <a:endParaRPr lang="en-US" altLang="zh-CN" sz="3462" b="1" dirty="0">
              <a:solidFill>
                <a:srgbClr val="4A7D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</a:endParaRPr>
          </a:p>
          <a:p>
            <a:pPr algn="r" defTabSz="719450">
              <a:lnSpc>
                <a:spcPct val="120000"/>
              </a:lnSpc>
              <a:defRPr/>
            </a:pP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及避障数据获取</a:t>
            </a:r>
            <a:endParaRPr lang="en-US" altLang="zh-CN" sz="3462" b="1" dirty="0">
              <a:solidFill>
                <a:srgbClr val="4A7D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</a:endParaRPr>
          </a:p>
          <a:p>
            <a:pPr algn="r" defTabSz="719450">
              <a:lnSpc>
                <a:spcPct val="120000"/>
              </a:lnSpc>
              <a:defRPr/>
            </a:pPr>
            <a:endParaRPr lang="en-US" altLang="zh-CN" sz="3462" b="1" dirty="0">
              <a:solidFill>
                <a:srgbClr val="4A7D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13A6D61-42CD-A04D-E161-9B1239954440}"/>
              </a:ext>
            </a:extLst>
          </p:cNvPr>
          <p:cNvSpPr txBox="1"/>
          <p:nvPr/>
        </p:nvSpPr>
        <p:spPr>
          <a:xfrm>
            <a:off x="669716" y="3923203"/>
            <a:ext cx="2507098" cy="376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719450">
              <a:lnSpc>
                <a:spcPct val="130000"/>
              </a:lnSpc>
              <a:defRPr/>
            </a:pPr>
            <a:r>
              <a:rPr lang="zh-CN" altLang="en-US" sz="1574" b="1" spc="236" dirty="0">
                <a:solidFill>
                  <a:srgbClr val="6C6F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rPr>
              <a:t>杭州宇树科技有限公司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A1FD3A6-2E81-E3C7-3146-C656DBCD95C4}"/>
              </a:ext>
            </a:extLst>
          </p:cNvPr>
          <p:cNvSpPr txBox="1"/>
          <p:nvPr/>
        </p:nvSpPr>
        <p:spPr>
          <a:xfrm>
            <a:off x="732982" y="4329979"/>
            <a:ext cx="4796367" cy="50257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719450">
              <a:lnSpc>
                <a:spcPct val="150000"/>
              </a:lnSpc>
              <a:defRPr/>
            </a:pPr>
            <a:r>
              <a:rPr lang="zh-CN" altLang="en-US" sz="944" dirty="0">
                <a:solidFill>
                  <a:srgbClr val="9FA1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请访问宇树科技官网了解更多产品相关条款与政策，请遵守各地区法律法规</a:t>
            </a:r>
            <a:endParaRPr lang="en-US" altLang="zh-CN" sz="944" dirty="0">
              <a:solidFill>
                <a:srgbClr val="9FA1B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719450">
              <a:lnSpc>
                <a:spcPct val="150000"/>
              </a:lnSpc>
              <a:defRPr/>
            </a:pPr>
            <a:r>
              <a:rPr lang="zh-CN" altLang="en-US" sz="944" dirty="0">
                <a:solidFill>
                  <a:srgbClr val="9FA1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请各位用户不要危险性改造和使用机器人</a:t>
            </a:r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4323EC7C-E2EB-396A-A105-F0AD424033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0815" y="318392"/>
            <a:ext cx="2137762" cy="41687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BABD9FD-A287-2664-4A97-37BDB8E5F2E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89" t="20573"/>
          <a:stretch/>
        </p:blipFill>
        <p:spPr>
          <a:xfrm>
            <a:off x="5564153" y="1006796"/>
            <a:ext cx="6088898" cy="4436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177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内容占位符 2"/>
          <p:cNvSpPr txBox="1"/>
          <p:nvPr/>
        </p:nvSpPr>
        <p:spPr>
          <a:xfrm>
            <a:off x="2247265" y="1878965"/>
            <a:ext cx="7021195" cy="92710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掌握高度地图的获取方法</a:t>
            </a:r>
            <a:r>
              <a:rPr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800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827780" y="261620"/>
            <a:ext cx="23050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教学目标</a:t>
            </a:r>
          </a:p>
        </p:txBody>
      </p:sp>
      <p:sp>
        <p:nvSpPr>
          <p:cNvPr id="6" name="Freeform 12"/>
          <p:cNvSpPr/>
          <p:nvPr/>
        </p:nvSpPr>
        <p:spPr bwMode="auto">
          <a:xfrm>
            <a:off x="957634" y="1348465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9BD9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Freeform 12"/>
          <p:cNvSpPr/>
          <p:nvPr/>
        </p:nvSpPr>
        <p:spPr bwMode="auto">
          <a:xfrm flipH="1" flipV="1">
            <a:off x="8384474" y="3715736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9BD9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718945" y="1937385"/>
            <a:ext cx="341630" cy="348615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/>
              <a:t>1</a:t>
            </a:r>
          </a:p>
        </p:txBody>
      </p:sp>
      <p:sp>
        <p:nvSpPr>
          <p:cNvPr id="13" name="矩形 12"/>
          <p:cNvSpPr/>
          <p:nvPr/>
        </p:nvSpPr>
        <p:spPr>
          <a:xfrm>
            <a:off x="1718945" y="3079750"/>
            <a:ext cx="341630" cy="348615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/>
              <a:t>2</a:t>
            </a:r>
          </a:p>
        </p:txBody>
      </p:sp>
      <p:sp>
        <p:nvSpPr>
          <p:cNvPr id="20" name="内容占位符 2"/>
          <p:cNvSpPr txBox="1"/>
          <p:nvPr/>
        </p:nvSpPr>
        <p:spPr>
          <a:xfrm>
            <a:off x="2247265" y="3086100"/>
            <a:ext cx="4610933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掌握避障地图的获取方法</a:t>
            </a:r>
            <a:r>
              <a:rPr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高度地图获取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消息话题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7DAB7E-69AD-4D0A-A473-FEE8D47570F1}"/>
              </a:ext>
            </a:extLst>
          </p:cNvPr>
          <p:cNvSpPr txBox="1"/>
          <p:nvPr/>
        </p:nvSpPr>
        <p:spPr>
          <a:xfrm>
            <a:off x="909305" y="1041772"/>
            <a:ext cx="6936464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55600" algn="just">
              <a:lnSpc>
                <a:spcPct val="150000"/>
              </a:lnSpc>
            </a:pP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利用激光雷达去畸变后的点云和机器人里程计等数据，我们建立了以机器人为中心的表示环境高度信息的高度地图，</a:t>
            </a:r>
            <a:endParaRPr lang="en-US" altLang="zh-CN" b="0" i="0" dirty="0">
              <a:solidFill>
                <a:srgbClr val="3F4A54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55600" algn="just">
              <a:lnSpc>
                <a:spcPct val="150000"/>
              </a:lnSpc>
            </a:pP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其消息话题为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b="1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rt/</a:t>
            </a:r>
            <a:r>
              <a:rPr lang="en-US" altLang="zh-CN" b="1" i="0" dirty="0" err="1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utlidar</a:t>
            </a:r>
            <a:r>
              <a:rPr lang="en-US" altLang="zh-CN" b="1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b="1" i="0" dirty="0" err="1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height_map_array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dirty="0">
                <a:solidFill>
                  <a:srgbClr val="3F4A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solidFill>
                <a:srgbClr val="3F4A5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55600" algn="just">
              <a:lnSpc>
                <a:spcPct val="150000"/>
              </a:lnSpc>
            </a:pP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其所在坐标系为与机身里程计一致的世界坐标系 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en-US" altLang="zh-CN" b="1" i="0" dirty="0" err="1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odom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b="0" i="0" dirty="0">
              <a:solidFill>
                <a:srgbClr val="3F4A54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55600" algn="just">
              <a:lnSpc>
                <a:spcPct val="150000"/>
              </a:lnSpc>
            </a:pP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地图可以用于机器人避障、落足规划等功能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23570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高度地图获取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消息格式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7DAB7E-69AD-4D0A-A473-FEE8D47570F1}"/>
              </a:ext>
            </a:extLst>
          </p:cNvPr>
          <p:cNvSpPr txBox="1"/>
          <p:nvPr/>
        </p:nvSpPr>
        <p:spPr>
          <a:xfrm>
            <a:off x="778620" y="844697"/>
            <a:ext cx="8064896" cy="460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55600" algn="just">
              <a:lnSpc>
                <a:spcPct val="150000"/>
              </a:lnSpc>
            </a:pP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点云的 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IDL 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消息格式为 </a:t>
            </a:r>
            <a:r>
              <a:rPr lang="en-US" altLang="zh-CN" b="1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HeightMap_.idl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，该消息格式的定义及说明如下：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9FD244F-234D-4B4B-920C-00BF41A2EB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8811" y="1333213"/>
            <a:ext cx="4397996" cy="3922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3451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高度地图获取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消息格式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FDC8A82-7583-4944-BD7D-0C4D3A04F410}"/>
              </a:ext>
            </a:extLst>
          </p:cNvPr>
          <p:cNvSpPr txBox="1"/>
          <p:nvPr/>
        </p:nvSpPr>
        <p:spPr>
          <a:xfrm>
            <a:off x="1327290" y="1113780"/>
            <a:ext cx="7605431" cy="2951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参数说明如下：</a:t>
            </a:r>
            <a:endParaRPr lang="en-US" altLang="zh-CN" b="0" i="0" dirty="0">
              <a:solidFill>
                <a:srgbClr val="3F4A54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stamp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：消息时间戳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frame_id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：世界坐标系名称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resolution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：地图分辨率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height 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和 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width 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：地图在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方向上的栅格数目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origin[2]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：地图坐标系原点在世界坐标系下的</a:t>
            </a:r>
            <a:r>
              <a:rPr lang="en-US" altLang="zh-CN" b="0" i="0" dirty="0" err="1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xy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位置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data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：地图高度数据</a:t>
            </a:r>
          </a:p>
        </p:txBody>
      </p:sp>
    </p:spTree>
    <p:extLst>
      <p:ext uri="{BB962C8B-B14F-4D97-AF65-F5344CB8AC3E}">
        <p14:creationId xmlns:p14="http://schemas.microsoft.com/office/powerpoint/2010/main" val="12676973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0" y="345266"/>
            <a:ext cx="6098537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高度地图获取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使用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DDS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订阅高度地图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5699A14-5612-4436-8611-6B34B5026AFC}"/>
              </a:ext>
            </a:extLst>
          </p:cNvPr>
          <p:cNvSpPr txBox="1"/>
          <p:nvPr/>
        </p:nvSpPr>
        <p:spPr>
          <a:xfrm>
            <a:off x="1169566" y="1185788"/>
            <a:ext cx="8426870" cy="2536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在使用 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DDS 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订阅处理高度地图前，请先确保已安装 </a:t>
            </a:r>
            <a:r>
              <a:rPr lang="en-US" altLang="zh-CN" b="1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unitree_sdk2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。如您还未安装，请先阅读快速开始文档。</a:t>
            </a:r>
            <a:endParaRPr lang="en-US" altLang="zh-CN" b="0" i="0" dirty="0">
              <a:solidFill>
                <a:srgbClr val="3F4A54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endParaRPr lang="zh-CN" altLang="en-US" b="0" i="0" dirty="0">
              <a:solidFill>
                <a:srgbClr val="3F4A54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在如下示例程序中，我们订阅了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DDS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高度地图话题 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en-US" altLang="zh-CN" b="1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rt/</a:t>
            </a:r>
            <a:r>
              <a:rPr lang="en-US" altLang="zh-CN" b="1" i="0" dirty="0" err="1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utlidar</a:t>
            </a:r>
            <a:r>
              <a:rPr lang="en-US" altLang="zh-CN" b="1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b="1" i="0" dirty="0" err="1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height_map_array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，并在回调函数中打印了获取到的高度地图的相关信息。</a:t>
            </a:r>
          </a:p>
        </p:txBody>
      </p:sp>
    </p:spTree>
    <p:extLst>
      <p:ext uri="{BB962C8B-B14F-4D97-AF65-F5344CB8AC3E}">
        <p14:creationId xmlns:p14="http://schemas.microsoft.com/office/powerpoint/2010/main" val="22617426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0" y="345266"/>
            <a:ext cx="5954521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高度地图获取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使用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DDS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订阅高度地图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7DD8B60-143C-471D-9C4E-DE2D707BFBAC}"/>
              </a:ext>
            </a:extLst>
          </p:cNvPr>
          <p:cNvSpPr txBox="1"/>
          <p:nvPr/>
        </p:nvSpPr>
        <p:spPr>
          <a:xfrm>
            <a:off x="4265910" y="4903748"/>
            <a:ext cx="2130559" cy="29379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1-1 </a:t>
            </a:r>
            <a:r>
              <a:rPr lang="zh-CN" alt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示例代码</a:t>
            </a:r>
            <a:endParaRPr sz="1309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8A3AAE2-78C0-4BDE-A038-927995E422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630" y="882021"/>
            <a:ext cx="5564029" cy="3713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3345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0" y="345266"/>
            <a:ext cx="5954521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高度地图获取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使用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DDS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订阅高度地图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7DD8B60-143C-471D-9C4E-DE2D707BFBAC}"/>
              </a:ext>
            </a:extLst>
          </p:cNvPr>
          <p:cNvSpPr txBox="1"/>
          <p:nvPr/>
        </p:nvSpPr>
        <p:spPr>
          <a:xfrm>
            <a:off x="4265910" y="4903748"/>
            <a:ext cx="2130559" cy="29379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配置文件</a:t>
            </a:r>
            <a:endParaRPr sz="1309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36EBE0D-9748-476D-AB77-573AB763EB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7638" y="1464528"/>
            <a:ext cx="7151405" cy="252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8814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0" y="397099"/>
            <a:ext cx="6009699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高度地图获取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使用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DDS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订阅高度地图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7DD8B60-143C-471D-9C4E-DE2D707BFBAC}"/>
              </a:ext>
            </a:extLst>
          </p:cNvPr>
          <p:cNvSpPr txBox="1"/>
          <p:nvPr/>
        </p:nvSpPr>
        <p:spPr>
          <a:xfrm>
            <a:off x="4265910" y="4903748"/>
            <a:ext cx="2130559" cy="29379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</a:t>
            </a:r>
            <a:r>
              <a:rPr lang="zh-CN" alt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运行结果</a:t>
            </a:r>
            <a:endParaRPr sz="1309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60C0592-2CD7-48AC-A4C0-A2946316DF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710" y="1005769"/>
            <a:ext cx="5453082" cy="3384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3855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障碍物距离获取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消息话题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7DAB7E-69AD-4D0A-A473-FEE8D47570F1}"/>
              </a:ext>
            </a:extLst>
          </p:cNvPr>
          <p:cNvSpPr txBox="1"/>
          <p:nvPr/>
        </p:nvSpPr>
        <p:spPr>
          <a:xfrm>
            <a:off x="909304" y="1041772"/>
            <a:ext cx="7101021" cy="2120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通过对激光雷达点云进行处理，我们生成了机器人前方、左侧和右侧三个方向的实时的障碍物距离信息，这可以用于机器人的简单避障需求。用户可以通过订阅相应的话题获取该障碍物距离信息。</a:t>
            </a:r>
          </a:p>
          <a:p>
            <a:pPr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发布该简单障碍物距离信息的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DDS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话题为：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"rt/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utlidar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range_info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676122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障碍物距离获取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消息格式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7DAB7E-69AD-4D0A-A473-FEE8D47570F1}"/>
              </a:ext>
            </a:extLst>
          </p:cNvPr>
          <p:cNvSpPr txBox="1"/>
          <p:nvPr/>
        </p:nvSpPr>
        <p:spPr>
          <a:xfrm>
            <a:off x="778620" y="844697"/>
            <a:ext cx="8064896" cy="2120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55600" algn="just">
              <a:lnSpc>
                <a:spcPct val="150000"/>
              </a:lnSpc>
            </a:pP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考虑到该障碍物距离信息仅包括前左右三个距离信息，以及与现有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ROS2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消息格式的兼容，</a:t>
            </a:r>
            <a:endParaRPr lang="en-US" altLang="zh-CN" b="0" i="0" dirty="0">
              <a:solidFill>
                <a:srgbClr val="3F4A54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55600" algn="just">
              <a:lnSpc>
                <a:spcPct val="150000"/>
              </a:lnSpc>
            </a:pP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我们这里使用的是与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ROS2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en-US" altLang="zh-CN" b="0" i="0" dirty="0" err="1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geometry_msgs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::</a:t>
            </a:r>
            <a:r>
              <a:rPr lang="en-US" altLang="zh-CN" b="0" i="0" dirty="0" err="1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PointStamped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_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一致的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IDL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消息类型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en-US" altLang="zh-CN" b="0" i="0" dirty="0" err="1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geometry_msgs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::msg::</a:t>
            </a:r>
            <a:r>
              <a:rPr lang="en-US" altLang="zh-CN" b="0" i="0" dirty="0" err="1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dds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_::</a:t>
            </a:r>
            <a:r>
              <a:rPr lang="en-US" altLang="zh-CN" b="0" i="0" dirty="0" err="1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PointStamped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_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，具体定义如下所示：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177535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障碍物距离获取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消息格式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773E8BB-0312-4AC0-B1BF-3F4D783B78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702" y="1041772"/>
            <a:ext cx="5250635" cy="3894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141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障碍物距离获取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消息格式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FDC8A82-7583-4944-BD7D-0C4D3A04F410}"/>
              </a:ext>
            </a:extLst>
          </p:cNvPr>
          <p:cNvSpPr txBox="1"/>
          <p:nvPr/>
        </p:nvSpPr>
        <p:spPr>
          <a:xfrm>
            <a:off x="1327290" y="1113780"/>
            <a:ext cx="7605431" cy="1705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参数说明如下：</a:t>
            </a:r>
            <a:endParaRPr lang="en-US" altLang="zh-CN" b="0" i="0" dirty="0">
              <a:solidFill>
                <a:srgbClr val="3F4A54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header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：消息帧头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point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：其</a:t>
            </a:r>
            <a:r>
              <a:rPr lang="en-US" altLang="zh-CN" b="0" i="0" dirty="0" err="1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xyz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三个分量分别表示前方、左侧和右侧三个方向的障碍物到机器人坐标系原点的距离</a:t>
            </a:r>
          </a:p>
        </p:txBody>
      </p:sp>
    </p:spTree>
    <p:extLst>
      <p:ext uri="{BB962C8B-B14F-4D97-AF65-F5344CB8AC3E}">
        <p14:creationId xmlns:p14="http://schemas.microsoft.com/office/powerpoint/2010/main" val="40548675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0" y="345266"/>
            <a:ext cx="6098537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障碍物距离获取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使用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DDS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订阅障碍数据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5699A14-5612-4436-8611-6B34B5026AFC}"/>
              </a:ext>
            </a:extLst>
          </p:cNvPr>
          <p:cNvSpPr txBox="1"/>
          <p:nvPr/>
        </p:nvSpPr>
        <p:spPr>
          <a:xfrm>
            <a:off x="1169566" y="1185788"/>
            <a:ext cx="8426870" cy="1705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在使用 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DDS 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订阅处理障碍物距离前，请先确保已安装 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unitree_sdk2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l">
              <a:lnSpc>
                <a:spcPct val="150000"/>
              </a:lnSpc>
            </a:pPr>
            <a:endParaRPr lang="zh-CN" altLang="en-US" b="0" i="0" dirty="0">
              <a:solidFill>
                <a:srgbClr val="3F4A54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在如下示例程序中，我们订阅了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DDS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障碍物距离话题 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"rt/</a:t>
            </a:r>
            <a:r>
              <a:rPr lang="en-US" altLang="zh-CN" b="0" i="0" dirty="0" err="1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utlidar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b="0" i="0" dirty="0" err="1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range_info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，并在回调函数中打印了获取到的障碍物距离的相关信息。 。</a:t>
            </a:r>
          </a:p>
        </p:txBody>
      </p:sp>
    </p:spTree>
    <p:extLst>
      <p:ext uri="{BB962C8B-B14F-4D97-AF65-F5344CB8AC3E}">
        <p14:creationId xmlns:p14="http://schemas.microsoft.com/office/powerpoint/2010/main" val="19141621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0" y="345266"/>
            <a:ext cx="5954521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障碍物距离获取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使用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DDS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订阅障碍数据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7DD8B60-143C-471D-9C4E-DE2D707BFBAC}"/>
              </a:ext>
            </a:extLst>
          </p:cNvPr>
          <p:cNvSpPr txBox="1"/>
          <p:nvPr/>
        </p:nvSpPr>
        <p:spPr>
          <a:xfrm>
            <a:off x="4265910" y="5135367"/>
            <a:ext cx="2130559" cy="29379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2-1 </a:t>
            </a:r>
            <a:r>
              <a:rPr lang="zh-CN" alt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示例代码</a:t>
            </a:r>
            <a:endParaRPr sz="1309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F155315-C9CF-4C46-8695-8A01F638D1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1694" y="862908"/>
            <a:ext cx="4655489" cy="418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0630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0" y="345266"/>
            <a:ext cx="5954521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障碍物距离获取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使用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DDS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订阅障碍数据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7DD8B60-143C-471D-9C4E-DE2D707BFBAC}"/>
              </a:ext>
            </a:extLst>
          </p:cNvPr>
          <p:cNvSpPr txBox="1"/>
          <p:nvPr/>
        </p:nvSpPr>
        <p:spPr>
          <a:xfrm>
            <a:off x="4265910" y="4903748"/>
            <a:ext cx="2130559" cy="29379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配置文件</a:t>
            </a:r>
            <a:endParaRPr sz="1309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8A1CDDA-DF13-4F88-A81B-7CC24BD289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5104" y="1604391"/>
            <a:ext cx="5829805" cy="218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1139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0" y="397099"/>
            <a:ext cx="6009699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障碍物距离获取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使用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DDS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订阅障碍数据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7DD8B60-143C-471D-9C4E-DE2D707BFBAC}"/>
              </a:ext>
            </a:extLst>
          </p:cNvPr>
          <p:cNvSpPr txBox="1"/>
          <p:nvPr/>
        </p:nvSpPr>
        <p:spPr>
          <a:xfrm>
            <a:off x="4265910" y="4903748"/>
            <a:ext cx="2130559" cy="29379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</a:t>
            </a:r>
            <a:r>
              <a:rPr lang="zh-CN" alt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运行结果</a:t>
            </a:r>
            <a:endParaRPr sz="1309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17FDC2F-B61A-4143-B36E-A33CCCAD62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742" y="1473820"/>
            <a:ext cx="4427604" cy="183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745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827780" y="261620"/>
            <a:ext cx="23050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课堂作业</a:t>
            </a:r>
          </a:p>
        </p:txBody>
      </p:sp>
      <p:sp>
        <p:nvSpPr>
          <p:cNvPr id="83" name="Freeform 12"/>
          <p:cNvSpPr/>
          <p:nvPr/>
        </p:nvSpPr>
        <p:spPr bwMode="auto">
          <a:xfrm>
            <a:off x="3215550" y="1144111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7DCD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4" name="Freeform 12"/>
          <p:cNvSpPr/>
          <p:nvPr/>
        </p:nvSpPr>
        <p:spPr bwMode="auto">
          <a:xfrm flipH="1" flipV="1">
            <a:off x="9428533" y="4397495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7DCD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3443605" y="1353185"/>
            <a:ext cx="5848350" cy="1790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60000"/>
              </a:lnSpc>
            </a:pPr>
            <a:r>
              <a:rPr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如何获取当前高度数据</a:t>
            </a:r>
            <a:r>
              <a:rPr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？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endParaRPr sz="2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2.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如何获取当前障碍数据</a:t>
            </a:r>
            <a:r>
              <a:rPr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？</a:t>
            </a:r>
          </a:p>
        </p:txBody>
      </p:sp>
      <p:sp>
        <p:nvSpPr>
          <p:cNvPr id="32" name="椭圆 31"/>
          <p:cNvSpPr/>
          <p:nvPr/>
        </p:nvSpPr>
        <p:spPr>
          <a:xfrm>
            <a:off x="786648" y="1144057"/>
            <a:ext cx="2448272" cy="2448272"/>
          </a:xfrm>
          <a:prstGeom prst="ellipse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标题 4"/>
          <p:cNvSpPr txBox="1"/>
          <p:nvPr/>
        </p:nvSpPr>
        <p:spPr>
          <a:xfrm>
            <a:off x="839549" y="2952378"/>
            <a:ext cx="2376264" cy="473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椭圆 66"/>
          <p:cNvSpPr/>
          <p:nvPr/>
        </p:nvSpPr>
        <p:spPr>
          <a:xfrm>
            <a:off x="907549" y="1248448"/>
            <a:ext cx="2240761" cy="2240761"/>
          </a:xfrm>
          <a:prstGeom prst="ellipse">
            <a:avLst/>
          </a:prstGeom>
          <a:noFill/>
          <a:ln w="31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KSO_Shape"/>
          <p:cNvSpPr/>
          <p:nvPr/>
        </p:nvSpPr>
        <p:spPr bwMode="auto">
          <a:xfrm>
            <a:off x="1287105" y="1841903"/>
            <a:ext cx="1481536" cy="1261770"/>
          </a:xfrm>
          <a:custGeom>
            <a:avLst/>
            <a:gdLst>
              <a:gd name="T0" fmla="*/ 432030 w 2125663"/>
              <a:gd name="T1" fmla="*/ 1344893 h 1811338"/>
              <a:gd name="T2" fmla="*/ 462740 w 2125663"/>
              <a:gd name="T3" fmla="*/ 1477960 h 1811338"/>
              <a:gd name="T4" fmla="*/ 513638 w 2125663"/>
              <a:gd name="T5" fmla="*/ 1557743 h 1811338"/>
              <a:gd name="T6" fmla="*/ 516481 w 2125663"/>
              <a:gd name="T7" fmla="*/ 1336346 h 1811338"/>
              <a:gd name="T8" fmla="*/ 503401 w 2125663"/>
              <a:gd name="T9" fmla="*/ 1310416 h 1811338"/>
              <a:gd name="T10" fmla="*/ 515913 w 2125663"/>
              <a:gd name="T11" fmla="*/ 1250009 h 1811338"/>
              <a:gd name="T12" fmla="*/ 618846 w 2125663"/>
              <a:gd name="T13" fmla="*/ 1242885 h 1811338"/>
              <a:gd name="T14" fmla="*/ 643583 w 2125663"/>
              <a:gd name="T15" fmla="*/ 1263116 h 1811338"/>
              <a:gd name="T16" fmla="*/ 642446 w 2125663"/>
              <a:gd name="T17" fmla="*/ 1324948 h 1811338"/>
              <a:gd name="T18" fmla="*/ 619414 w 2125663"/>
              <a:gd name="T19" fmla="*/ 1342899 h 1811338"/>
              <a:gd name="T20" fmla="*/ 664057 w 2125663"/>
              <a:gd name="T21" fmla="*/ 1524691 h 1811338"/>
              <a:gd name="T22" fmla="*/ 704434 w 2125663"/>
              <a:gd name="T23" fmla="*/ 1417553 h 1811338"/>
              <a:gd name="T24" fmla="*/ 725191 w 2125663"/>
              <a:gd name="T25" fmla="*/ 1259697 h 1811338"/>
              <a:gd name="T26" fmla="*/ 857412 w 2125663"/>
              <a:gd name="T27" fmla="*/ 1192451 h 1811338"/>
              <a:gd name="T28" fmla="*/ 923096 w 2125663"/>
              <a:gd name="T29" fmla="*/ 1212682 h 1811338"/>
              <a:gd name="T30" fmla="*/ 970013 w 2125663"/>
              <a:gd name="T31" fmla="*/ 1259697 h 1811338"/>
              <a:gd name="T32" fmla="*/ 990201 w 2125663"/>
              <a:gd name="T33" fmla="*/ 1325233 h 1811338"/>
              <a:gd name="T34" fmla="*/ 980818 w 2125663"/>
              <a:gd name="T35" fmla="*/ 1537228 h 1811338"/>
              <a:gd name="T36" fmla="*/ 935891 w 2125663"/>
              <a:gd name="T37" fmla="*/ 1570566 h 1811338"/>
              <a:gd name="T38" fmla="*/ 798837 w 2125663"/>
              <a:gd name="T39" fmla="*/ 1607608 h 1811338"/>
              <a:gd name="T40" fmla="*/ 617424 w 2125663"/>
              <a:gd name="T41" fmla="*/ 1622140 h 1811338"/>
              <a:gd name="T42" fmla="*/ 428049 w 2125663"/>
              <a:gd name="T43" fmla="*/ 1615872 h 1811338"/>
              <a:gd name="T44" fmla="*/ 264551 w 2125663"/>
              <a:gd name="T45" fmla="*/ 1588232 h 1811338"/>
              <a:gd name="T46" fmla="*/ 180669 w 2125663"/>
              <a:gd name="T47" fmla="*/ 1549481 h 1811338"/>
              <a:gd name="T48" fmla="*/ 159912 w 2125663"/>
              <a:gd name="T49" fmla="*/ 1517283 h 1811338"/>
              <a:gd name="T50" fmla="*/ 167873 w 2125663"/>
              <a:gd name="T51" fmla="*/ 1284201 h 1811338"/>
              <a:gd name="T52" fmla="*/ 205123 w 2125663"/>
              <a:gd name="T53" fmla="*/ 1228638 h 1811338"/>
              <a:gd name="T54" fmla="*/ 264266 w 2125663"/>
              <a:gd name="T55" fmla="*/ 1196440 h 1811338"/>
              <a:gd name="T56" fmla="*/ 421225 w 2125663"/>
              <a:gd name="T57" fmla="*/ 1183048 h 1811338"/>
              <a:gd name="T58" fmla="*/ 433514 w 2125663"/>
              <a:gd name="T59" fmla="*/ 761303 h 1811338"/>
              <a:gd name="T60" fmla="*/ 391450 w 2125663"/>
              <a:gd name="T61" fmla="*/ 813630 h 1811338"/>
              <a:gd name="T62" fmla="*/ 379229 w 2125663"/>
              <a:gd name="T63" fmla="*/ 902075 h 1811338"/>
              <a:gd name="T64" fmla="*/ 414756 w 2125663"/>
              <a:gd name="T65" fmla="*/ 1016114 h 1811338"/>
              <a:gd name="T66" fmla="*/ 487516 w 2125663"/>
              <a:gd name="T67" fmla="*/ 1099439 h 1811338"/>
              <a:gd name="T68" fmla="*/ 567666 w 2125663"/>
              <a:gd name="T69" fmla="*/ 1135272 h 1811338"/>
              <a:gd name="T70" fmla="*/ 645542 w 2125663"/>
              <a:gd name="T71" fmla="*/ 1111099 h 1811338"/>
              <a:gd name="T72" fmla="*/ 722282 w 2125663"/>
              <a:gd name="T73" fmla="*/ 1035452 h 1811338"/>
              <a:gd name="T74" fmla="*/ 767757 w 2125663"/>
              <a:gd name="T75" fmla="*/ 926248 h 1811338"/>
              <a:gd name="T76" fmla="*/ 666290 w 2125663"/>
              <a:gd name="T77" fmla="*/ 863967 h 1811338"/>
              <a:gd name="T78" fmla="*/ 546918 w 2125663"/>
              <a:gd name="T79" fmla="*/ 832116 h 1811338"/>
              <a:gd name="T80" fmla="*/ 484389 w 2125663"/>
              <a:gd name="T81" fmla="*/ 790595 h 1811338"/>
              <a:gd name="T82" fmla="*/ 452273 w 2125663"/>
              <a:gd name="T83" fmla="*/ 760734 h 1811338"/>
              <a:gd name="T84" fmla="*/ 568234 w 2125663"/>
              <a:gd name="T85" fmla="*/ 587258 h 1811338"/>
              <a:gd name="T86" fmla="*/ 631616 w 2125663"/>
              <a:gd name="T87" fmla="*/ 594937 h 1811338"/>
              <a:gd name="T88" fmla="*/ 705513 w 2125663"/>
              <a:gd name="T89" fmla="*/ 631054 h 1811338"/>
              <a:gd name="T90" fmla="*/ 790210 w 2125663"/>
              <a:gd name="T91" fmla="*/ 732864 h 1811338"/>
              <a:gd name="T92" fmla="*/ 826306 w 2125663"/>
              <a:gd name="T93" fmla="*/ 873920 h 1811338"/>
              <a:gd name="T94" fmla="*/ 818064 w 2125663"/>
              <a:gd name="T95" fmla="*/ 959237 h 1811338"/>
              <a:gd name="T96" fmla="*/ 780831 w 2125663"/>
              <a:gd name="T97" fmla="*/ 1048534 h 1811338"/>
              <a:gd name="T98" fmla="*/ 687607 w 2125663"/>
              <a:gd name="T99" fmla="*/ 1148922 h 1811338"/>
              <a:gd name="T100" fmla="*/ 588983 w 2125663"/>
              <a:gd name="T101" fmla="*/ 1190727 h 1811338"/>
              <a:gd name="T102" fmla="*/ 525033 w 2125663"/>
              <a:gd name="T103" fmla="*/ 1182480 h 1811338"/>
              <a:gd name="T104" fmla="*/ 421293 w 2125663"/>
              <a:gd name="T105" fmla="*/ 1115081 h 1811338"/>
              <a:gd name="T106" fmla="*/ 345406 w 2125663"/>
              <a:gd name="T107" fmla="*/ 1002463 h 1811338"/>
              <a:gd name="T108" fmla="*/ 325511 w 2125663"/>
              <a:gd name="T109" fmla="*/ 929092 h 1811338"/>
              <a:gd name="T110" fmla="*/ 330627 w 2125663"/>
              <a:gd name="T111" fmla="*/ 813915 h 1811338"/>
              <a:gd name="T112" fmla="*/ 388324 w 2125663"/>
              <a:gd name="T113" fmla="*/ 686510 h 1811338"/>
              <a:gd name="T114" fmla="*/ 482400 w 2125663"/>
              <a:gd name="T115" fmla="*/ 608303 h 1811338"/>
              <a:gd name="T116" fmla="*/ 542939 w 2125663"/>
              <a:gd name="T117" fmla="*/ 589534 h 1811338"/>
              <a:gd name="T118" fmla="*/ 0 w 2125663"/>
              <a:gd name="T119" fmla="*/ 0 h 1811338"/>
              <a:gd name="T120" fmla="*/ 174993 w 2125663"/>
              <a:gd name="T121" fmla="*/ 1118883 h 1811338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0" t="0" r="r" b="b"/>
            <a:pathLst>
              <a:path w="2125663" h="1811338">
                <a:moveTo>
                  <a:pt x="470017" y="1320800"/>
                </a:moveTo>
                <a:lnTo>
                  <a:pt x="470335" y="1343069"/>
                </a:lnTo>
                <a:lnTo>
                  <a:pt x="471286" y="1364382"/>
                </a:lnTo>
                <a:lnTo>
                  <a:pt x="472238" y="1385696"/>
                </a:lnTo>
                <a:lnTo>
                  <a:pt x="473190" y="1406374"/>
                </a:lnTo>
                <a:lnTo>
                  <a:pt x="474459" y="1426415"/>
                </a:lnTo>
                <a:lnTo>
                  <a:pt x="476363" y="1446139"/>
                </a:lnTo>
                <a:lnTo>
                  <a:pt x="478267" y="1464908"/>
                </a:lnTo>
                <a:lnTo>
                  <a:pt x="480170" y="1483677"/>
                </a:lnTo>
                <a:lnTo>
                  <a:pt x="482074" y="1501491"/>
                </a:lnTo>
                <a:lnTo>
                  <a:pt x="484612" y="1518988"/>
                </a:lnTo>
                <a:lnTo>
                  <a:pt x="487468" y="1535530"/>
                </a:lnTo>
                <a:lnTo>
                  <a:pt x="490323" y="1552072"/>
                </a:lnTo>
                <a:lnTo>
                  <a:pt x="493179" y="1567660"/>
                </a:lnTo>
                <a:lnTo>
                  <a:pt x="496352" y="1582611"/>
                </a:lnTo>
                <a:lnTo>
                  <a:pt x="500159" y="1597563"/>
                </a:lnTo>
                <a:lnTo>
                  <a:pt x="503649" y="1611560"/>
                </a:lnTo>
                <a:lnTo>
                  <a:pt x="507774" y="1624921"/>
                </a:lnTo>
                <a:lnTo>
                  <a:pt x="511899" y="1637646"/>
                </a:lnTo>
                <a:lnTo>
                  <a:pt x="516341" y="1650052"/>
                </a:lnTo>
                <a:lnTo>
                  <a:pt x="520783" y="1661505"/>
                </a:lnTo>
                <a:lnTo>
                  <a:pt x="525859" y="1672639"/>
                </a:lnTo>
                <a:lnTo>
                  <a:pt x="530936" y="1683137"/>
                </a:lnTo>
                <a:lnTo>
                  <a:pt x="536329" y="1692998"/>
                </a:lnTo>
                <a:lnTo>
                  <a:pt x="541723" y="1702224"/>
                </a:lnTo>
                <a:lnTo>
                  <a:pt x="547752" y="1710813"/>
                </a:lnTo>
                <a:lnTo>
                  <a:pt x="553463" y="1718766"/>
                </a:lnTo>
                <a:lnTo>
                  <a:pt x="559808" y="1726083"/>
                </a:lnTo>
                <a:lnTo>
                  <a:pt x="566154" y="1732763"/>
                </a:lnTo>
                <a:lnTo>
                  <a:pt x="573134" y="1739125"/>
                </a:lnTo>
                <a:lnTo>
                  <a:pt x="580114" y="1744215"/>
                </a:lnTo>
                <a:lnTo>
                  <a:pt x="587412" y="1749305"/>
                </a:lnTo>
                <a:lnTo>
                  <a:pt x="594709" y="1753123"/>
                </a:lnTo>
                <a:lnTo>
                  <a:pt x="594709" y="1499901"/>
                </a:lnTo>
                <a:lnTo>
                  <a:pt x="591537" y="1499264"/>
                </a:lnTo>
                <a:lnTo>
                  <a:pt x="588047" y="1498310"/>
                </a:lnTo>
                <a:lnTo>
                  <a:pt x="584874" y="1497038"/>
                </a:lnTo>
                <a:lnTo>
                  <a:pt x="582018" y="1495765"/>
                </a:lnTo>
                <a:lnTo>
                  <a:pt x="579163" y="1494175"/>
                </a:lnTo>
                <a:lnTo>
                  <a:pt x="576307" y="1491948"/>
                </a:lnTo>
                <a:lnTo>
                  <a:pt x="573769" y="1489721"/>
                </a:lnTo>
                <a:lnTo>
                  <a:pt x="571548" y="1487494"/>
                </a:lnTo>
                <a:lnTo>
                  <a:pt x="569327" y="1484949"/>
                </a:lnTo>
                <a:lnTo>
                  <a:pt x="567106" y="1482404"/>
                </a:lnTo>
                <a:lnTo>
                  <a:pt x="565519" y="1479223"/>
                </a:lnTo>
                <a:lnTo>
                  <a:pt x="564250" y="1476360"/>
                </a:lnTo>
                <a:lnTo>
                  <a:pt x="563298" y="1473179"/>
                </a:lnTo>
                <a:lnTo>
                  <a:pt x="562347" y="1469998"/>
                </a:lnTo>
                <a:lnTo>
                  <a:pt x="562029" y="1466180"/>
                </a:lnTo>
                <a:lnTo>
                  <a:pt x="561712" y="1462999"/>
                </a:lnTo>
                <a:lnTo>
                  <a:pt x="561712" y="1425143"/>
                </a:lnTo>
                <a:lnTo>
                  <a:pt x="562029" y="1421007"/>
                </a:lnTo>
                <a:lnTo>
                  <a:pt x="562664" y="1417508"/>
                </a:lnTo>
                <a:lnTo>
                  <a:pt x="563616" y="1414009"/>
                </a:lnTo>
                <a:lnTo>
                  <a:pt x="564885" y="1410191"/>
                </a:lnTo>
                <a:lnTo>
                  <a:pt x="566154" y="1407010"/>
                </a:lnTo>
                <a:lnTo>
                  <a:pt x="568375" y="1403829"/>
                </a:lnTo>
                <a:lnTo>
                  <a:pt x="570596" y="1400966"/>
                </a:lnTo>
                <a:lnTo>
                  <a:pt x="572817" y="1398103"/>
                </a:lnTo>
                <a:lnTo>
                  <a:pt x="575673" y="1395558"/>
                </a:lnTo>
                <a:lnTo>
                  <a:pt x="578528" y="1393649"/>
                </a:lnTo>
                <a:lnTo>
                  <a:pt x="581701" y="1391741"/>
                </a:lnTo>
                <a:lnTo>
                  <a:pt x="584874" y="1390150"/>
                </a:lnTo>
                <a:lnTo>
                  <a:pt x="588364" y="1388878"/>
                </a:lnTo>
                <a:lnTo>
                  <a:pt x="592171" y="1387605"/>
                </a:lnTo>
                <a:lnTo>
                  <a:pt x="595979" y="1386969"/>
                </a:lnTo>
                <a:lnTo>
                  <a:pt x="599786" y="1386969"/>
                </a:lnTo>
                <a:lnTo>
                  <a:pt x="682597" y="1386969"/>
                </a:lnTo>
                <a:lnTo>
                  <a:pt x="686721" y="1386969"/>
                </a:lnTo>
                <a:lnTo>
                  <a:pt x="690529" y="1387605"/>
                </a:lnTo>
                <a:lnTo>
                  <a:pt x="694019" y="1388878"/>
                </a:lnTo>
                <a:lnTo>
                  <a:pt x="697826" y="1390150"/>
                </a:lnTo>
                <a:lnTo>
                  <a:pt x="700999" y="1391741"/>
                </a:lnTo>
                <a:lnTo>
                  <a:pt x="704172" y="1393649"/>
                </a:lnTo>
                <a:lnTo>
                  <a:pt x="707345" y="1395558"/>
                </a:lnTo>
                <a:lnTo>
                  <a:pt x="709883" y="1398103"/>
                </a:lnTo>
                <a:lnTo>
                  <a:pt x="712104" y="1400966"/>
                </a:lnTo>
                <a:lnTo>
                  <a:pt x="714325" y="1403829"/>
                </a:lnTo>
                <a:lnTo>
                  <a:pt x="716229" y="1407010"/>
                </a:lnTo>
                <a:lnTo>
                  <a:pt x="718132" y="1410191"/>
                </a:lnTo>
                <a:lnTo>
                  <a:pt x="719402" y="1414009"/>
                </a:lnTo>
                <a:lnTo>
                  <a:pt x="720353" y="1417508"/>
                </a:lnTo>
                <a:lnTo>
                  <a:pt x="720671" y="1421007"/>
                </a:lnTo>
                <a:lnTo>
                  <a:pt x="720988" y="1425143"/>
                </a:lnTo>
                <a:lnTo>
                  <a:pt x="720988" y="1462999"/>
                </a:lnTo>
                <a:lnTo>
                  <a:pt x="720988" y="1466180"/>
                </a:lnTo>
                <a:lnTo>
                  <a:pt x="720353" y="1469998"/>
                </a:lnTo>
                <a:lnTo>
                  <a:pt x="719719" y="1473179"/>
                </a:lnTo>
                <a:lnTo>
                  <a:pt x="718450" y="1476360"/>
                </a:lnTo>
                <a:lnTo>
                  <a:pt x="716863" y="1479223"/>
                </a:lnTo>
                <a:lnTo>
                  <a:pt x="715277" y="1482404"/>
                </a:lnTo>
                <a:lnTo>
                  <a:pt x="713373" y="1484949"/>
                </a:lnTo>
                <a:lnTo>
                  <a:pt x="711469" y="1487494"/>
                </a:lnTo>
                <a:lnTo>
                  <a:pt x="708931" y="1489721"/>
                </a:lnTo>
                <a:lnTo>
                  <a:pt x="706710" y="1491948"/>
                </a:lnTo>
                <a:lnTo>
                  <a:pt x="703537" y="1494175"/>
                </a:lnTo>
                <a:lnTo>
                  <a:pt x="700682" y="1495765"/>
                </a:lnTo>
                <a:lnTo>
                  <a:pt x="697826" y="1497038"/>
                </a:lnTo>
                <a:lnTo>
                  <a:pt x="694653" y="1498310"/>
                </a:lnTo>
                <a:lnTo>
                  <a:pt x="691163" y="1499264"/>
                </a:lnTo>
                <a:lnTo>
                  <a:pt x="687991" y="1499901"/>
                </a:lnTo>
                <a:lnTo>
                  <a:pt x="687991" y="1753123"/>
                </a:lnTo>
                <a:lnTo>
                  <a:pt x="695605" y="1749305"/>
                </a:lnTo>
                <a:lnTo>
                  <a:pt x="702586" y="1744215"/>
                </a:lnTo>
                <a:lnTo>
                  <a:pt x="709566" y="1739125"/>
                </a:lnTo>
                <a:lnTo>
                  <a:pt x="716229" y="1732763"/>
                </a:lnTo>
                <a:lnTo>
                  <a:pt x="722892" y="1726083"/>
                </a:lnTo>
                <a:lnTo>
                  <a:pt x="729237" y="1718766"/>
                </a:lnTo>
                <a:lnTo>
                  <a:pt x="734948" y="1710813"/>
                </a:lnTo>
                <a:lnTo>
                  <a:pt x="740977" y="1702224"/>
                </a:lnTo>
                <a:lnTo>
                  <a:pt x="746371" y="1692998"/>
                </a:lnTo>
                <a:lnTo>
                  <a:pt x="751447" y="1683137"/>
                </a:lnTo>
                <a:lnTo>
                  <a:pt x="756841" y="1672639"/>
                </a:lnTo>
                <a:lnTo>
                  <a:pt x="761600" y="1661505"/>
                </a:lnTo>
                <a:lnTo>
                  <a:pt x="766359" y="1650052"/>
                </a:lnTo>
                <a:lnTo>
                  <a:pt x="770801" y="1637646"/>
                </a:lnTo>
                <a:lnTo>
                  <a:pt x="774926" y="1624921"/>
                </a:lnTo>
                <a:lnTo>
                  <a:pt x="779051" y="1611560"/>
                </a:lnTo>
                <a:lnTo>
                  <a:pt x="782541" y="1597563"/>
                </a:lnTo>
                <a:lnTo>
                  <a:pt x="786031" y="1582611"/>
                </a:lnTo>
                <a:lnTo>
                  <a:pt x="789521" y="1567660"/>
                </a:lnTo>
                <a:lnTo>
                  <a:pt x="792377" y="1552072"/>
                </a:lnTo>
                <a:lnTo>
                  <a:pt x="795232" y="1535530"/>
                </a:lnTo>
                <a:lnTo>
                  <a:pt x="797770" y="1518988"/>
                </a:lnTo>
                <a:lnTo>
                  <a:pt x="800626" y="1501491"/>
                </a:lnTo>
                <a:lnTo>
                  <a:pt x="802530" y="1483677"/>
                </a:lnTo>
                <a:lnTo>
                  <a:pt x="804751" y="1464908"/>
                </a:lnTo>
                <a:lnTo>
                  <a:pt x="806337" y="1446139"/>
                </a:lnTo>
                <a:lnTo>
                  <a:pt x="807923" y="1426415"/>
                </a:lnTo>
                <a:lnTo>
                  <a:pt x="809193" y="1406374"/>
                </a:lnTo>
                <a:lnTo>
                  <a:pt x="810779" y="1385696"/>
                </a:lnTo>
                <a:lnTo>
                  <a:pt x="811731" y="1364382"/>
                </a:lnTo>
                <a:lnTo>
                  <a:pt x="812365" y="1343069"/>
                </a:lnTo>
                <a:lnTo>
                  <a:pt x="813000" y="1320800"/>
                </a:lnTo>
                <a:lnTo>
                  <a:pt x="840921" y="1322709"/>
                </a:lnTo>
                <a:lnTo>
                  <a:pt x="866621" y="1324300"/>
                </a:lnTo>
                <a:lnTo>
                  <a:pt x="909771" y="1327481"/>
                </a:lnTo>
                <a:lnTo>
                  <a:pt x="938644" y="1330026"/>
                </a:lnTo>
                <a:lnTo>
                  <a:pt x="948797" y="1330980"/>
                </a:lnTo>
                <a:lnTo>
                  <a:pt x="956729" y="1331298"/>
                </a:lnTo>
                <a:lnTo>
                  <a:pt x="964661" y="1331934"/>
                </a:lnTo>
                <a:lnTo>
                  <a:pt x="972593" y="1332889"/>
                </a:lnTo>
                <a:lnTo>
                  <a:pt x="980208" y="1334161"/>
                </a:lnTo>
                <a:lnTo>
                  <a:pt x="987823" y="1335752"/>
                </a:lnTo>
                <a:lnTo>
                  <a:pt x="995437" y="1337979"/>
                </a:lnTo>
                <a:lnTo>
                  <a:pt x="1002418" y="1340205"/>
                </a:lnTo>
                <a:lnTo>
                  <a:pt x="1009715" y="1343387"/>
                </a:lnTo>
                <a:lnTo>
                  <a:pt x="1016378" y="1346250"/>
                </a:lnTo>
                <a:lnTo>
                  <a:pt x="1023358" y="1349749"/>
                </a:lnTo>
                <a:lnTo>
                  <a:pt x="1030021" y="1353885"/>
                </a:lnTo>
                <a:lnTo>
                  <a:pt x="1036050" y="1357702"/>
                </a:lnTo>
                <a:lnTo>
                  <a:pt x="1042395" y="1361837"/>
                </a:lnTo>
                <a:lnTo>
                  <a:pt x="1048106" y="1366927"/>
                </a:lnTo>
                <a:lnTo>
                  <a:pt x="1053817" y="1371699"/>
                </a:lnTo>
                <a:lnTo>
                  <a:pt x="1059211" y="1377107"/>
                </a:lnTo>
                <a:lnTo>
                  <a:pt x="1064605" y="1382197"/>
                </a:lnTo>
                <a:lnTo>
                  <a:pt x="1069364" y="1388241"/>
                </a:lnTo>
                <a:lnTo>
                  <a:pt x="1073806" y="1393967"/>
                </a:lnTo>
                <a:lnTo>
                  <a:pt x="1078248" y="1400012"/>
                </a:lnTo>
                <a:lnTo>
                  <a:pt x="1082373" y="1406374"/>
                </a:lnTo>
                <a:lnTo>
                  <a:pt x="1085863" y="1413054"/>
                </a:lnTo>
                <a:lnTo>
                  <a:pt x="1089670" y="1419735"/>
                </a:lnTo>
                <a:lnTo>
                  <a:pt x="1092843" y="1426734"/>
                </a:lnTo>
                <a:lnTo>
                  <a:pt x="1095381" y="1433732"/>
                </a:lnTo>
                <a:lnTo>
                  <a:pt x="1097920" y="1441049"/>
                </a:lnTo>
                <a:lnTo>
                  <a:pt x="1100141" y="1448684"/>
                </a:lnTo>
                <a:lnTo>
                  <a:pt x="1101727" y="1456000"/>
                </a:lnTo>
                <a:lnTo>
                  <a:pt x="1103314" y="1463635"/>
                </a:lnTo>
                <a:lnTo>
                  <a:pt x="1104265" y="1471588"/>
                </a:lnTo>
                <a:lnTo>
                  <a:pt x="1104900" y="1479541"/>
                </a:lnTo>
                <a:lnTo>
                  <a:pt x="1104900" y="1487494"/>
                </a:lnTo>
                <a:lnTo>
                  <a:pt x="1104900" y="1686000"/>
                </a:lnTo>
                <a:lnTo>
                  <a:pt x="1104900" y="1690135"/>
                </a:lnTo>
                <a:lnTo>
                  <a:pt x="1104265" y="1693953"/>
                </a:lnTo>
                <a:lnTo>
                  <a:pt x="1103631" y="1697770"/>
                </a:lnTo>
                <a:lnTo>
                  <a:pt x="1102362" y="1701906"/>
                </a:lnTo>
                <a:lnTo>
                  <a:pt x="1101093" y="1705405"/>
                </a:lnTo>
                <a:lnTo>
                  <a:pt x="1099189" y="1709222"/>
                </a:lnTo>
                <a:lnTo>
                  <a:pt x="1096968" y="1713040"/>
                </a:lnTo>
                <a:lnTo>
                  <a:pt x="1094430" y="1716221"/>
                </a:lnTo>
                <a:lnTo>
                  <a:pt x="1091891" y="1719720"/>
                </a:lnTo>
                <a:lnTo>
                  <a:pt x="1089036" y="1722901"/>
                </a:lnTo>
                <a:lnTo>
                  <a:pt x="1085546" y="1726719"/>
                </a:lnTo>
                <a:lnTo>
                  <a:pt x="1082056" y="1729900"/>
                </a:lnTo>
                <a:lnTo>
                  <a:pt x="1078248" y="1732763"/>
                </a:lnTo>
                <a:lnTo>
                  <a:pt x="1074124" y="1736262"/>
                </a:lnTo>
                <a:lnTo>
                  <a:pt x="1069682" y="1739125"/>
                </a:lnTo>
                <a:lnTo>
                  <a:pt x="1065240" y="1741989"/>
                </a:lnTo>
                <a:lnTo>
                  <a:pt x="1055404" y="1748033"/>
                </a:lnTo>
                <a:lnTo>
                  <a:pt x="1044299" y="1753441"/>
                </a:lnTo>
                <a:lnTo>
                  <a:pt x="1032560" y="1758531"/>
                </a:lnTo>
                <a:lnTo>
                  <a:pt x="1019868" y="1763939"/>
                </a:lnTo>
                <a:lnTo>
                  <a:pt x="1005908" y="1768392"/>
                </a:lnTo>
                <a:lnTo>
                  <a:pt x="991630" y="1773164"/>
                </a:lnTo>
                <a:lnTo>
                  <a:pt x="976718" y="1777300"/>
                </a:lnTo>
                <a:lnTo>
                  <a:pt x="960854" y="1781117"/>
                </a:lnTo>
                <a:lnTo>
                  <a:pt x="944038" y="1784934"/>
                </a:lnTo>
                <a:lnTo>
                  <a:pt x="927222" y="1788434"/>
                </a:lnTo>
                <a:lnTo>
                  <a:pt x="909454" y="1791615"/>
                </a:lnTo>
                <a:lnTo>
                  <a:pt x="891369" y="1794796"/>
                </a:lnTo>
                <a:lnTo>
                  <a:pt x="872332" y="1797341"/>
                </a:lnTo>
                <a:lnTo>
                  <a:pt x="853295" y="1799886"/>
                </a:lnTo>
                <a:lnTo>
                  <a:pt x="833941" y="1801795"/>
                </a:lnTo>
                <a:lnTo>
                  <a:pt x="813952" y="1804022"/>
                </a:lnTo>
                <a:lnTo>
                  <a:pt x="793328" y="1805930"/>
                </a:lnTo>
                <a:lnTo>
                  <a:pt x="773022" y="1807203"/>
                </a:lnTo>
                <a:lnTo>
                  <a:pt x="752399" y="1808475"/>
                </a:lnTo>
                <a:lnTo>
                  <a:pt x="731458" y="1809748"/>
                </a:lnTo>
                <a:lnTo>
                  <a:pt x="710200" y="1810384"/>
                </a:lnTo>
                <a:lnTo>
                  <a:pt x="688942" y="1811020"/>
                </a:lnTo>
                <a:lnTo>
                  <a:pt x="667684" y="1811338"/>
                </a:lnTo>
                <a:lnTo>
                  <a:pt x="646427" y="1811338"/>
                </a:lnTo>
                <a:lnTo>
                  <a:pt x="625486" y="1811338"/>
                </a:lnTo>
                <a:lnTo>
                  <a:pt x="603911" y="1811020"/>
                </a:lnTo>
                <a:lnTo>
                  <a:pt x="582653" y="1810384"/>
                </a:lnTo>
                <a:lnTo>
                  <a:pt x="561395" y="1809748"/>
                </a:lnTo>
                <a:lnTo>
                  <a:pt x="540137" y="1808475"/>
                </a:lnTo>
                <a:lnTo>
                  <a:pt x="518879" y="1807203"/>
                </a:lnTo>
                <a:lnTo>
                  <a:pt x="498573" y="1805930"/>
                </a:lnTo>
                <a:lnTo>
                  <a:pt x="477632" y="1804022"/>
                </a:lnTo>
                <a:lnTo>
                  <a:pt x="457326" y="1801795"/>
                </a:lnTo>
                <a:lnTo>
                  <a:pt x="437337" y="1799886"/>
                </a:lnTo>
                <a:lnTo>
                  <a:pt x="417983" y="1797341"/>
                </a:lnTo>
                <a:lnTo>
                  <a:pt x="398629" y="1794796"/>
                </a:lnTo>
                <a:lnTo>
                  <a:pt x="379909" y="1791615"/>
                </a:lnTo>
                <a:lnTo>
                  <a:pt x="361824" y="1788434"/>
                </a:lnTo>
                <a:lnTo>
                  <a:pt x="344056" y="1784934"/>
                </a:lnTo>
                <a:lnTo>
                  <a:pt x="327240" y="1781117"/>
                </a:lnTo>
                <a:lnTo>
                  <a:pt x="310741" y="1777300"/>
                </a:lnTo>
                <a:lnTo>
                  <a:pt x="295195" y="1773164"/>
                </a:lnTo>
                <a:lnTo>
                  <a:pt x="280600" y="1768392"/>
                </a:lnTo>
                <a:lnTo>
                  <a:pt x="266322" y="1763939"/>
                </a:lnTo>
                <a:lnTo>
                  <a:pt x="252996" y="1758531"/>
                </a:lnTo>
                <a:lnTo>
                  <a:pt x="240622" y="1753441"/>
                </a:lnTo>
                <a:lnTo>
                  <a:pt x="229517" y="1748033"/>
                </a:lnTo>
                <a:lnTo>
                  <a:pt x="219047" y="1741989"/>
                </a:lnTo>
                <a:lnTo>
                  <a:pt x="214288" y="1739125"/>
                </a:lnTo>
                <a:lnTo>
                  <a:pt x="209846" y="1736262"/>
                </a:lnTo>
                <a:lnTo>
                  <a:pt x="205404" y="1732763"/>
                </a:lnTo>
                <a:lnTo>
                  <a:pt x="201596" y="1729900"/>
                </a:lnTo>
                <a:lnTo>
                  <a:pt x="198106" y="1726719"/>
                </a:lnTo>
                <a:lnTo>
                  <a:pt x="194299" y="1722901"/>
                </a:lnTo>
                <a:lnTo>
                  <a:pt x="191443" y="1719720"/>
                </a:lnTo>
                <a:lnTo>
                  <a:pt x="188588" y="1716221"/>
                </a:lnTo>
                <a:lnTo>
                  <a:pt x="186367" y="1713040"/>
                </a:lnTo>
                <a:lnTo>
                  <a:pt x="183828" y="1709222"/>
                </a:lnTo>
                <a:lnTo>
                  <a:pt x="181925" y="1705405"/>
                </a:lnTo>
                <a:lnTo>
                  <a:pt x="180338" y="1701906"/>
                </a:lnTo>
                <a:lnTo>
                  <a:pt x="179386" y="1697770"/>
                </a:lnTo>
                <a:lnTo>
                  <a:pt x="178435" y="1693953"/>
                </a:lnTo>
                <a:lnTo>
                  <a:pt x="177800" y="1690135"/>
                </a:lnTo>
                <a:lnTo>
                  <a:pt x="177800" y="1686000"/>
                </a:lnTo>
                <a:lnTo>
                  <a:pt x="177800" y="1487494"/>
                </a:lnTo>
                <a:lnTo>
                  <a:pt x="178117" y="1479541"/>
                </a:lnTo>
                <a:lnTo>
                  <a:pt x="178435" y="1471588"/>
                </a:lnTo>
                <a:lnTo>
                  <a:pt x="179386" y="1463635"/>
                </a:lnTo>
                <a:lnTo>
                  <a:pt x="180973" y="1456000"/>
                </a:lnTo>
                <a:lnTo>
                  <a:pt x="182559" y="1448684"/>
                </a:lnTo>
                <a:lnTo>
                  <a:pt x="184463" y="1441049"/>
                </a:lnTo>
                <a:lnTo>
                  <a:pt x="187318" y="1433732"/>
                </a:lnTo>
                <a:lnTo>
                  <a:pt x="190174" y="1426734"/>
                </a:lnTo>
                <a:lnTo>
                  <a:pt x="193030" y="1419735"/>
                </a:lnTo>
                <a:lnTo>
                  <a:pt x="196520" y="1413054"/>
                </a:lnTo>
                <a:lnTo>
                  <a:pt x="200327" y="1406374"/>
                </a:lnTo>
                <a:lnTo>
                  <a:pt x="204452" y="1400012"/>
                </a:lnTo>
                <a:lnTo>
                  <a:pt x="208576" y="1393967"/>
                </a:lnTo>
                <a:lnTo>
                  <a:pt x="213336" y="1388241"/>
                </a:lnTo>
                <a:lnTo>
                  <a:pt x="218095" y="1382197"/>
                </a:lnTo>
                <a:lnTo>
                  <a:pt x="223489" y="1377107"/>
                </a:lnTo>
                <a:lnTo>
                  <a:pt x="228883" y="1371699"/>
                </a:lnTo>
                <a:lnTo>
                  <a:pt x="234594" y="1366927"/>
                </a:lnTo>
                <a:lnTo>
                  <a:pt x="240305" y="1361837"/>
                </a:lnTo>
                <a:lnTo>
                  <a:pt x="246650" y="1357702"/>
                </a:lnTo>
                <a:lnTo>
                  <a:pt x="252679" y="1353885"/>
                </a:lnTo>
                <a:lnTo>
                  <a:pt x="259659" y="1349749"/>
                </a:lnTo>
                <a:lnTo>
                  <a:pt x="266005" y="1346250"/>
                </a:lnTo>
                <a:lnTo>
                  <a:pt x="272985" y="1343387"/>
                </a:lnTo>
                <a:lnTo>
                  <a:pt x="280282" y="1340205"/>
                </a:lnTo>
                <a:lnTo>
                  <a:pt x="287263" y="1337979"/>
                </a:lnTo>
                <a:lnTo>
                  <a:pt x="294877" y="1335752"/>
                </a:lnTo>
                <a:lnTo>
                  <a:pt x="302492" y="1334161"/>
                </a:lnTo>
                <a:lnTo>
                  <a:pt x="310107" y="1332889"/>
                </a:lnTo>
                <a:lnTo>
                  <a:pt x="318039" y="1331934"/>
                </a:lnTo>
                <a:lnTo>
                  <a:pt x="325971" y="1331298"/>
                </a:lnTo>
                <a:lnTo>
                  <a:pt x="333903" y="1330980"/>
                </a:lnTo>
                <a:lnTo>
                  <a:pt x="344056" y="1330026"/>
                </a:lnTo>
                <a:lnTo>
                  <a:pt x="372929" y="1327481"/>
                </a:lnTo>
                <a:lnTo>
                  <a:pt x="415762" y="1324300"/>
                </a:lnTo>
                <a:lnTo>
                  <a:pt x="441779" y="1322709"/>
                </a:lnTo>
                <a:lnTo>
                  <a:pt x="470017" y="1320800"/>
                </a:lnTo>
                <a:close/>
                <a:moveTo>
                  <a:pt x="1004887" y="995363"/>
                </a:moveTo>
                <a:lnTo>
                  <a:pt x="1176337" y="995363"/>
                </a:lnTo>
                <a:lnTo>
                  <a:pt x="1176337" y="1265238"/>
                </a:lnTo>
                <a:lnTo>
                  <a:pt x="1004887" y="1265238"/>
                </a:lnTo>
                <a:lnTo>
                  <a:pt x="1004887" y="995363"/>
                </a:lnTo>
                <a:close/>
                <a:moveTo>
                  <a:pt x="493561" y="847408"/>
                </a:moveTo>
                <a:lnTo>
                  <a:pt x="491024" y="847726"/>
                </a:lnTo>
                <a:lnTo>
                  <a:pt x="488804" y="848043"/>
                </a:lnTo>
                <a:lnTo>
                  <a:pt x="485950" y="848996"/>
                </a:lnTo>
                <a:lnTo>
                  <a:pt x="483730" y="849948"/>
                </a:lnTo>
                <a:lnTo>
                  <a:pt x="481510" y="851218"/>
                </a:lnTo>
                <a:lnTo>
                  <a:pt x="479290" y="852806"/>
                </a:lnTo>
                <a:lnTo>
                  <a:pt x="475167" y="856933"/>
                </a:lnTo>
                <a:lnTo>
                  <a:pt x="470727" y="861061"/>
                </a:lnTo>
                <a:lnTo>
                  <a:pt x="466604" y="865823"/>
                </a:lnTo>
                <a:lnTo>
                  <a:pt x="462482" y="871221"/>
                </a:lnTo>
                <a:lnTo>
                  <a:pt x="454553" y="882651"/>
                </a:lnTo>
                <a:lnTo>
                  <a:pt x="448527" y="890906"/>
                </a:lnTo>
                <a:lnTo>
                  <a:pt x="442819" y="899478"/>
                </a:lnTo>
                <a:lnTo>
                  <a:pt x="436793" y="908368"/>
                </a:lnTo>
                <a:lnTo>
                  <a:pt x="431402" y="917893"/>
                </a:lnTo>
                <a:lnTo>
                  <a:pt x="429499" y="926783"/>
                </a:lnTo>
                <a:lnTo>
                  <a:pt x="427596" y="935673"/>
                </a:lnTo>
                <a:lnTo>
                  <a:pt x="426010" y="945198"/>
                </a:lnTo>
                <a:lnTo>
                  <a:pt x="424742" y="954406"/>
                </a:lnTo>
                <a:lnTo>
                  <a:pt x="423790" y="963931"/>
                </a:lnTo>
                <a:lnTo>
                  <a:pt x="423156" y="973773"/>
                </a:lnTo>
                <a:lnTo>
                  <a:pt x="422839" y="982981"/>
                </a:lnTo>
                <a:lnTo>
                  <a:pt x="422839" y="992823"/>
                </a:lnTo>
                <a:lnTo>
                  <a:pt x="423156" y="1007111"/>
                </a:lnTo>
                <a:lnTo>
                  <a:pt x="424107" y="1020764"/>
                </a:lnTo>
                <a:lnTo>
                  <a:pt x="426010" y="1034099"/>
                </a:lnTo>
                <a:lnTo>
                  <a:pt x="428547" y="1047434"/>
                </a:lnTo>
                <a:lnTo>
                  <a:pt x="432036" y="1060769"/>
                </a:lnTo>
                <a:lnTo>
                  <a:pt x="435525" y="1073469"/>
                </a:lnTo>
                <a:lnTo>
                  <a:pt x="439965" y="1086169"/>
                </a:lnTo>
                <a:lnTo>
                  <a:pt x="445039" y="1098551"/>
                </a:lnTo>
                <a:lnTo>
                  <a:pt x="450430" y="1110934"/>
                </a:lnTo>
                <a:lnTo>
                  <a:pt x="456456" y="1122999"/>
                </a:lnTo>
                <a:lnTo>
                  <a:pt x="462799" y="1134429"/>
                </a:lnTo>
                <a:lnTo>
                  <a:pt x="469459" y="1145541"/>
                </a:lnTo>
                <a:lnTo>
                  <a:pt x="477070" y="1156019"/>
                </a:lnTo>
                <a:lnTo>
                  <a:pt x="484364" y="1166496"/>
                </a:lnTo>
                <a:lnTo>
                  <a:pt x="492293" y="1176656"/>
                </a:lnTo>
                <a:lnTo>
                  <a:pt x="500539" y="1186181"/>
                </a:lnTo>
                <a:lnTo>
                  <a:pt x="508784" y="1195389"/>
                </a:lnTo>
                <a:lnTo>
                  <a:pt x="517347" y="1204279"/>
                </a:lnTo>
                <a:lnTo>
                  <a:pt x="526227" y="1212216"/>
                </a:lnTo>
                <a:lnTo>
                  <a:pt x="535107" y="1220154"/>
                </a:lnTo>
                <a:lnTo>
                  <a:pt x="543987" y="1227456"/>
                </a:lnTo>
                <a:lnTo>
                  <a:pt x="553184" y="1234124"/>
                </a:lnTo>
                <a:lnTo>
                  <a:pt x="562381" y="1240474"/>
                </a:lnTo>
                <a:lnTo>
                  <a:pt x="571578" y="1245871"/>
                </a:lnTo>
                <a:lnTo>
                  <a:pt x="580775" y="1250951"/>
                </a:lnTo>
                <a:lnTo>
                  <a:pt x="589655" y="1255079"/>
                </a:lnTo>
                <a:lnTo>
                  <a:pt x="598853" y="1258889"/>
                </a:lnTo>
                <a:lnTo>
                  <a:pt x="607732" y="1262381"/>
                </a:lnTo>
                <a:lnTo>
                  <a:pt x="616612" y="1264604"/>
                </a:lnTo>
                <a:lnTo>
                  <a:pt x="624858" y="1266509"/>
                </a:lnTo>
                <a:lnTo>
                  <a:pt x="633421" y="1267461"/>
                </a:lnTo>
                <a:lnTo>
                  <a:pt x="641349" y="1267779"/>
                </a:lnTo>
                <a:lnTo>
                  <a:pt x="649595" y="1267461"/>
                </a:lnTo>
                <a:lnTo>
                  <a:pt x="657524" y="1266509"/>
                </a:lnTo>
                <a:lnTo>
                  <a:pt x="666404" y="1264604"/>
                </a:lnTo>
                <a:lnTo>
                  <a:pt x="674967" y="1262381"/>
                </a:lnTo>
                <a:lnTo>
                  <a:pt x="684164" y="1258889"/>
                </a:lnTo>
                <a:lnTo>
                  <a:pt x="692726" y="1255079"/>
                </a:lnTo>
                <a:lnTo>
                  <a:pt x="701924" y="1250951"/>
                </a:lnTo>
                <a:lnTo>
                  <a:pt x="711121" y="1245871"/>
                </a:lnTo>
                <a:lnTo>
                  <a:pt x="720318" y="1240474"/>
                </a:lnTo>
                <a:lnTo>
                  <a:pt x="729515" y="1234124"/>
                </a:lnTo>
                <a:lnTo>
                  <a:pt x="738395" y="1227456"/>
                </a:lnTo>
                <a:lnTo>
                  <a:pt x="747592" y="1220154"/>
                </a:lnTo>
                <a:lnTo>
                  <a:pt x="756472" y="1212216"/>
                </a:lnTo>
                <a:lnTo>
                  <a:pt x="765352" y="1204279"/>
                </a:lnTo>
                <a:lnTo>
                  <a:pt x="773915" y="1195389"/>
                </a:lnTo>
                <a:lnTo>
                  <a:pt x="782160" y="1186181"/>
                </a:lnTo>
                <a:lnTo>
                  <a:pt x="790406" y="1176656"/>
                </a:lnTo>
                <a:lnTo>
                  <a:pt x="798652" y="1166496"/>
                </a:lnTo>
                <a:lnTo>
                  <a:pt x="805946" y="1156019"/>
                </a:lnTo>
                <a:lnTo>
                  <a:pt x="813240" y="1145541"/>
                </a:lnTo>
                <a:lnTo>
                  <a:pt x="819900" y="1134429"/>
                </a:lnTo>
                <a:lnTo>
                  <a:pt x="826243" y="1122999"/>
                </a:lnTo>
                <a:lnTo>
                  <a:pt x="831952" y="1110934"/>
                </a:lnTo>
                <a:lnTo>
                  <a:pt x="837660" y="1098551"/>
                </a:lnTo>
                <a:lnTo>
                  <a:pt x="842417" y="1086169"/>
                </a:lnTo>
                <a:lnTo>
                  <a:pt x="847174" y="1073469"/>
                </a:lnTo>
                <a:lnTo>
                  <a:pt x="850980" y="1060769"/>
                </a:lnTo>
                <a:lnTo>
                  <a:pt x="853834" y="1047434"/>
                </a:lnTo>
                <a:lnTo>
                  <a:pt x="856689" y="1034099"/>
                </a:lnTo>
                <a:lnTo>
                  <a:pt x="858592" y="1020764"/>
                </a:lnTo>
                <a:lnTo>
                  <a:pt x="859543" y="1007111"/>
                </a:lnTo>
                <a:lnTo>
                  <a:pt x="860177" y="992823"/>
                </a:lnTo>
                <a:lnTo>
                  <a:pt x="859860" y="984886"/>
                </a:lnTo>
                <a:lnTo>
                  <a:pt x="859543" y="976313"/>
                </a:lnTo>
                <a:lnTo>
                  <a:pt x="837343" y="975361"/>
                </a:lnTo>
                <a:lnTo>
                  <a:pt x="814509" y="973773"/>
                </a:lnTo>
                <a:lnTo>
                  <a:pt x="791040" y="970916"/>
                </a:lnTo>
                <a:lnTo>
                  <a:pt x="767255" y="968058"/>
                </a:lnTo>
                <a:lnTo>
                  <a:pt x="743469" y="964566"/>
                </a:lnTo>
                <a:lnTo>
                  <a:pt x="719366" y="960438"/>
                </a:lnTo>
                <a:lnTo>
                  <a:pt x="695898" y="955041"/>
                </a:lnTo>
                <a:lnTo>
                  <a:pt x="684481" y="952501"/>
                </a:lnTo>
                <a:lnTo>
                  <a:pt x="673064" y="949643"/>
                </a:lnTo>
                <a:lnTo>
                  <a:pt x="661964" y="946468"/>
                </a:lnTo>
                <a:lnTo>
                  <a:pt x="651181" y="943293"/>
                </a:lnTo>
                <a:lnTo>
                  <a:pt x="640398" y="940118"/>
                </a:lnTo>
                <a:lnTo>
                  <a:pt x="629932" y="936308"/>
                </a:lnTo>
                <a:lnTo>
                  <a:pt x="620101" y="932816"/>
                </a:lnTo>
                <a:lnTo>
                  <a:pt x="610270" y="929006"/>
                </a:lnTo>
                <a:lnTo>
                  <a:pt x="601073" y="924878"/>
                </a:lnTo>
                <a:lnTo>
                  <a:pt x="592510" y="921068"/>
                </a:lnTo>
                <a:lnTo>
                  <a:pt x="583947" y="916941"/>
                </a:lnTo>
                <a:lnTo>
                  <a:pt x="576018" y="912178"/>
                </a:lnTo>
                <a:lnTo>
                  <a:pt x="568724" y="907733"/>
                </a:lnTo>
                <a:lnTo>
                  <a:pt x="561747" y="903288"/>
                </a:lnTo>
                <a:lnTo>
                  <a:pt x="555404" y="898208"/>
                </a:lnTo>
                <a:lnTo>
                  <a:pt x="550013" y="893128"/>
                </a:lnTo>
                <a:lnTo>
                  <a:pt x="544938" y="887731"/>
                </a:lnTo>
                <a:lnTo>
                  <a:pt x="540498" y="882651"/>
                </a:lnTo>
                <a:lnTo>
                  <a:pt x="536376" y="876936"/>
                </a:lnTo>
                <a:lnTo>
                  <a:pt x="532253" y="872173"/>
                </a:lnTo>
                <a:lnTo>
                  <a:pt x="528447" y="867728"/>
                </a:lnTo>
                <a:lnTo>
                  <a:pt x="524641" y="863601"/>
                </a:lnTo>
                <a:lnTo>
                  <a:pt x="520836" y="860426"/>
                </a:lnTo>
                <a:lnTo>
                  <a:pt x="517347" y="857251"/>
                </a:lnTo>
                <a:lnTo>
                  <a:pt x="514176" y="854393"/>
                </a:lnTo>
                <a:lnTo>
                  <a:pt x="511004" y="852488"/>
                </a:lnTo>
                <a:lnTo>
                  <a:pt x="507833" y="850583"/>
                </a:lnTo>
                <a:lnTo>
                  <a:pt x="504661" y="849313"/>
                </a:lnTo>
                <a:lnTo>
                  <a:pt x="501807" y="848361"/>
                </a:lnTo>
                <a:lnTo>
                  <a:pt x="499270" y="847726"/>
                </a:lnTo>
                <a:lnTo>
                  <a:pt x="496099" y="847408"/>
                </a:lnTo>
                <a:lnTo>
                  <a:pt x="493561" y="847408"/>
                </a:lnTo>
                <a:close/>
                <a:moveTo>
                  <a:pt x="1304925" y="828675"/>
                </a:moveTo>
                <a:lnTo>
                  <a:pt x="1476375" y="828675"/>
                </a:lnTo>
                <a:lnTo>
                  <a:pt x="1476375" y="1252538"/>
                </a:lnTo>
                <a:lnTo>
                  <a:pt x="1304925" y="1252538"/>
                </a:lnTo>
                <a:lnTo>
                  <a:pt x="1304925" y="828675"/>
                </a:lnTo>
                <a:close/>
                <a:moveTo>
                  <a:pt x="634055" y="655638"/>
                </a:moveTo>
                <a:lnTo>
                  <a:pt x="641349" y="655638"/>
                </a:lnTo>
                <a:lnTo>
                  <a:pt x="648644" y="655638"/>
                </a:lnTo>
                <a:lnTo>
                  <a:pt x="655938" y="655956"/>
                </a:lnTo>
                <a:lnTo>
                  <a:pt x="662915" y="656591"/>
                </a:lnTo>
                <a:lnTo>
                  <a:pt x="669892" y="657226"/>
                </a:lnTo>
                <a:lnTo>
                  <a:pt x="677187" y="658178"/>
                </a:lnTo>
                <a:lnTo>
                  <a:pt x="684164" y="659766"/>
                </a:lnTo>
                <a:lnTo>
                  <a:pt x="691141" y="661036"/>
                </a:lnTo>
                <a:lnTo>
                  <a:pt x="698118" y="662623"/>
                </a:lnTo>
                <a:lnTo>
                  <a:pt x="704778" y="664211"/>
                </a:lnTo>
                <a:lnTo>
                  <a:pt x="711438" y="666433"/>
                </a:lnTo>
                <a:lnTo>
                  <a:pt x="718415" y="668338"/>
                </a:lnTo>
                <a:lnTo>
                  <a:pt x="724758" y="670878"/>
                </a:lnTo>
                <a:lnTo>
                  <a:pt x="731418" y="673418"/>
                </a:lnTo>
                <a:lnTo>
                  <a:pt x="737761" y="676276"/>
                </a:lnTo>
                <a:lnTo>
                  <a:pt x="744421" y="679133"/>
                </a:lnTo>
                <a:lnTo>
                  <a:pt x="750446" y="682308"/>
                </a:lnTo>
                <a:lnTo>
                  <a:pt x="763132" y="688976"/>
                </a:lnTo>
                <a:lnTo>
                  <a:pt x="775500" y="696596"/>
                </a:lnTo>
                <a:lnTo>
                  <a:pt x="787235" y="704533"/>
                </a:lnTo>
                <a:lnTo>
                  <a:pt x="798652" y="713423"/>
                </a:lnTo>
                <a:lnTo>
                  <a:pt x="809435" y="722631"/>
                </a:lnTo>
                <a:lnTo>
                  <a:pt x="819900" y="732791"/>
                </a:lnTo>
                <a:lnTo>
                  <a:pt x="830049" y="743586"/>
                </a:lnTo>
                <a:lnTo>
                  <a:pt x="839880" y="754698"/>
                </a:lnTo>
                <a:lnTo>
                  <a:pt x="849394" y="766446"/>
                </a:lnTo>
                <a:lnTo>
                  <a:pt x="858274" y="778511"/>
                </a:lnTo>
                <a:lnTo>
                  <a:pt x="866520" y="791211"/>
                </a:lnTo>
                <a:lnTo>
                  <a:pt x="874449" y="804546"/>
                </a:lnTo>
                <a:lnTo>
                  <a:pt x="881743" y="818198"/>
                </a:lnTo>
                <a:lnTo>
                  <a:pt x="888403" y="832168"/>
                </a:lnTo>
                <a:lnTo>
                  <a:pt x="894746" y="847091"/>
                </a:lnTo>
                <a:lnTo>
                  <a:pt x="900137" y="861696"/>
                </a:lnTo>
                <a:lnTo>
                  <a:pt x="905529" y="876936"/>
                </a:lnTo>
                <a:lnTo>
                  <a:pt x="909651" y="892811"/>
                </a:lnTo>
                <a:lnTo>
                  <a:pt x="913457" y="908686"/>
                </a:lnTo>
                <a:lnTo>
                  <a:pt x="916946" y="924878"/>
                </a:lnTo>
                <a:lnTo>
                  <a:pt x="919166" y="941706"/>
                </a:lnTo>
                <a:lnTo>
                  <a:pt x="921068" y="958533"/>
                </a:lnTo>
                <a:lnTo>
                  <a:pt x="922020" y="975678"/>
                </a:lnTo>
                <a:lnTo>
                  <a:pt x="922337" y="992823"/>
                </a:lnTo>
                <a:lnTo>
                  <a:pt x="922337" y="1002031"/>
                </a:lnTo>
                <a:lnTo>
                  <a:pt x="922020" y="1010921"/>
                </a:lnTo>
                <a:lnTo>
                  <a:pt x="921386" y="1019811"/>
                </a:lnTo>
                <a:lnTo>
                  <a:pt x="920434" y="1028384"/>
                </a:lnTo>
                <a:lnTo>
                  <a:pt x="919483" y="1037274"/>
                </a:lnTo>
                <a:lnTo>
                  <a:pt x="918214" y="1045846"/>
                </a:lnTo>
                <a:lnTo>
                  <a:pt x="916628" y="1054419"/>
                </a:lnTo>
                <a:lnTo>
                  <a:pt x="915043" y="1062674"/>
                </a:lnTo>
                <a:lnTo>
                  <a:pt x="912823" y="1070929"/>
                </a:lnTo>
                <a:lnTo>
                  <a:pt x="910603" y="1079501"/>
                </a:lnTo>
                <a:lnTo>
                  <a:pt x="908383" y="1087756"/>
                </a:lnTo>
                <a:lnTo>
                  <a:pt x="906163" y="1095694"/>
                </a:lnTo>
                <a:lnTo>
                  <a:pt x="903309" y="1103631"/>
                </a:lnTo>
                <a:lnTo>
                  <a:pt x="900137" y="1111569"/>
                </a:lnTo>
                <a:lnTo>
                  <a:pt x="897283" y="1119189"/>
                </a:lnTo>
                <a:lnTo>
                  <a:pt x="894111" y="1126809"/>
                </a:lnTo>
                <a:lnTo>
                  <a:pt x="887134" y="1141731"/>
                </a:lnTo>
                <a:lnTo>
                  <a:pt x="879523" y="1156336"/>
                </a:lnTo>
                <a:lnTo>
                  <a:pt x="871277" y="1170624"/>
                </a:lnTo>
                <a:lnTo>
                  <a:pt x="862714" y="1184276"/>
                </a:lnTo>
                <a:lnTo>
                  <a:pt x="853517" y="1197611"/>
                </a:lnTo>
                <a:lnTo>
                  <a:pt x="843686" y="1209994"/>
                </a:lnTo>
                <a:lnTo>
                  <a:pt x="833854" y="1222376"/>
                </a:lnTo>
                <a:lnTo>
                  <a:pt x="823389" y="1233806"/>
                </a:lnTo>
                <a:lnTo>
                  <a:pt x="812606" y="1244919"/>
                </a:lnTo>
                <a:lnTo>
                  <a:pt x="801823" y="1255396"/>
                </a:lnTo>
                <a:lnTo>
                  <a:pt x="790406" y="1265239"/>
                </a:lnTo>
                <a:lnTo>
                  <a:pt x="778989" y="1274446"/>
                </a:lnTo>
                <a:lnTo>
                  <a:pt x="767255" y="1282701"/>
                </a:lnTo>
                <a:lnTo>
                  <a:pt x="755521" y="1290956"/>
                </a:lnTo>
                <a:lnTo>
                  <a:pt x="743786" y="1298259"/>
                </a:lnTo>
                <a:lnTo>
                  <a:pt x="732052" y="1304609"/>
                </a:lnTo>
                <a:lnTo>
                  <a:pt x="720318" y="1310641"/>
                </a:lnTo>
                <a:lnTo>
                  <a:pt x="708584" y="1315721"/>
                </a:lnTo>
                <a:lnTo>
                  <a:pt x="696849" y="1320166"/>
                </a:lnTo>
                <a:lnTo>
                  <a:pt x="685432" y="1323659"/>
                </a:lnTo>
                <a:lnTo>
                  <a:pt x="674015" y="1326516"/>
                </a:lnTo>
                <a:lnTo>
                  <a:pt x="662915" y="1328421"/>
                </a:lnTo>
                <a:lnTo>
                  <a:pt x="657207" y="1329374"/>
                </a:lnTo>
                <a:lnTo>
                  <a:pt x="652132" y="1329691"/>
                </a:lnTo>
                <a:lnTo>
                  <a:pt x="646424" y="1330009"/>
                </a:lnTo>
                <a:lnTo>
                  <a:pt x="641349" y="1330326"/>
                </a:lnTo>
                <a:lnTo>
                  <a:pt x="635958" y="1330009"/>
                </a:lnTo>
                <a:lnTo>
                  <a:pt x="630884" y="1329691"/>
                </a:lnTo>
                <a:lnTo>
                  <a:pt x="625492" y="1329374"/>
                </a:lnTo>
                <a:lnTo>
                  <a:pt x="620101" y="1328421"/>
                </a:lnTo>
                <a:lnTo>
                  <a:pt x="609001" y="1326516"/>
                </a:lnTo>
                <a:lnTo>
                  <a:pt x="597584" y="1323659"/>
                </a:lnTo>
                <a:lnTo>
                  <a:pt x="585850" y="1320166"/>
                </a:lnTo>
                <a:lnTo>
                  <a:pt x="574433" y="1315721"/>
                </a:lnTo>
                <a:lnTo>
                  <a:pt x="562698" y="1310641"/>
                </a:lnTo>
                <a:lnTo>
                  <a:pt x="550647" y="1304609"/>
                </a:lnTo>
                <a:lnTo>
                  <a:pt x="538913" y="1298259"/>
                </a:lnTo>
                <a:lnTo>
                  <a:pt x="527179" y="1290956"/>
                </a:lnTo>
                <a:lnTo>
                  <a:pt x="515444" y="1282701"/>
                </a:lnTo>
                <a:lnTo>
                  <a:pt x="503710" y="1274446"/>
                </a:lnTo>
                <a:lnTo>
                  <a:pt x="492293" y="1265239"/>
                </a:lnTo>
                <a:lnTo>
                  <a:pt x="481193" y="1255396"/>
                </a:lnTo>
                <a:lnTo>
                  <a:pt x="470093" y="1244919"/>
                </a:lnTo>
                <a:lnTo>
                  <a:pt x="459310" y="1233806"/>
                </a:lnTo>
                <a:lnTo>
                  <a:pt x="448845" y="1222376"/>
                </a:lnTo>
                <a:lnTo>
                  <a:pt x="438696" y="1209994"/>
                </a:lnTo>
                <a:lnTo>
                  <a:pt x="429499" y="1197611"/>
                </a:lnTo>
                <a:lnTo>
                  <a:pt x="419985" y="1184276"/>
                </a:lnTo>
                <a:lnTo>
                  <a:pt x="411422" y="1170624"/>
                </a:lnTo>
                <a:lnTo>
                  <a:pt x="403176" y="1156336"/>
                </a:lnTo>
                <a:lnTo>
                  <a:pt x="395565" y="1141731"/>
                </a:lnTo>
                <a:lnTo>
                  <a:pt x="388588" y="1126809"/>
                </a:lnTo>
                <a:lnTo>
                  <a:pt x="385416" y="1119189"/>
                </a:lnTo>
                <a:lnTo>
                  <a:pt x="382245" y="1111569"/>
                </a:lnTo>
                <a:lnTo>
                  <a:pt x="379390" y="1103631"/>
                </a:lnTo>
                <a:lnTo>
                  <a:pt x="376853" y="1095694"/>
                </a:lnTo>
                <a:lnTo>
                  <a:pt x="374316" y="1087756"/>
                </a:lnTo>
                <a:lnTo>
                  <a:pt x="372096" y="1079501"/>
                </a:lnTo>
                <a:lnTo>
                  <a:pt x="369559" y="1070929"/>
                </a:lnTo>
                <a:lnTo>
                  <a:pt x="367656" y="1062674"/>
                </a:lnTo>
                <a:lnTo>
                  <a:pt x="366071" y="1054419"/>
                </a:lnTo>
                <a:lnTo>
                  <a:pt x="364485" y="1045846"/>
                </a:lnTo>
                <a:lnTo>
                  <a:pt x="363216" y="1037274"/>
                </a:lnTo>
                <a:lnTo>
                  <a:pt x="362265" y="1028384"/>
                </a:lnTo>
                <a:lnTo>
                  <a:pt x="361313" y="1019811"/>
                </a:lnTo>
                <a:lnTo>
                  <a:pt x="360996" y="1010921"/>
                </a:lnTo>
                <a:lnTo>
                  <a:pt x="360362" y="1002031"/>
                </a:lnTo>
                <a:lnTo>
                  <a:pt x="360362" y="992823"/>
                </a:lnTo>
                <a:lnTo>
                  <a:pt x="360679" y="975678"/>
                </a:lnTo>
                <a:lnTo>
                  <a:pt x="361948" y="958533"/>
                </a:lnTo>
                <a:lnTo>
                  <a:pt x="363533" y="941706"/>
                </a:lnTo>
                <a:lnTo>
                  <a:pt x="366071" y="924878"/>
                </a:lnTo>
                <a:lnTo>
                  <a:pt x="368925" y="908686"/>
                </a:lnTo>
                <a:lnTo>
                  <a:pt x="373048" y="892811"/>
                </a:lnTo>
                <a:lnTo>
                  <a:pt x="377171" y="876936"/>
                </a:lnTo>
                <a:lnTo>
                  <a:pt x="382245" y="861696"/>
                </a:lnTo>
                <a:lnTo>
                  <a:pt x="387953" y="847091"/>
                </a:lnTo>
                <a:lnTo>
                  <a:pt x="393979" y="832168"/>
                </a:lnTo>
                <a:lnTo>
                  <a:pt x="400956" y="818198"/>
                </a:lnTo>
                <a:lnTo>
                  <a:pt x="408568" y="804546"/>
                </a:lnTo>
                <a:lnTo>
                  <a:pt x="416179" y="791211"/>
                </a:lnTo>
                <a:lnTo>
                  <a:pt x="424425" y="778511"/>
                </a:lnTo>
                <a:lnTo>
                  <a:pt x="433305" y="766446"/>
                </a:lnTo>
                <a:lnTo>
                  <a:pt x="442819" y="754698"/>
                </a:lnTo>
                <a:lnTo>
                  <a:pt x="452650" y="743586"/>
                </a:lnTo>
                <a:lnTo>
                  <a:pt x="462482" y="732791"/>
                </a:lnTo>
                <a:lnTo>
                  <a:pt x="473264" y="722631"/>
                </a:lnTo>
                <a:lnTo>
                  <a:pt x="484047" y="713423"/>
                </a:lnTo>
                <a:lnTo>
                  <a:pt x="495464" y="704533"/>
                </a:lnTo>
                <a:lnTo>
                  <a:pt x="507516" y="696596"/>
                </a:lnTo>
                <a:lnTo>
                  <a:pt x="519567" y="688976"/>
                </a:lnTo>
                <a:lnTo>
                  <a:pt x="531936" y="682308"/>
                </a:lnTo>
                <a:lnTo>
                  <a:pt x="538278" y="679133"/>
                </a:lnTo>
                <a:lnTo>
                  <a:pt x="544938" y="676276"/>
                </a:lnTo>
                <a:lnTo>
                  <a:pt x="551281" y="673418"/>
                </a:lnTo>
                <a:lnTo>
                  <a:pt x="557941" y="670878"/>
                </a:lnTo>
                <a:lnTo>
                  <a:pt x="564284" y="668338"/>
                </a:lnTo>
                <a:lnTo>
                  <a:pt x="571261" y="666433"/>
                </a:lnTo>
                <a:lnTo>
                  <a:pt x="577921" y="664211"/>
                </a:lnTo>
                <a:lnTo>
                  <a:pt x="584898" y="662623"/>
                </a:lnTo>
                <a:lnTo>
                  <a:pt x="591875" y="661036"/>
                </a:lnTo>
                <a:lnTo>
                  <a:pt x="598535" y="659766"/>
                </a:lnTo>
                <a:lnTo>
                  <a:pt x="605830" y="658178"/>
                </a:lnTo>
                <a:lnTo>
                  <a:pt x="612490" y="657226"/>
                </a:lnTo>
                <a:lnTo>
                  <a:pt x="619784" y="656591"/>
                </a:lnTo>
                <a:lnTo>
                  <a:pt x="627078" y="655956"/>
                </a:lnTo>
                <a:lnTo>
                  <a:pt x="634055" y="655638"/>
                </a:lnTo>
                <a:close/>
                <a:moveTo>
                  <a:pt x="1604962" y="463550"/>
                </a:moveTo>
                <a:lnTo>
                  <a:pt x="1776412" y="463550"/>
                </a:lnTo>
                <a:lnTo>
                  <a:pt x="1776412" y="1252538"/>
                </a:lnTo>
                <a:lnTo>
                  <a:pt x="1604962" y="1252538"/>
                </a:lnTo>
                <a:lnTo>
                  <a:pt x="1604962" y="463550"/>
                </a:lnTo>
                <a:close/>
                <a:moveTo>
                  <a:pt x="0" y="0"/>
                </a:moveTo>
                <a:lnTo>
                  <a:pt x="2125663" y="0"/>
                </a:lnTo>
                <a:lnTo>
                  <a:pt x="2125663" y="171553"/>
                </a:lnTo>
                <a:lnTo>
                  <a:pt x="2039621" y="171553"/>
                </a:lnTo>
                <a:lnTo>
                  <a:pt x="2039621" y="1577975"/>
                </a:lnTo>
                <a:lnTo>
                  <a:pt x="1252220" y="1577975"/>
                </a:lnTo>
                <a:lnTo>
                  <a:pt x="1252220" y="1449310"/>
                </a:lnTo>
                <a:lnTo>
                  <a:pt x="1911033" y="1449310"/>
                </a:lnTo>
                <a:lnTo>
                  <a:pt x="1911033" y="171553"/>
                </a:lnTo>
                <a:lnTo>
                  <a:pt x="195263" y="171553"/>
                </a:lnTo>
                <a:lnTo>
                  <a:pt x="195263" y="1249164"/>
                </a:lnTo>
                <a:lnTo>
                  <a:pt x="66675" y="1249164"/>
                </a:lnTo>
                <a:lnTo>
                  <a:pt x="66675" y="171553"/>
                </a:lnTo>
                <a:lnTo>
                  <a:pt x="0" y="17155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814990" y="2111127"/>
            <a:ext cx="8684794" cy="861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3777" b="1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谢 谢 大 家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SLIDE_THEME_COLOR" val="true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679</TotalTime>
  <Words>720</Words>
  <Application>Microsoft Office PowerPoint</Application>
  <PresentationFormat>自定义</PresentationFormat>
  <Paragraphs>80</Paragraphs>
  <Slides>19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宋体</vt:lpstr>
      <vt:lpstr>微软雅黑</vt:lpstr>
      <vt:lpstr>新宋体</vt:lpstr>
      <vt:lpstr>Arial</vt:lpstr>
      <vt:lpstr>Calibri</vt:lpstr>
      <vt:lpstr>Office 主题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Windows 用户</dc:creator>
  <cp:lastModifiedBy>samuche@qq.com</cp:lastModifiedBy>
  <cp:revision>371</cp:revision>
  <dcterms:created xsi:type="dcterms:W3CDTF">2016-04-25T01:13:00Z</dcterms:created>
  <dcterms:modified xsi:type="dcterms:W3CDTF">2024-10-21T01:46:29Z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2052-10.1.0.7578</vt:lpwstr>
  </property>
</Properties>
</file>