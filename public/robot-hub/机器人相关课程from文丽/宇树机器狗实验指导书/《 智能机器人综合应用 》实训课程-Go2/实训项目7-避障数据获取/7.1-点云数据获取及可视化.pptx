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11090117" r:id="rId3"/>
    <p:sldId id="272" r:id="rId4"/>
    <p:sldId id="11090138" r:id="rId5"/>
    <p:sldId id="11090140" r:id="rId6"/>
    <p:sldId id="11090144" r:id="rId7"/>
    <p:sldId id="11090141" r:id="rId8"/>
    <p:sldId id="11090143" r:id="rId9"/>
    <p:sldId id="11090142" r:id="rId10"/>
    <p:sldId id="11090145" r:id="rId11"/>
    <p:sldId id="11090146" r:id="rId12"/>
    <p:sldId id="11090147" r:id="rId13"/>
    <p:sldId id="273" r:id="rId14"/>
    <p:sldId id="288" r:id="rId15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81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08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802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06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57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289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48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17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033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9499" y="1400137"/>
            <a:ext cx="5299849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7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避障数据获取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7.1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点云数据获取及可视化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掌握点云数据获取方法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5547037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ROS2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中可视化点云的方法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消息话题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1195858" y="1113780"/>
            <a:ext cx="764472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激光雷达默认发布两个点云话题：</a:t>
            </a:r>
          </a:p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激光雷达的原始点云：话题名称为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"rt/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utlidar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/cloud"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其所在坐标系为激光雷达坐标系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utlidar_lidar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50000"/>
              </a:lnSpc>
            </a:pP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去除运动畸变后的点云：话题名称为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"rt/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utlidar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cloud_deskewed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其所在坐标系为与机身里程计一致的世界坐标系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 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odom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593502" y="1185788"/>
            <a:ext cx="9505056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PointCloud2_.idl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是一种用于表示三维点云数据的消息类型。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PointCloud2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消息定义了一个包含点云数据的多维数组，其中每个元素都包含一个或多个字段。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每个字段可以是一种预定义类型，如 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float32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int32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等，也可以是自定义的类型。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034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消息格式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26BD74-64E5-4F8A-8245-ECB3662A0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54" y="974208"/>
            <a:ext cx="5904656" cy="385819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DB2FC35-D965-48F8-98DD-F5DFA4A482D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消息格式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4007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获取点云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DC8A82-7583-4944-BD7D-0C4D3A04F410}"/>
              </a:ext>
            </a:extLst>
          </p:cNvPr>
          <p:cNvSpPr txBox="1"/>
          <p:nvPr/>
        </p:nvSpPr>
        <p:spPr>
          <a:xfrm>
            <a:off x="1124975" y="1401812"/>
            <a:ext cx="84268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在使用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 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订阅处理点云前，请先确保已安装 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unitree_sdk2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在如下示例程序中，我们订阅了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点云话题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rt/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/cloud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，并在回调函数中打印点云相关信息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-apple-system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769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获取点云	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CC89C4-FAE3-4FEB-8CDB-1BB100FE8BD2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示例代码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5ECE1E-6CFD-41F7-8EAB-7F40744F0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662" y="829128"/>
            <a:ext cx="5310011" cy="399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42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获取点云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配置文件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DC4C02-4623-468F-BE94-46BBE0412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054" y="1589150"/>
            <a:ext cx="6751905" cy="22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34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点云数据获取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DDS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获取点云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DD8B60-143C-471D-9C4E-DE2D707BFBAC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478B34-6D95-4C3C-A052-2F8A76C37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544" y="923926"/>
            <a:ext cx="4331132" cy="383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81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可视化点云数据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DAB7E-69AD-4D0A-A473-FEE8D47570F1}"/>
              </a:ext>
            </a:extLst>
          </p:cNvPr>
          <p:cNvSpPr txBox="1"/>
          <p:nvPr/>
        </p:nvSpPr>
        <p:spPr>
          <a:xfrm>
            <a:off x="1313583" y="1113780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操作步骤如下：</a:t>
            </a:r>
            <a:endParaRPr lang="en-US" altLang="zh-CN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首先，运行如下命令 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rviz2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，打开 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rviz2</a:t>
            </a:r>
            <a:endParaRPr lang="zh-CN" altLang="en-US" b="0" i="0" dirty="0">
              <a:solidFill>
                <a:srgbClr val="3F4A54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然后，在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Fixed Frame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处设置坐标系为 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odom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点击左下角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，选择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By topic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，再选中对应的点云话题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utlidar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b="1" i="0" dirty="0" err="1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cloud_deskewed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可以设置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b="1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Decay Time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1s</a:t>
            </a:r>
            <a:r>
              <a:rPr lang="zh-CN" altLang="en-US" b="0" i="0" dirty="0">
                <a:solidFill>
                  <a:srgbClr val="3F4A5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或更长时间，来缓存一定时间的点云数据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6789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可视化点云数据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F80C2B-440C-4DAB-B972-568065E87896}"/>
              </a:ext>
            </a:extLst>
          </p:cNvPr>
          <p:cNvSpPr txBox="1"/>
          <p:nvPr/>
        </p:nvSpPr>
        <p:spPr>
          <a:xfrm>
            <a:off x="4265910" y="4903748"/>
            <a:ext cx="2130559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运行结果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CBF994-5CB3-4553-B787-3D7E87CE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536" y="969764"/>
            <a:ext cx="6785821" cy="385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121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1790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如何定义自定义点云格式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如何在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Rviz2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中显示点云数据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471</Words>
  <Application>Microsoft Office PowerPoint</Application>
  <PresentationFormat>自定义</PresentationFormat>
  <Paragraphs>57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-apple-system</vt:lpstr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295</cp:revision>
  <dcterms:created xsi:type="dcterms:W3CDTF">2016-04-25T01:13:00Z</dcterms:created>
  <dcterms:modified xsi:type="dcterms:W3CDTF">2024-10-21T01:14:48Z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