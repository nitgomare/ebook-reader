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78" r:id="rId2"/>
    <p:sldMasterId id="2147483710" r:id="rId3"/>
  </p:sldMasterIdLst>
  <p:notesMasterIdLst>
    <p:notesMasterId r:id="rId28"/>
  </p:notesMasterIdLst>
  <p:sldIdLst>
    <p:sldId id="11090117" r:id="rId4"/>
    <p:sldId id="272" r:id="rId5"/>
    <p:sldId id="284" r:id="rId6"/>
    <p:sldId id="11090118" r:id="rId7"/>
    <p:sldId id="11090119" r:id="rId8"/>
    <p:sldId id="11090120" r:id="rId9"/>
    <p:sldId id="11090121" r:id="rId10"/>
    <p:sldId id="11090122" r:id="rId11"/>
    <p:sldId id="11090123" r:id="rId12"/>
    <p:sldId id="11090124" r:id="rId13"/>
    <p:sldId id="11090125" r:id="rId14"/>
    <p:sldId id="11090126" r:id="rId15"/>
    <p:sldId id="11090127" r:id="rId16"/>
    <p:sldId id="11090128" r:id="rId17"/>
    <p:sldId id="11090129" r:id="rId18"/>
    <p:sldId id="11090130" r:id="rId19"/>
    <p:sldId id="11090131" r:id="rId20"/>
    <p:sldId id="11090132" r:id="rId21"/>
    <p:sldId id="11090133" r:id="rId22"/>
    <p:sldId id="11090134" r:id="rId23"/>
    <p:sldId id="11090135" r:id="rId24"/>
    <p:sldId id="11090136" r:id="rId25"/>
    <p:sldId id="273" r:id="rId26"/>
    <p:sldId id="288" r:id="rId27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7734A1C5-2DA6-4A33-AF7F-D3C4DF2F5DA3}">
          <p14:sldIdLst>
            <p14:sldId id="11090117"/>
            <p14:sldId id="272"/>
            <p14:sldId id="284"/>
            <p14:sldId id="11090118"/>
            <p14:sldId id="11090119"/>
            <p14:sldId id="11090120"/>
            <p14:sldId id="11090121"/>
            <p14:sldId id="11090122"/>
            <p14:sldId id="11090123"/>
            <p14:sldId id="11090124"/>
            <p14:sldId id="11090125"/>
            <p14:sldId id="11090126"/>
            <p14:sldId id="11090127"/>
            <p14:sldId id="11090128"/>
            <p14:sldId id="11090129"/>
            <p14:sldId id="11090130"/>
            <p14:sldId id="11090131"/>
            <p14:sldId id="11090132"/>
            <p14:sldId id="11090133"/>
            <p14:sldId id="11090134"/>
            <p14:sldId id="11090135"/>
            <p14:sldId id="11090136"/>
            <p14:sldId id="273"/>
            <p14:sldId id="288"/>
          </p14:sldIdLst>
        </p14:section>
        <p14:section name="结束" id="{E313DF9B-CE10-480F-B763-398289A0129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FAB"/>
    <a:srgbClr val="E6E6EE"/>
    <a:srgbClr val="333333"/>
    <a:srgbClr val="6D93AB"/>
    <a:srgbClr val="657890"/>
    <a:srgbClr val="415264"/>
    <a:srgbClr val="6B7F97"/>
    <a:srgbClr val="F4B183"/>
    <a:srgbClr val="7C92AA"/>
    <a:srgbClr val="4F63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7" autoAdjust="0"/>
    <p:restoredTop sz="92023" autoAdjust="0"/>
  </p:normalViewPr>
  <p:slideViewPr>
    <p:cSldViewPr>
      <p:cViewPr varScale="1">
        <p:scale>
          <a:sx n="87" d="100"/>
          <a:sy n="87" d="100"/>
        </p:scale>
        <p:origin x="317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97"/>
    </p:cViewPr>
  </p:sorterViewPr>
  <p:notesViewPr>
    <p:cSldViewPr>
      <p:cViewPr varScale="1">
        <p:scale>
          <a:sx n="79" d="100"/>
          <a:sy n="79" d="100"/>
        </p:scale>
        <p:origin x="1752" y="6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8DFCC-589B-4A60-9C12-59D686ADFEC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CC3E0-7DDF-45E7-A937-AD50A2B51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8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CD993E-5DAD-69E8-F31D-B1ED5FB48DAE}"/>
              </a:ext>
            </a:extLst>
          </p:cNvPr>
          <p:cNvSpPr txBox="1"/>
          <p:nvPr userDrawn="1"/>
        </p:nvSpPr>
        <p:spPr>
          <a:xfrm>
            <a:off x="9575964" y="352690"/>
            <a:ext cx="1992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AE168DC-9388-E468-B704-B2CB7D256052}"/>
              </a:ext>
            </a:extLst>
          </p:cNvPr>
          <p:cNvCxnSpPr/>
          <p:nvPr userDrawn="1"/>
        </p:nvCxnSpPr>
        <p:spPr>
          <a:xfrm>
            <a:off x="11650980" y="483495"/>
            <a:ext cx="54102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57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rgbClr val="E6E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CD993E-5DAD-69E8-F31D-B1ED5FB48DAE}"/>
              </a:ext>
            </a:extLst>
          </p:cNvPr>
          <p:cNvSpPr txBox="1"/>
          <p:nvPr userDrawn="1"/>
        </p:nvSpPr>
        <p:spPr>
          <a:xfrm>
            <a:off x="9575964" y="352690"/>
            <a:ext cx="1992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AE168DC-9388-E468-B704-B2CB7D256052}"/>
              </a:ext>
            </a:extLst>
          </p:cNvPr>
          <p:cNvCxnSpPr/>
          <p:nvPr userDrawn="1"/>
        </p:nvCxnSpPr>
        <p:spPr>
          <a:xfrm>
            <a:off x="11650980" y="483495"/>
            <a:ext cx="54102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07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D5039D7-41B9-05E7-76B8-5CE2DABFDA99}"/>
              </a:ext>
            </a:extLst>
          </p:cNvPr>
          <p:cNvSpPr txBox="1"/>
          <p:nvPr userDrawn="1"/>
        </p:nvSpPr>
        <p:spPr>
          <a:xfrm>
            <a:off x="9575964" y="352690"/>
            <a:ext cx="1992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5854293-DABE-4291-834E-A1631254A371}"/>
              </a:ext>
            </a:extLst>
          </p:cNvPr>
          <p:cNvCxnSpPr/>
          <p:nvPr userDrawn="1"/>
        </p:nvCxnSpPr>
        <p:spPr>
          <a:xfrm>
            <a:off x="11650980" y="483495"/>
            <a:ext cx="54102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235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074057" y="1691297"/>
            <a:ext cx="2946400" cy="3270775"/>
          </a:xfrm>
          <a:custGeom>
            <a:avLst/>
            <a:gdLst>
              <a:gd name="connsiteX0" fmla="*/ 0 w 2946400"/>
              <a:gd name="connsiteY0" fmla="*/ 0 h 3270775"/>
              <a:gd name="connsiteX1" fmla="*/ 2946400 w 2946400"/>
              <a:gd name="connsiteY1" fmla="*/ 0 h 3270775"/>
              <a:gd name="connsiteX2" fmla="*/ 2946400 w 2946400"/>
              <a:gd name="connsiteY2" fmla="*/ 3270775 h 3270775"/>
              <a:gd name="connsiteX3" fmla="*/ 0 w 2946400"/>
              <a:gd name="connsiteY3" fmla="*/ 3270775 h 32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3270775">
                <a:moveTo>
                  <a:pt x="0" y="0"/>
                </a:moveTo>
                <a:lnTo>
                  <a:pt x="2946400" y="0"/>
                </a:lnTo>
                <a:lnTo>
                  <a:pt x="2946400" y="3270775"/>
                </a:lnTo>
                <a:lnTo>
                  <a:pt x="0" y="32707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1"/>
          </p:nvPr>
        </p:nvSpPr>
        <p:spPr>
          <a:xfrm>
            <a:off x="4622800" y="1691297"/>
            <a:ext cx="2946400" cy="3270775"/>
          </a:xfrm>
          <a:custGeom>
            <a:avLst/>
            <a:gdLst>
              <a:gd name="connsiteX0" fmla="*/ 0 w 2946400"/>
              <a:gd name="connsiteY0" fmla="*/ 0 h 3270775"/>
              <a:gd name="connsiteX1" fmla="*/ 2946400 w 2946400"/>
              <a:gd name="connsiteY1" fmla="*/ 0 h 3270775"/>
              <a:gd name="connsiteX2" fmla="*/ 2946400 w 2946400"/>
              <a:gd name="connsiteY2" fmla="*/ 3270775 h 3270775"/>
              <a:gd name="connsiteX3" fmla="*/ 0 w 2946400"/>
              <a:gd name="connsiteY3" fmla="*/ 3270775 h 32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3270775">
                <a:moveTo>
                  <a:pt x="0" y="0"/>
                </a:moveTo>
                <a:lnTo>
                  <a:pt x="2946400" y="0"/>
                </a:lnTo>
                <a:lnTo>
                  <a:pt x="2946400" y="3270775"/>
                </a:lnTo>
                <a:lnTo>
                  <a:pt x="0" y="32707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8171543" y="1691297"/>
            <a:ext cx="2946400" cy="3270775"/>
          </a:xfrm>
          <a:custGeom>
            <a:avLst/>
            <a:gdLst>
              <a:gd name="connsiteX0" fmla="*/ 0 w 2946400"/>
              <a:gd name="connsiteY0" fmla="*/ 0 h 3270775"/>
              <a:gd name="connsiteX1" fmla="*/ 2946400 w 2946400"/>
              <a:gd name="connsiteY1" fmla="*/ 0 h 3270775"/>
              <a:gd name="connsiteX2" fmla="*/ 2946400 w 2946400"/>
              <a:gd name="connsiteY2" fmla="*/ 3270775 h 3270775"/>
              <a:gd name="connsiteX3" fmla="*/ 0 w 2946400"/>
              <a:gd name="connsiteY3" fmla="*/ 3270775 h 32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3270775">
                <a:moveTo>
                  <a:pt x="0" y="0"/>
                </a:moveTo>
                <a:lnTo>
                  <a:pt x="2946400" y="0"/>
                </a:lnTo>
                <a:lnTo>
                  <a:pt x="2946400" y="3270775"/>
                </a:lnTo>
                <a:lnTo>
                  <a:pt x="0" y="32707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3741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589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85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392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681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98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119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183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862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571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275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83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620"/>
            <a:ext cx="10363202" cy="14701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557"/>
            <a:ext cx="8534402" cy="17527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7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54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82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09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37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64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92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19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649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418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6" y="4407305"/>
            <a:ext cx="10363202" cy="1362200"/>
          </a:xfrm>
        </p:spPr>
        <p:txBody>
          <a:bodyPr anchor="t"/>
          <a:lstStyle>
            <a:lvl1pPr algn="l">
              <a:defRPr sz="3743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6" y="2906980"/>
            <a:ext cx="10363202" cy="1500325"/>
          </a:xfrm>
        </p:spPr>
        <p:txBody>
          <a:bodyPr anchor="b"/>
          <a:lstStyle>
            <a:lvl1pPr marL="0" indent="0">
              <a:buNone/>
              <a:defRPr sz="1872">
                <a:solidFill>
                  <a:schemeClr val="tx1">
                    <a:tint val="75000"/>
                  </a:schemeClr>
                </a:solidFill>
              </a:defRPr>
            </a:lvl1pPr>
            <a:lvl2pPr marL="427841" indent="0">
              <a:buNone/>
              <a:defRPr sz="1681">
                <a:solidFill>
                  <a:schemeClr val="tx1">
                    <a:tint val="75000"/>
                  </a:schemeClr>
                </a:solidFill>
              </a:defRPr>
            </a:lvl2pPr>
            <a:lvl3pPr marL="854928" indent="0">
              <a:buNone/>
              <a:defRPr sz="1497">
                <a:solidFill>
                  <a:schemeClr val="tx1">
                    <a:tint val="75000"/>
                  </a:schemeClr>
                </a:solidFill>
              </a:defRPr>
            </a:lvl3pPr>
            <a:lvl4pPr marL="1282770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4pPr>
            <a:lvl5pPr marL="1709857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5pPr>
            <a:lvl6pPr marL="2137698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6pPr>
            <a:lvl7pPr marL="2564785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7pPr>
            <a:lvl8pPr marL="2992627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8pPr>
            <a:lvl9pPr marL="3419714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263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347"/>
            <a:ext cx="5384801" cy="4526378"/>
          </a:xfrm>
        </p:spPr>
        <p:txBody>
          <a:bodyPr/>
          <a:lstStyle>
            <a:lvl1pPr>
              <a:defRPr sz="2620"/>
            </a:lvl1pPr>
            <a:lvl2pPr>
              <a:defRPr sz="2246"/>
            </a:lvl2pPr>
            <a:lvl3pPr>
              <a:defRPr sz="1872"/>
            </a:lvl3pPr>
            <a:lvl4pPr>
              <a:defRPr sz="1681"/>
            </a:lvl4pPr>
            <a:lvl5pPr>
              <a:defRPr sz="1681"/>
            </a:lvl5pPr>
            <a:lvl6pPr>
              <a:defRPr sz="1681"/>
            </a:lvl6pPr>
            <a:lvl7pPr>
              <a:defRPr sz="1681"/>
            </a:lvl7pPr>
            <a:lvl8pPr>
              <a:defRPr sz="1681"/>
            </a:lvl8pPr>
            <a:lvl9pPr>
              <a:defRPr sz="16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2" y="1600347"/>
            <a:ext cx="5384801" cy="4526378"/>
          </a:xfrm>
        </p:spPr>
        <p:txBody>
          <a:bodyPr/>
          <a:lstStyle>
            <a:lvl1pPr>
              <a:defRPr sz="2620"/>
            </a:lvl1pPr>
            <a:lvl2pPr>
              <a:defRPr sz="2246"/>
            </a:lvl2pPr>
            <a:lvl3pPr>
              <a:defRPr sz="1872"/>
            </a:lvl3pPr>
            <a:lvl4pPr>
              <a:defRPr sz="1681"/>
            </a:lvl4pPr>
            <a:lvl5pPr>
              <a:defRPr sz="1681"/>
            </a:lvl5pPr>
            <a:lvl6pPr>
              <a:defRPr sz="1681"/>
            </a:lvl6pPr>
            <a:lvl7pPr>
              <a:defRPr sz="1681"/>
            </a:lvl7pPr>
            <a:lvl8pPr>
              <a:defRPr sz="1681"/>
            </a:lvl8pPr>
            <a:lvl9pPr>
              <a:defRPr sz="16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93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254"/>
            <a:ext cx="5386919" cy="639821"/>
          </a:xfrm>
        </p:spPr>
        <p:txBody>
          <a:bodyPr anchor="b"/>
          <a:lstStyle>
            <a:lvl1pPr marL="0" indent="0">
              <a:buNone/>
              <a:defRPr sz="2246" b="1"/>
            </a:lvl1pPr>
            <a:lvl2pPr marL="427841" indent="0">
              <a:buNone/>
              <a:defRPr sz="1872" b="1"/>
            </a:lvl2pPr>
            <a:lvl3pPr marL="854928" indent="0">
              <a:buNone/>
              <a:defRPr sz="1681" b="1"/>
            </a:lvl3pPr>
            <a:lvl4pPr marL="1282770" indent="0">
              <a:buNone/>
              <a:defRPr sz="1497" b="1"/>
            </a:lvl4pPr>
            <a:lvl5pPr marL="1709857" indent="0">
              <a:buNone/>
              <a:defRPr sz="1497" b="1"/>
            </a:lvl5pPr>
            <a:lvl6pPr marL="2137698" indent="0">
              <a:buNone/>
              <a:defRPr sz="1497" b="1"/>
            </a:lvl6pPr>
            <a:lvl7pPr marL="2564785" indent="0">
              <a:buNone/>
              <a:defRPr sz="1497" b="1"/>
            </a:lvl7pPr>
            <a:lvl8pPr marL="2992627" indent="0">
              <a:buNone/>
              <a:defRPr sz="1497" b="1"/>
            </a:lvl8pPr>
            <a:lvl9pPr marL="3419714" indent="0">
              <a:buNone/>
              <a:defRPr sz="14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5075"/>
            <a:ext cx="5386919" cy="3951651"/>
          </a:xfrm>
        </p:spPr>
        <p:txBody>
          <a:bodyPr/>
          <a:lstStyle>
            <a:lvl1pPr>
              <a:defRPr sz="2246"/>
            </a:lvl1pPr>
            <a:lvl2pPr>
              <a:defRPr sz="1872"/>
            </a:lvl2pPr>
            <a:lvl3pPr>
              <a:defRPr sz="1681"/>
            </a:lvl3pPr>
            <a:lvl4pPr>
              <a:defRPr sz="1497"/>
            </a:lvl4pPr>
            <a:lvl5pPr>
              <a:defRPr sz="1497"/>
            </a:lvl5pPr>
            <a:lvl6pPr>
              <a:defRPr sz="1497"/>
            </a:lvl6pPr>
            <a:lvl7pPr>
              <a:defRPr sz="1497"/>
            </a:lvl7pPr>
            <a:lvl8pPr>
              <a:defRPr sz="1497"/>
            </a:lvl8pPr>
            <a:lvl9pPr>
              <a:defRPr sz="14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254"/>
            <a:ext cx="5389034" cy="639821"/>
          </a:xfrm>
        </p:spPr>
        <p:txBody>
          <a:bodyPr anchor="b"/>
          <a:lstStyle>
            <a:lvl1pPr marL="0" indent="0">
              <a:buNone/>
              <a:defRPr sz="2246" b="1"/>
            </a:lvl1pPr>
            <a:lvl2pPr marL="427841" indent="0">
              <a:buNone/>
              <a:defRPr sz="1872" b="1"/>
            </a:lvl2pPr>
            <a:lvl3pPr marL="854928" indent="0">
              <a:buNone/>
              <a:defRPr sz="1681" b="1"/>
            </a:lvl3pPr>
            <a:lvl4pPr marL="1282770" indent="0">
              <a:buNone/>
              <a:defRPr sz="1497" b="1"/>
            </a:lvl4pPr>
            <a:lvl5pPr marL="1709857" indent="0">
              <a:buNone/>
              <a:defRPr sz="1497" b="1"/>
            </a:lvl5pPr>
            <a:lvl6pPr marL="2137698" indent="0">
              <a:buNone/>
              <a:defRPr sz="1497" b="1"/>
            </a:lvl6pPr>
            <a:lvl7pPr marL="2564785" indent="0">
              <a:buNone/>
              <a:defRPr sz="1497" b="1"/>
            </a:lvl7pPr>
            <a:lvl8pPr marL="2992627" indent="0">
              <a:buNone/>
              <a:defRPr sz="1497" b="1"/>
            </a:lvl8pPr>
            <a:lvl9pPr marL="3419714" indent="0">
              <a:buNone/>
              <a:defRPr sz="14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5075"/>
            <a:ext cx="5389034" cy="3951651"/>
          </a:xfrm>
        </p:spPr>
        <p:txBody>
          <a:bodyPr/>
          <a:lstStyle>
            <a:lvl1pPr>
              <a:defRPr sz="2246"/>
            </a:lvl1pPr>
            <a:lvl2pPr>
              <a:defRPr sz="1872"/>
            </a:lvl2pPr>
            <a:lvl3pPr>
              <a:defRPr sz="1681"/>
            </a:lvl3pPr>
            <a:lvl4pPr>
              <a:defRPr sz="1497"/>
            </a:lvl4pPr>
            <a:lvl5pPr>
              <a:defRPr sz="1497"/>
            </a:lvl5pPr>
            <a:lvl6pPr>
              <a:defRPr sz="1497"/>
            </a:lvl6pPr>
            <a:lvl7pPr>
              <a:defRPr sz="1497"/>
            </a:lvl7pPr>
            <a:lvl8pPr>
              <a:defRPr sz="1497"/>
            </a:lvl8pPr>
            <a:lvl9pPr>
              <a:defRPr sz="14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85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3341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25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76"/>
            <a:ext cx="4011084" cy="1162156"/>
          </a:xfrm>
        </p:spPr>
        <p:txBody>
          <a:bodyPr anchor="b"/>
          <a:lstStyle>
            <a:lvl1pPr algn="l">
              <a:defRPr sz="1872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76"/>
            <a:ext cx="6815669" cy="5853650"/>
          </a:xfrm>
        </p:spPr>
        <p:txBody>
          <a:bodyPr/>
          <a:lstStyle>
            <a:lvl1pPr>
              <a:defRPr sz="2995"/>
            </a:lvl1pPr>
            <a:lvl2pPr>
              <a:defRPr sz="2620"/>
            </a:lvl2pPr>
            <a:lvl3pPr>
              <a:defRPr sz="2246"/>
            </a:lvl3pPr>
            <a:lvl4pPr>
              <a:defRPr sz="1872"/>
            </a:lvl4pPr>
            <a:lvl5pPr>
              <a:defRPr sz="1872"/>
            </a:lvl5pPr>
            <a:lvl6pPr>
              <a:defRPr sz="1872"/>
            </a:lvl6pPr>
            <a:lvl7pPr>
              <a:defRPr sz="1872"/>
            </a:lvl7pPr>
            <a:lvl8pPr>
              <a:defRPr sz="1872"/>
            </a:lvl8pPr>
            <a:lvl9pPr>
              <a:defRPr sz="187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232"/>
            <a:ext cx="4011084" cy="4691493"/>
          </a:xfrm>
        </p:spPr>
        <p:txBody>
          <a:bodyPr/>
          <a:lstStyle>
            <a:lvl1pPr marL="0" indent="0">
              <a:buNone/>
              <a:defRPr sz="1307"/>
            </a:lvl1pPr>
            <a:lvl2pPr marL="427841" indent="0">
              <a:buNone/>
              <a:defRPr sz="1123"/>
            </a:lvl2pPr>
            <a:lvl3pPr marL="854928" indent="0">
              <a:buNone/>
              <a:defRPr sz="933"/>
            </a:lvl3pPr>
            <a:lvl4pPr marL="1282770" indent="0">
              <a:buNone/>
              <a:defRPr sz="844"/>
            </a:lvl4pPr>
            <a:lvl5pPr marL="1709857" indent="0">
              <a:buNone/>
              <a:defRPr sz="844"/>
            </a:lvl5pPr>
            <a:lvl6pPr marL="2137698" indent="0">
              <a:buNone/>
              <a:defRPr sz="844"/>
            </a:lvl6pPr>
            <a:lvl7pPr marL="2564785" indent="0">
              <a:buNone/>
              <a:defRPr sz="844"/>
            </a:lvl7pPr>
            <a:lvl8pPr marL="2992627" indent="0">
              <a:buNone/>
              <a:defRPr sz="844"/>
            </a:lvl8pPr>
            <a:lvl9pPr marL="3419714" indent="0">
              <a:buNone/>
              <a:defRPr sz="84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9183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1041"/>
            <a:ext cx="7315201" cy="566791"/>
          </a:xfrm>
        </p:spPr>
        <p:txBody>
          <a:bodyPr anchor="b"/>
          <a:lstStyle>
            <a:lvl1pPr algn="l">
              <a:defRPr sz="1872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2832"/>
            <a:ext cx="7315201" cy="4115178"/>
          </a:xfrm>
        </p:spPr>
        <p:txBody>
          <a:bodyPr/>
          <a:lstStyle>
            <a:lvl1pPr marL="0" indent="0">
              <a:buNone/>
              <a:defRPr sz="2995"/>
            </a:lvl1pPr>
            <a:lvl2pPr marL="427841" indent="0">
              <a:buNone/>
              <a:defRPr sz="2620"/>
            </a:lvl2pPr>
            <a:lvl3pPr marL="854928" indent="0">
              <a:buNone/>
              <a:defRPr sz="2246"/>
            </a:lvl3pPr>
            <a:lvl4pPr marL="1282770" indent="0">
              <a:buNone/>
              <a:defRPr sz="1872"/>
            </a:lvl4pPr>
            <a:lvl5pPr marL="1709857" indent="0">
              <a:buNone/>
              <a:defRPr sz="1872"/>
            </a:lvl5pPr>
            <a:lvl6pPr marL="2137698" indent="0">
              <a:buNone/>
              <a:defRPr sz="1872"/>
            </a:lvl6pPr>
            <a:lvl7pPr marL="2564785" indent="0">
              <a:buNone/>
              <a:defRPr sz="1872"/>
            </a:lvl7pPr>
            <a:lvl8pPr marL="2992627" indent="0">
              <a:buNone/>
              <a:defRPr sz="1872"/>
            </a:lvl8pPr>
            <a:lvl9pPr marL="3419714" indent="0">
              <a:buNone/>
              <a:defRPr sz="1872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830"/>
            <a:ext cx="7315201" cy="804936"/>
          </a:xfrm>
        </p:spPr>
        <p:txBody>
          <a:bodyPr/>
          <a:lstStyle>
            <a:lvl1pPr marL="0" indent="0">
              <a:buNone/>
              <a:defRPr sz="1307"/>
            </a:lvl1pPr>
            <a:lvl2pPr marL="427841" indent="0">
              <a:buNone/>
              <a:defRPr sz="1123"/>
            </a:lvl2pPr>
            <a:lvl3pPr marL="854928" indent="0">
              <a:buNone/>
              <a:defRPr sz="933"/>
            </a:lvl3pPr>
            <a:lvl4pPr marL="1282770" indent="0">
              <a:buNone/>
              <a:defRPr sz="844"/>
            </a:lvl4pPr>
            <a:lvl5pPr marL="1709857" indent="0">
              <a:buNone/>
              <a:defRPr sz="844"/>
            </a:lvl5pPr>
            <a:lvl6pPr marL="2137698" indent="0">
              <a:buNone/>
              <a:defRPr sz="844"/>
            </a:lvl6pPr>
            <a:lvl7pPr marL="2564785" indent="0">
              <a:buNone/>
              <a:defRPr sz="844"/>
            </a:lvl7pPr>
            <a:lvl8pPr marL="2992627" indent="0">
              <a:buNone/>
              <a:defRPr sz="844"/>
            </a:lvl8pPr>
            <a:lvl9pPr marL="3419714" indent="0">
              <a:buNone/>
              <a:defRPr sz="84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890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0836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2" y="274664"/>
            <a:ext cx="2743201" cy="5852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64"/>
            <a:ext cx="8026402" cy="5852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31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7C92AA"/>
            </a:gs>
            <a:gs pos="100000">
              <a:srgbClr val="4F637B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28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08" r:id="rId2"/>
    <p:sldLayoutId id="2147483677" r:id="rId3"/>
    <p:sldLayoutId id="2147483709" r:id="rId4"/>
  </p:sldLayoutIdLst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5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408858"/>
            <a:ext cx="12192004" cy="91519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347"/>
            <a:ext cx="10972803" cy="4526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934"/>
            <a:ext cx="2844801" cy="365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934"/>
            <a:ext cx="3860801" cy="365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2" y="6356934"/>
            <a:ext cx="2844801" cy="365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9438216" y="6357621"/>
            <a:ext cx="2476360" cy="29347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307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307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307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  <p:extLst>
      <p:ext uri="{BB962C8B-B14F-4D97-AF65-F5344CB8AC3E}">
        <p14:creationId xmlns:p14="http://schemas.microsoft.com/office/powerpoint/2010/main" val="70125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ctr" defTabSz="854928" rtl="0" eaLnBrk="1" latinLnBrk="0" hangingPunct="1">
        <a:spcBef>
          <a:spcPct val="0"/>
        </a:spcBef>
        <a:buNone/>
        <a:defRPr sz="3327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320692" indent="-319938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2995" kern="1200">
          <a:solidFill>
            <a:schemeClr val="tx1"/>
          </a:solidFill>
          <a:latin typeface="+mn-lt"/>
          <a:ea typeface="+mn-ea"/>
          <a:cs typeface="+mn-cs"/>
        </a:defRPr>
      </a:lvl1pPr>
      <a:lvl2pPr marL="694959" indent="-266363" algn="l" defTabSz="854928" rtl="0" eaLnBrk="1" latinLnBrk="0" hangingPunct="1">
        <a:spcBef>
          <a:spcPts val="89"/>
        </a:spcBef>
        <a:buFont typeface="Arial" panose="020B0604020202020204" pitchFamily="34" charset="0"/>
        <a:buChar char="–"/>
        <a:defRPr sz="2620" kern="1200">
          <a:solidFill>
            <a:schemeClr val="tx1"/>
          </a:solidFill>
          <a:latin typeface="+mn-lt"/>
          <a:ea typeface="+mn-ea"/>
          <a:cs typeface="+mn-cs"/>
        </a:defRPr>
      </a:lvl2pPr>
      <a:lvl3pPr marL="1068472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2246" kern="1200">
          <a:solidFill>
            <a:schemeClr val="tx1"/>
          </a:solidFill>
          <a:latin typeface="+mn-lt"/>
          <a:ea typeface="+mn-ea"/>
          <a:cs typeface="+mn-cs"/>
        </a:defRPr>
      </a:lvl3pPr>
      <a:lvl4pPr marL="1496313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–"/>
        <a:defRPr sz="1872" kern="1200">
          <a:solidFill>
            <a:schemeClr val="tx1"/>
          </a:solidFill>
          <a:latin typeface="+mn-lt"/>
          <a:ea typeface="+mn-ea"/>
          <a:cs typeface="+mn-cs"/>
        </a:defRPr>
      </a:lvl4pPr>
      <a:lvl5pPr marL="1923400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»"/>
        <a:defRPr sz="1872" kern="1200">
          <a:solidFill>
            <a:schemeClr val="tx1"/>
          </a:solidFill>
          <a:latin typeface="+mn-lt"/>
          <a:ea typeface="+mn-ea"/>
          <a:cs typeface="+mn-cs"/>
        </a:defRPr>
      </a:lvl5pPr>
      <a:lvl6pPr marL="2351242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6pPr>
      <a:lvl7pPr marL="2779083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7pPr>
      <a:lvl8pPr marL="3206170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8pPr>
      <a:lvl9pPr marL="3634012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1pPr>
      <a:lvl2pPr marL="427841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2pPr>
      <a:lvl3pPr marL="854928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3pPr>
      <a:lvl4pPr marL="1282770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4pPr>
      <a:lvl5pPr marL="1709857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5pPr>
      <a:lvl6pPr marL="2137698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6pPr>
      <a:lvl7pPr marL="2564785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7pPr>
      <a:lvl8pPr marL="2992627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8pPr>
      <a:lvl9pPr marL="3419714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7555" y="1779521"/>
            <a:ext cx="6611104" cy="24610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u="none" strike="noStrike" kern="1200" cap="none" spc="0" normalizeH="0" baseline="0" noProof="0" dirty="0">
                <a:ln>
                  <a:noFill/>
                </a:ln>
                <a:solidFill>
                  <a:srgbClr val="11121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u="none" strike="noStrike" kern="1200" cap="none" spc="0" normalizeH="0" baseline="0" noProof="0" dirty="0">
                <a:ln>
                  <a:noFill/>
                </a:ln>
                <a:solidFill>
                  <a:srgbClr val="4A7D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kumimoji="0" lang="en-US" altLang="zh-CN" sz="4400" b="1" u="none" strike="noStrike" kern="1200" cap="none" spc="0" normalizeH="0" baseline="0" noProof="0" dirty="0">
                <a:ln>
                  <a:noFill/>
                </a:ln>
                <a:solidFill>
                  <a:srgbClr val="4A7D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2 </a:t>
            </a:r>
            <a:r>
              <a:rPr kumimoji="0" lang="zh-CN" altLang="en-US" sz="4400" b="1" u="none" strike="noStrike" kern="1200" cap="none" spc="0" normalizeH="0" baseline="0" noProof="0" dirty="0">
                <a:ln>
                  <a:noFill/>
                </a:ln>
                <a:solidFill>
                  <a:srgbClr val="4A7D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开发环境入门</a:t>
            </a:r>
            <a:endParaRPr kumimoji="0" lang="en-US" altLang="zh-CN" sz="4400" b="1" u="none" strike="noStrike" kern="1200" cap="none" spc="0" normalizeH="0" baseline="0" noProof="0" dirty="0">
              <a:ln>
                <a:noFill/>
              </a:ln>
              <a:solidFill>
                <a:srgbClr val="4A7D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2.1 </a:t>
            </a:r>
            <a:r>
              <a:rPr lang="zh-CN" altLang="en-US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基于</a:t>
            </a:r>
            <a:r>
              <a:rPr lang="en-US" altLang="zh-CN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C++</a:t>
            </a:r>
            <a:r>
              <a:rPr lang="zh-CN" altLang="en-US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开发</a:t>
            </a:r>
            <a:endParaRPr kumimoji="0" lang="zh-CN" altLang="en-US" sz="4400" b="1" u="none" strike="noStrike" kern="1200" cap="none" spc="0" normalizeH="0" baseline="0" noProof="0" dirty="0">
              <a:ln>
                <a:noFill/>
              </a:ln>
              <a:solidFill>
                <a:srgbClr val="4A7D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479376" y="4986243"/>
            <a:ext cx="3134191" cy="453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300" normalizeH="0" baseline="0" noProof="0" dirty="0">
                <a:ln>
                  <a:noFill/>
                </a:ln>
                <a:solidFill>
                  <a:srgbClr val="6C6F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507549" y="5503239"/>
            <a:ext cx="6096000" cy="6136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A1B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请访问宇树科技官网了解更多产品相关条款与政策，请遵守各地区法律法规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9FA1B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A1B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376" y="404664"/>
            <a:ext cx="2717014" cy="52983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6647784" y="1279600"/>
            <a:ext cx="7738758" cy="563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670432" y="2455791"/>
            <a:ext cx="8343305" cy="1101675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4936">
              <a:spcBef>
                <a:spcPts val="891"/>
              </a:spcBef>
            </a:pP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Go2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机器人系统架构组成及实现。</a:t>
            </a:r>
            <a:endParaRPr lang="zh-CN" altLang="en-US" sz="3327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814936">
              <a:spcBef>
                <a:spcPts val="891"/>
              </a:spcBef>
            </a:pPr>
            <a:endParaRPr lang="zh-CN" altLang="en-US" sz="3327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48561" y="533896"/>
            <a:ext cx="2739097" cy="82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6582"/>
            <a:r>
              <a:rPr lang="zh-CN" altLang="en-US" sz="475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1137959" y="1825397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9963293" y="4638431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50000"/>
                  <a:lumOff val="50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042627" y="2525212"/>
            <a:ext cx="405960" cy="414260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r>
              <a:rPr lang="en-US" altLang="zh-CN" sz="2139" b="1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2042627" y="3349958"/>
            <a:ext cx="405960" cy="414260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r>
              <a:rPr lang="en-US" altLang="zh-CN" sz="2139" b="1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670432" y="3357504"/>
            <a:ext cx="8343305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4936">
              <a:spcBef>
                <a:spcPts val="891"/>
              </a:spcBef>
            </a:pP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Go2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机器人</a:t>
            </a: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C++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开发环境构建。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19EC42-942D-D048-C308-57565A3B9C9C}"/>
              </a:ext>
            </a:extLst>
          </p:cNvPr>
          <p:cNvSpPr/>
          <p:nvPr/>
        </p:nvSpPr>
        <p:spPr>
          <a:xfrm>
            <a:off x="2016731" y="4281535"/>
            <a:ext cx="405960" cy="414260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r>
              <a:rPr lang="en-US" altLang="zh-CN" sz="2139" b="1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8AC66B6-08CD-A591-9D73-55924FD53553}"/>
              </a:ext>
            </a:extLst>
          </p:cNvPr>
          <p:cNvSpPr txBox="1"/>
          <p:nvPr/>
        </p:nvSpPr>
        <p:spPr>
          <a:xfrm>
            <a:off x="2644536" y="4289081"/>
            <a:ext cx="8343305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4936">
              <a:spcBef>
                <a:spcPts val="891"/>
              </a:spcBef>
            </a:pP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Go2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机器人新项目编写及测试。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-Go2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系统架构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/>
          <p:cNvSpPr txBox="1"/>
          <p:nvPr/>
        </p:nvSpPr>
        <p:spPr>
          <a:xfrm>
            <a:off x="5231904" y="6414608"/>
            <a:ext cx="3925284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A1BFE84-D956-B8E6-F1F5-FFA894956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1115463"/>
            <a:ext cx="9187762" cy="51679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-Go2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系统架构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主要模块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9C7EF4A-FAD5-DB27-43A2-3325305B4661}"/>
              </a:ext>
            </a:extLst>
          </p:cNvPr>
          <p:cNvSpPr txBox="1"/>
          <p:nvPr/>
        </p:nvSpPr>
        <p:spPr>
          <a:xfrm>
            <a:off x="1487488" y="1196410"/>
            <a:ext cx="5057795" cy="10536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云服务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数据收集、远程操作、系统迭代、通信功能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06F91F-2736-AD60-E60A-336AB616894A}"/>
              </a:ext>
            </a:extLst>
          </p:cNvPr>
          <p:cNvSpPr txBox="1"/>
          <p:nvPr/>
        </p:nvSpPr>
        <p:spPr>
          <a:xfrm>
            <a:off x="1487487" y="2394220"/>
            <a:ext cx="2028119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2-Go2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8F58C3-A13A-C060-0C5C-4D443CB76EA4}"/>
              </a:ext>
            </a:extLst>
          </p:cNvPr>
          <p:cNvSpPr txBox="1"/>
          <p:nvPr/>
        </p:nvSpPr>
        <p:spPr>
          <a:xfrm>
            <a:off x="1487488" y="3428555"/>
            <a:ext cx="1705916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3-APP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0495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-Go2 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系统架构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通信机制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/>
          <p:cNvSpPr txBox="1"/>
          <p:nvPr/>
        </p:nvSpPr>
        <p:spPr>
          <a:xfrm>
            <a:off x="5447928" y="6244965"/>
            <a:ext cx="3925284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通信机制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EBC6FD-D4DC-D8BC-C334-EA194E3B6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1268760"/>
            <a:ext cx="8577791" cy="482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39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2-C++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开发环境构建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/>
          <p:cNvSpPr txBox="1"/>
          <p:nvPr/>
        </p:nvSpPr>
        <p:spPr>
          <a:xfrm>
            <a:off x="4943872" y="4817251"/>
            <a:ext cx="4464496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下载并解压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unitree_sdk2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到根目录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6F3BA5-06C1-2173-E823-C53CF55E2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1590552"/>
            <a:ext cx="9295617" cy="266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03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2-C++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开发环境构建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/>
          <p:cNvSpPr txBox="1"/>
          <p:nvPr/>
        </p:nvSpPr>
        <p:spPr>
          <a:xfrm>
            <a:off x="5303912" y="5733256"/>
            <a:ext cx="3925284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执行安装指令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9946A5-29A9-1322-5962-76C78A27B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36" y="1382952"/>
            <a:ext cx="5434201" cy="403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31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2-C++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开发环境构建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/>
          <p:cNvSpPr txBox="1"/>
          <p:nvPr/>
        </p:nvSpPr>
        <p:spPr>
          <a:xfrm>
            <a:off x="5447928" y="5666209"/>
            <a:ext cx="3925284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执行编译指令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63634E-37FE-6E2C-DEF2-85D09351D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760" y="1429990"/>
            <a:ext cx="5180935" cy="382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90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2-C++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开发环境构建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/>
          <p:cNvSpPr txBox="1"/>
          <p:nvPr/>
        </p:nvSpPr>
        <p:spPr>
          <a:xfrm>
            <a:off x="5447928" y="5852782"/>
            <a:ext cx="3925284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编译完成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117136A-65B7-729F-1160-07094E074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27" y="1472962"/>
            <a:ext cx="5237382" cy="3924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A91BDCA-975C-B506-8AB8-2C617E8AC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293" y="1916832"/>
            <a:ext cx="5616078" cy="25922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1258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3-IP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地址设置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375095" y="616530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Go2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机器人网络架构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8F6375-1C64-6F38-75CA-34A89A41B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2348880"/>
            <a:ext cx="5538837" cy="360364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7251D7A-0F60-0155-C7F4-A6D2914AC567}"/>
              </a:ext>
            </a:extLst>
          </p:cNvPr>
          <p:cNvSpPr txBox="1"/>
          <p:nvPr/>
        </p:nvSpPr>
        <p:spPr>
          <a:xfrm>
            <a:off x="1703512" y="1612719"/>
            <a:ext cx="885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机器人的网络架构，用户开发主机必须与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机器人位于同一网段中。</a:t>
            </a:r>
          </a:p>
        </p:txBody>
      </p:sp>
    </p:spTree>
    <p:extLst>
      <p:ext uri="{BB962C8B-B14F-4D97-AF65-F5344CB8AC3E}">
        <p14:creationId xmlns:p14="http://schemas.microsoft.com/office/powerpoint/2010/main" val="2631119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3-IP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地址设置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375095" y="616530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Go2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机器人连接图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251D7A-0F60-0155-C7F4-A6D2914AC567}"/>
              </a:ext>
            </a:extLst>
          </p:cNvPr>
          <p:cNvSpPr txBox="1"/>
          <p:nvPr/>
        </p:nvSpPr>
        <p:spPr>
          <a:xfrm>
            <a:off x="2135560" y="1592974"/>
            <a:ext cx="885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使用以太网线连接用户开发主机与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机器人。</a:t>
            </a:r>
          </a:p>
        </p:txBody>
      </p:sp>
      <p:pic>
        <p:nvPicPr>
          <p:cNvPr id="6" name="图片 5" descr="1">
            <a:extLst>
              <a:ext uri="{FF2B5EF4-FFF2-40B4-BE49-F238E27FC236}">
                <a16:creationId xmlns:a16="http://schemas.microsoft.com/office/drawing/2014/main" id="{DB5C89DB-222A-9C93-B49B-B6E0ABD54C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6" y="2204864"/>
            <a:ext cx="5274310" cy="35699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5966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3-IP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地址设置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375095" y="616530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连接网卡信息查看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251D7A-0F60-0155-C7F4-A6D2914AC567}"/>
              </a:ext>
            </a:extLst>
          </p:cNvPr>
          <p:cNvSpPr txBox="1"/>
          <p:nvPr/>
        </p:nvSpPr>
        <p:spPr>
          <a:xfrm>
            <a:off x="2135560" y="1375376"/>
            <a:ext cx="885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ifconfig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指令查看连接网卡信息，记录下网卡名字。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EE4D03-3560-6032-16A9-4C1616321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808" y="2016759"/>
            <a:ext cx="6885589" cy="406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81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3-IP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地址设置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375095" y="616530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地址设置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EA280E-5063-2852-0F8E-9B0F3DDC7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1916832"/>
            <a:ext cx="6120680" cy="412368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2135560" y="1375376"/>
            <a:ext cx="885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地址，必须位于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192.168.123.*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网段中。</a:t>
            </a:r>
          </a:p>
        </p:txBody>
      </p:sp>
    </p:spTree>
    <p:extLst>
      <p:ext uri="{BB962C8B-B14F-4D97-AF65-F5344CB8AC3E}">
        <p14:creationId xmlns:p14="http://schemas.microsoft.com/office/powerpoint/2010/main" val="2596336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3-IP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地址设置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375095" y="616530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连接测试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2135560" y="1375376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Ping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指令测试与主运控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(IP: 192.168.123.161)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的连接情况。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07A42C-264C-FF62-DCA1-ABE86056E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1844721"/>
            <a:ext cx="6291364" cy="4176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5324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自定义应用编写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灯光控制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474925" y="6053393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新建用户目录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2135560" y="1375376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unitree_sdk2/example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下新建名为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的用户目录。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FA8158-AAB0-1FD2-6B47-22DB3D9A0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988840"/>
            <a:ext cx="7151369" cy="3672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8335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自定义应用编写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灯光控制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474925" y="6053393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代码文件编写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2135560" y="1375376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下新建代码文件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app_height.cpp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并录入代码。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C0EA2A-A92C-BF8B-999F-4552A2737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1984885"/>
            <a:ext cx="5486875" cy="288823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7A5FFF3-D073-62E9-C726-73D5AD0AC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96" y="2011262"/>
            <a:ext cx="4845115" cy="370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79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自定义应用编写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灯光控制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2135560" y="1375376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灯光控制的接口函数。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E6EE7F9-E1FA-FC46-586A-38AD66969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95" y="1844824"/>
            <a:ext cx="6751905" cy="445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72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自定义应用编写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灯光控制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731491" y="584042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项目配置文件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1847528" y="1399915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下新建并编辑配置文件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CMakeLists.txt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2A97C1-6F4B-FABA-2E7D-3CD56F4E8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2182363"/>
            <a:ext cx="9166963" cy="216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13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自定义应用编写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灯光控制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731491" y="584042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项目配置文件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1847528" y="1399915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的上级目录的配置文件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CMakeLists.txt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中追加指令。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43D0FEC-B808-FA05-251C-D594739A0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621" y="2301142"/>
            <a:ext cx="9426757" cy="225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22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自定义应用编写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灯光控制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731491" y="584042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编译新项目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1847528" y="1399915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回到根目录，执行编译指令编译新项目。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F4C561-891C-A4A2-30AE-0FE05A7B6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54" y="2165210"/>
            <a:ext cx="4896544" cy="27051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46CCCA7-B504-E364-C948-589781096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1956710"/>
            <a:ext cx="4495800" cy="3625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5277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自定义应用编写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灯光控制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731491" y="584042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新例程生成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9D52E8-9432-1A1D-BD81-4AE21F3B0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1602370"/>
            <a:ext cx="7955924" cy="36724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622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自定义应用编写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灯光控制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799856" y="4869160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测试例程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1847528" y="1399915"/>
            <a:ext cx="741682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以超级用户权限，运行测试指令，测试实际运行结果。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注意：请根据实际情况替换网卡名</a:t>
            </a:r>
            <a:r>
              <a:rPr lang="en-US" altLang="zh-CN" sz="1800" b="1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enp0s3</a:t>
            </a:r>
            <a:endParaRPr lang="zh-CN" altLang="zh-CN" sz="1800" b="1" kern="10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59C0A30-2839-7DD4-A235-1E3DBBAD2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2677188"/>
            <a:ext cx="5991168" cy="167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68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48561" y="533896"/>
            <a:ext cx="2739097" cy="82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6582"/>
            <a:r>
              <a:rPr lang="zh-CN" altLang="en-US" sz="475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821047" y="1582562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50000"/>
                  <a:lumOff val="50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11203951" y="5448567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50000"/>
                  <a:lumOff val="50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079776" y="1782966"/>
            <a:ext cx="6949610" cy="3515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6582">
              <a:lnSpc>
                <a:spcPct val="160000"/>
              </a:lnSpc>
            </a:pPr>
            <a:r>
              <a:rPr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如何确定用户开发主机与</a:t>
            </a:r>
            <a:r>
              <a:rPr lang="en-US" altLang="zh-CN"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Go2</a:t>
            </a:r>
            <a:r>
              <a:rPr lang="zh-CN" altLang="en-US"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机器人已连接成功</a:t>
            </a:r>
            <a:r>
              <a:rPr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852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1086582">
              <a:lnSpc>
                <a:spcPct val="160000"/>
              </a:lnSpc>
            </a:pPr>
            <a:endParaRPr sz="2852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1086582">
              <a:lnSpc>
                <a:spcPct val="160000"/>
              </a:lnSpc>
            </a:pPr>
            <a:r>
              <a:rPr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如何在</a:t>
            </a:r>
            <a:r>
              <a:rPr lang="en-US" altLang="zh-CN"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C++</a:t>
            </a:r>
            <a:r>
              <a:rPr lang="zh-CN" altLang="en-US"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环境下新建并编译一个自定义应用？</a:t>
            </a:r>
            <a:endParaRPr sz="2852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934776" y="1582498"/>
            <a:ext cx="2909288" cy="2909288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endParaRPr lang="zh-CN" altLang="en-US" sz="2139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6" name="标题 4"/>
          <p:cNvSpPr txBox="1"/>
          <p:nvPr/>
        </p:nvSpPr>
        <p:spPr>
          <a:xfrm>
            <a:off x="997638" y="3731330"/>
            <a:ext cx="2823721" cy="562642"/>
          </a:xfrm>
          <a:prstGeom prst="rect">
            <a:avLst/>
          </a:prstGeom>
        </p:spPr>
        <p:txBody>
          <a:bodyPr vert="horz" lIns="108658" tIns="54329" rIns="108658" bIns="54329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086582"/>
            <a:endParaRPr lang="en-US" altLang="zh-CN" sz="2852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1078444" y="1706547"/>
            <a:ext cx="2662702" cy="2662702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endParaRPr lang="zh-CN" altLang="en-US" sz="2139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4" name="KSO_Shape"/>
          <p:cNvSpPr/>
          <p:nvPr/>
        </p:nvSpPr>
        <p:spPr bwMode="auto">
          <a:xfrm>
            <a:off x="1529471" y="2411750"/>
            <a:ext cx="1760513" cy="1499365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 defTabSz="1086582">
              <a:defRPr/>
            </a:pPr>
            <a:endParaRPr lang="zh-CN" altLang="en-US" sz="2139">
              <a:solidFill>
                <a:srgbClr val="FFFFFF"/>
              </a:solidFill>
              <a:latin typeface="Calibri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611778" y="2695759"/>
            <a:ext cx="11038043" cy="10698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4800" b="1" i="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Unix 5.4 unknown"/>
  <p:tag name="AS_OS" val="Unix 5.4 unknown"/>
  <p:tag name="AS_RELEASE_DATE" val="2013.12.17"/>
  <p:tag name="AS_TITLE" val="Spire.Presentation for .NET "/>
  <p:tag name="AS_VERSION" val="2.1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2_Office Theme_-2141169115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MoolBoran"/>
        <a:font script="Laoo" typeface="DokChampa"/>
        <a:font script="Cher" typeface="Plantagenet Cherokee"/>
        <a:font script="Hans" typeface="宋体"/>
        <a:font script="Hebr" typeface="Times New Roman"/>
        <a:font script="Uigh" typeface="Microsoft Uighur"/>
        <a:font script="Guru" typeface="Raavi"/>
        <a:font script="Cans" typeface="Euphemia"/>
        <a:font script="Jpan" typeface="ＭＳ Ｐゴシック"/>
        <a:font script="Arab" typeface="Times New Roman"/>
        <a:font script="Syrc" typeface="Estrangelo Edessa"/>
        <a:font script="Hang" typeface="맑은 고딕"/>
        <a:font script="Viet" typeface="Times New Roman"/>
        <a:font script="Thai" typeface="Angsan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ajorFont>
      <a:min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DaunPenh"/>
        <a:font script="Laoo" typeface="DokChampa"/>
        <a:font script="Cher" typeface="Plantagenet Cherokee"/>
        <a:font script="Hans" typeface="宋体"/>
        <a:font script="Hebr" typeface="Arial"/>
        <a:font script="Uigh" typeface="Microsoft Uighur"/>
        <a:font script="Guru" typeface="Raavi"/>
        <a:font script="Cans" typeface="Euphemia"/>
        <a:font script="Jpan" typeface="ＭＳ Ｐゴシック"/>
        <a:font script="Arab" typeface="Arial"/>
        <a:font script="Syrc" typeface="Estrangelo Edessa"/>
        <a:font script="Hang" typeface="맑은 고딕"/>
        <a:font script="Viet" typeface="Arial"/>
        <a:font script="Thai" typeface="Cordi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3949</TotalTime>
  <Words>546</Words>
  <Application>Microsoft Office PowerPoint</Application>
  <PresentationFormat>宽屏</PresentationFormat>
  <Paragraphs>74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等线</vt:lpstr>
      <vt:lpstr>等线 Light</vt:lpstr>
      <vt:lpstr>仿宋</vt:lpstr>
      <vt:lpstr>微软雅黑</vt:lpstr>
      <vt:lpstr>新宋体</vt:lpstr>
      <vt:lpstr>Arial</vt:lpstr>
      <vt:lpstr>Calibri</vt:lpstr>
      <vt:lpstr>2_Office Theme_-2141169115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吴秉昊</dc:creator>
  <cp:lastModifiedBy>samuche@qq.com</cp:lastModifiedBy>
  <cp:revision>181</cp:revision>
  <dcterms:created xsi:type="dcterms:W3CDTF">2024-03-14T10:28:33Z</dcterms:created>
  <dcterms:modified xsi:type="dcterms:W3CDTF">2024-10-14T13:06:48Z</dcterms:modified>
</cp:coreProperties>
</file>