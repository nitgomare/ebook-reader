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8" r:id="rId2"/>
    <p:sldMasterId id="2147483710" r:id="rId3"/>
  </p:sldMasterIdLst>
  <p:notesMasterIdLst>
    <p:notesMasterId r:id="rId20"/>
  </p:notesMasterIdLst>
  <p:sldIdLst>
    <p:sldId id="11090117" r:id="rId4"/>
    <p:sldId id="272" r:id="rId5"/>
    <p:sldId id="11090120" r:id="rId6"/>
    <p:sldId id="11090138" r:id="rId7"/>
    <p:sldId id="11090139" r:id="rId8"/>
    <p:sldId id="11090140" r:id="rId9"/>
    <p:sldId id="11090124" r:id="rId10"/>
    <p:sldId id="11090125" r:id="rId11"/>
    <p:sldId id="11090126" r:id="rId12"/>
    <p:sldId id="11090127" r:id="rId13"/>
    <p:sldId id="11090128" r:id="rId14"/>
    <p:sldId id="11090129" r:id="rId15"/>
    <p:sldId id="11090137" r:id="rId16"/>
    <p:sldId id="11090136" r:id="rId17"/>
    <p:sldId id="273" r:id="rId18"/>
    <p:sldId id="288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7734A1C5-2DA6-4A33-AF7F-D3C4DF2F5DA3}">
          <p14:sldIdLst>
            <p14:sldId id="11090117"/>
            <p14:sldId id="272"/>
            <p14:sldId id="11090120"/>
            <p14:sldId id="11090138"/>
            <p14:sldId id="11090139"/>
            <p14:sldId id="11090140"/>
            <p14:sldId id="11090124"/>
            <p14:sldId id="11090125"/>
            <p14:sldId id="11090126"/>
            <p14:sldId id="11090127"/>
            <p14:sldId id="11090128"/>
            <p14:sldId id="11090129"/>
            <p14:sldId id="11090137"/>
            <p14:sldId id="11090136"/>
            <p14:sldId id="273"/>
            <p14:sldId id="288"/>
          </p14:sldIdLst>
        </p14:section>
        <p14:section name="结束" id="{E313DF9B-CE10-480F-B763-398289A0129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FAB"/>
    <a:srgbClr val="E6E6EE"/>
    <a:srgbClr val="333333"/>
    <a:srgbClr val="6D93AB"/>
    <a:srgbClr val="657890"/>
    <a:srgbClr val="415264"/>
    <a:srgbClr val="6B7F97"/>
    <a:srgbClr val="F4B183"/>
    <a:srgbClr val="7C92AA"/>
    <a:srgbClr val="4F6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7" autoAdjust="0"/>
    <p:restoredTop sz="92023" autoAdjust="0"/>
  </p:normalViewPr>
  <p:slideViewPr>
    <p:cSldViewPr>
      <p:cViewPr varScale="1">
        <p:scale>
          <a:sx n="78" d="100"/>
          <a:sy n="78" d="100"/>
        </p:scale>
        <p:origin x="6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97"/>
    </p:cViewPr>
  </p:sorterViewPr>
  <p:notesViewPr>
    <p:cSldViewPr>
      <p:cViewPr varScale="1">
        <p:scale>
          <a:sx n="79" d="100"/>
          <a:sy n="79" d="100"/>
        </p:scale>
        <p:origin x="1752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8DFCC-589B-4A60-9C12-59D686ADFEC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CC3E0-7DDF-45E7-A937-AD50A2B51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8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57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E6E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0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5039D7-41B9-05E7-76B8-5CE2DABFDA99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5854293-DABE-4291-834E-A1631254A371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23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74057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4622800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8171543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741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8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85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9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681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9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19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18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86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57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275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620"/>
            <a:ext cx="10363202" cy="14701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557"/>
            <a:ext cx="8534402" cy="17527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7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4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2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09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7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4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92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19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649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418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7305"/>
            <a:ext cx="10363202" cy="1362200"/>
          </a:xfrm>
        </p:spPr>
        <p:txBody>
          <a:bodyPr anchor="t"/>
          <a:lstStyle>
            <a:lvl1pPr algn="l">
              <a:defRPr sz="3743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980"/>
            <a:ext cx="10363202" cy="1500325"/>
          </a:xfrm>
        </p:spPr>
        <p:txBody>
          <a:bodyPr anchor="b"/>
          <a:lstStyle>
            <a:lvl1pPr marL="0" indent="0">
              <a:buNone/>
              <a:defRPr sz="1872">
                <a:solidFill>
                  <a:schemeClr val="tx1">
                    <a:tint val="75000"/>
                  </a:schemeClr>
                </a:solidFill>
              </a:defRPr>
            </a:lvl1pPr>
            <a:lvl2pPr marL="427841" indent="0">
              <a:buNone/>
              <a:defRPr sz="1681">
                <a:solidFill>
                  <a:schemeClr val="tx1">
                    <a:tint val="75000"/>
                  </a:schemeClr>
                </a:solidFill>
              </a:defRPr>
            </a:lvl2pPr>
            <a:lvl3pPr marL="854928" indent="0">
              <a:buNone/>
              <a:defRPr sz="1497">
                <a:solidFill>
                  <a:schemeClr val="tx1">
                    <a:tint val="75000"/>
                  </a:schemeClr>
                </a:solidFill>
              </a:defRPr>
            </a:lvl3pPr>
            <a:lvl4pPr marL="1282770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4pPr>
            <a:lvl5pPr marL="170985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5pPr>
            <a:lvl6pPr marL="2137698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6pPr>
            <a:lvl7pPr marL="2564785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7pPr>
            <a:lvl8pPr marL="299262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8pPr>
            <a:lvl9pPr marL="3419714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263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93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254"/>
            <a:ext cx="5386919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5075"/>
            <a:ext cx="5386919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254"/>
            <a:ext cx="5389034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5075"/>
            <a:ext cx="5389034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5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334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5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76"/>
            <a:ext cx="4011084" cy="1162156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76"/>
            <a:ext cx="6815669" cy="5853650"/>
          </a:xfrm>
        </p:spPr>
        <p:txBody>
          <a:bodyPr/>
          <a:lstStyle>
            <a:lvl1pPr>
              <a:defRPr sz="2995"/>
            </a:lvl1pPr>
            <a:lvl2pPr>
              <a:defRPr sz="2620"/>
            </a:lvl2pPr>
            <a:lvl3pPr>
              <a:defRPr sz="2246"/>
            </a:lvl3pPr>
            <a:lvl4pPr>
              <a:defRPr sz="1872"/>
            </a:lvl4pPr>
            <a:lvl5pPr>
              <a:defRPr sz="1872"/>
            </a:lvl5pPr>
            <a:lvl6pPr>
              <a:defRPr sz="1872"/>
            </a:lvl6pPr>
            <a:lvl7pPr>
              <a:defRPr sz="1872"/>
            </a:lvl7pPr>
            <a:lvl8pPr>
              <a:defRPr sz="1872"/>
            </a:lvl8pPr>
            <a:lvl9pPr>
              <a:defRPr sz="187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232"/>
            <a:ext cx="4011084" cy="4691493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18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1041"/>
            <a:ext cx="7315201" cy="566791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832"/>
            <a:ext cx="7315201" cy="4115178"/>
          </a:xfrm>
        </p:spPr>
        <p:txBody>
          <a:bodyPr/>
          <a:lstStyle>
            <a:lvl1pPr marL="0" indent="0">
              <a:buNone/>
              <a:defRPr sz="2995"/>
            </a:lvl1pPr>
            <a:lvl2pPr marL="427841" indent="0">
              <a:buNone/>
              <a:defRPr sz="2620"/>
            </a:lvl2pPr>
            <a:lvl3pPr marL="854928" indent="0">
              <a:buNone/>
              <a:defRPr sz="2246"/>
            </a:lvl3pPr>
            <a:lvl4pPr marL="1282770" indent="0">
              <a:buNone/>
              <a:defRPr sz="1872"/>
            </a:lvl4pPr>
            <a:lvl5pPr marL="1709857" indent="0">
              <a:buNone/>
              <a:defRPr sz="1872"/>
            </a:lvl5pPr>
            <a:lvl6pPr marL="2137698" indent="0">
              <a:buNone/>
              <a:defRPr sz="1872"/>
            </a:lvl6pPr>
            <a:lvl7pPr marL="2564785" indent="0">
              <a:buNone/>
              <a:defRPr sz="1872"/>
            </a:lvl7pPr>
            <a:lvl8pPr marL="2992627" indent="0">
              <a:buNone/>
              <a:defRPr sz="1872"/>
            </a:lvl8pPr>
            <a:lvl9pPr marL="3419714" indent="0">
              <a:buNone/>
              <a:defRPr sz="1872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830"/>
            <a:ext cx="7315201" cy="804936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90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836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2" y="274664"/>
            <a:ext cx="2743201" cy="5852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64"/>
            <a:ext cx="8026402" cy="5852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31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7C92AA"/>
            </a:gs>
            <a:gs pos="100000">
              <a:srgbClr val="4F637B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28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8" r:id="rId2"/>
    <p:sldLayoutId id="2147483677" r:id="rId3"/>
    <p:sldLayoutId id="2147483709" r:id="rId4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1F176-63CE-4A62-A32A-081AB31456BB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408858"/>
            <a:ext cx="12192004" cy="91519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347"/>
            <a:ext cx="10972803" cy="4526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24.10.31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934"/>
            <a:ext cx="3860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2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9438216" y="6357621"/>
            <a:ext cx="2476360" cy="29347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307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307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307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  <p:extLst>
      <p:ext uri="{BB962C8B-B14F-4D97-AF65-F5344CB8AC3E}">
        <p14:creationId xmlns:p14="http://schemas.microsoft.com/office/powerpoint/2010/main" val="70125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defTabSz="854928" rtl="0" eaLnBrk="1" latinLnBrk="0" hangingPunct="1">
        <a:spcBef>
          <a:spcPct val="0"/>
        </a:spcBef>
        <a:buNone/>
        <a:defRPr sz="3327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320692" indent="-319938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995" kern="1200">
          <a:solidFill>
            <a:schemeClr val="tx1"/>
          </a:solidFill>
          <a:latin typeface="+mn-lt"/>
          <a:ea typeface="+mn-ea"/>
          <a:cs typeface="+mn-cs"/>
        </a:defRPr>
      </a:lvl1pPr>
      <a:lvl2pPr marL="694959" indent="-266363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2620" kern="1200">
          <a:solidFill>
            <a:schemeClr val="tx1"/>
          </a:solidFill>
          <a:latin typeface="+mn-lt"/>
          <a:ea typeface="+mn-ea"/>
          <a:cs typeface="+mn-cs"/>
        </a:defRPr>
      </a:lvl2pPr>
      <a:lvl3pPr marL="106847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246" kern="1200">
          <a:solidFill>
            <a:schemeClr val="tx1"/>
          </a:solidFill>
          <a:latin typeface="+mn-lt"/>
          <a:ea typeface="+mn-ea"/>
          <a:cs typeface="+mn-cs"/>
        </a:defRPr>
      </a:lvl3pPr>
      <a:lvl4pPr marL="149631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1872" kern="1200">
          <a:solidFill>
            <a:schemeClr val="tx1"/>
          </a:solidFill>
          <a:latin typeface="+mn-lt"/>
          <a:ea typeface="+mn-ea"/>
          <a:cs typeface="+mn-cs"/>
        </a:defRPr>
      </a:lvl4pPr>
      <a:lvl5pPr marL="192340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»"/>
        <a:defRPr sz="1872" kern="1200">
          <a:solidFill>
            <a:schemeClr val="tx1"/>
          </a:solidFill>
          <a:latin typeface="+mn-lt"/>
          <a:ea typeface="+mn-ea"/>
          <a:cs typeface="+mn-cs"/>
        </a:defRPr>
      </a:lvl5pPr>
      <a:lvl6pPr marL="235124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6pPr>
      <a:lvl7pPr marL="277908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7pPr>
      <a:lvl8pPr marL="320617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8pPr>
      <a:lvl9pPr marL="363401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1pPr>
      <a:lvl2pPr marL="427841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2pPr>
      <a:lvl3pPr marL="85492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3pPr>
      <a:lvl4pPr marL="128277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4pPr>
      <a:lvl5pPr marL="170985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5pPr>
      <a:lvl6pPr marL="213769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6pPr>
      <a:lvl7pPr marL="2564785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7pPr>
      <a:lvl8pPr marL="299262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8pPr>
      <a:lvl9pPr marL="3419714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7555" y="1779521"/>
            <a:ext cx="6611104" cy="2461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11121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kumimoji="0" lang="en-US" altLang="zh-CN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2 </a:t>
            </a: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开发环境入门</a:t>
            </a:r>
            <a:endParaRPr kumimoji="0" lang="en-US" altLang="zh-CN" sz="4400" b="1" u="none" strike="noStrike" kern="1200" cap="none" spc="0" normalizeH="0" baseline="0" noProof="0" dirty="0">
              <a:ln>
                <a:noFill/>
              </a:ln>
              <a:solidFill>
                <a:srgbClr val="4A7D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2.2 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基于</a:t>
            </a: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Python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开发</a:t>
            </a:r>
            <a:endParaRPr kumimoji="0" lang="zh-CN" altLang="en-US" sz="4400" b="1" u="none" strike="noStrike" kern="1200" cap="none" spc="0" normalizeH="0" baseline="0" noProof="0" dirty="0">
              <a:ln>
                <a:noFill/>
              </a:ln>
              <a:solidFill>
                <a:srgbClr val="4A7D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479376" y="4986243"/>
            <a:ext cx="3134191" cy="453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300" normalizeH="0" baseline="0" noProof="0" dirty="0">
                <a:ln>
                  <a:noFill/>
                </a:ln>
                <a:solidFill>
                  <a:srgbClr val="6C6F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507549" y="5503239"/>
            <a:ext cx="6096000" cy="613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请访问宇树科技官网了解更多产品相关条款与政策，请遵守各地区法律法规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9FA1B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376" y="404664"/>
            <a:ext cx="2717014" cy="5298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6647784" y="1279600"/>
            <a:ext cx="7738758" cy="56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1137959" y="182539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9963293" y="4638431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42627" y="2731235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670432" y="2738781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Python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开发环境构建。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19EC42-942D-D048-C308-57565A3B9C9C}"/>
              </a:ext>
            </a:extLst>
          </p:cNvPr>
          <p:cNvSpPr/>
          <p:nvPr/>
        </p:nvSpPr>
        <p:spPr>
          <a:xfrm>
            <a:off x="2016731" y="3662812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8AC66B6-08CD-A591-9D73-55924FD53553}"/>
              </a:ext>
            </a:extLst>
          </p:cNvPr>
          <p:cNvSpPr txBox="1"/>
          <p:nvPr/>
        </p:nvSpPr>
        <p:spPr>
          <a:xfrm>
            <a:off x="2644536" y="3670358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机器人新项目编写及测试。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1-Python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开发环境构建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unitree_sdk2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4943872" y="4817251"/>
            <a:ext cx="446449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下载并解压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unitree_sdk2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到根目录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6F3BA5-06C1-2173-E823-C53CF55E2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590552"/>
            <a:ext cx="9295617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03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4" y="438820"/>
            <a:ext cx="8121281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1-Python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开发环境构建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-Python3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4943872" y="4817251"/>
            <a:ext cx="446449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Python3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1E9D79-C896-7639-4919-2C801B95D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294" y="2492896"/>
            <a:ext cx="6871074" cy="15121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A3CD0DC-554B-9B3F-4DBB-FE575A8A48B4}"/>
              </a:ext>
            </a:extLst>
          </p:cNvPr>
          <p:cNvSpPr txBox="1"/>
          <p:nvPr/>
        </p:nvSpPr>
        <p:spPr>
          <a:xfrm>
            <a:off x="2495600" y="1578923"/>
            <a:ext cx="3622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的版本必须在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</a:p>
        </p:txBody>
      </p:sp>
    </p:spTree>
    <p:extLst>
      <p:ext uri="{BB962C8B-B14F-4D97-AF65-F5344CB8AC3E}">
        <p14:creationId xmlns:p14="http://schemas.microsoft.com/office/powerpoint/2010/main" val="2343826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16379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开发环境构建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cyclonedds</a:t>
            </a:r>
            <a:r>
              <a:rPr lang="zh-CN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库</a:t>
            </a:r>
            <a:r>
              <a:rPr lang="zh-CN" altLang="en-US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4223792" y="5949280"/>
            <a:ext cx="446449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cyclonedds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库安装指令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03B3F9-BC77-4BB9-A645-39F2DCB24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066511"/>
            <a:ext cx="6332479" cy="465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86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4" y="617653"/>
            <a:ext cx="7545217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1-Python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开发环境构建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Unitree SDK Python</a:t>
            </a:r>
            <a:r>
              <a:rPr lang="zh-CN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库安装</a:t>
            </a:r>
          </a:p>
          <a:p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4223792" y="5701146"/>
            <a:ext cx="4464496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Unitree SDK Python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库安装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40D45F-4E79-F93E-8E15-4DB8F758AD49}"/>
              </a:ext>
            </a:extLst>
          </p:cNvPr>
          <p:cNvSpPr txBox="1"/>
          <p:nvPr/>
        </p:nvSpPr>
        <p:spPr>
          <a:xfrm>
            <a:off x="1259131" y="1268760"/>
            <a:ext cx="9673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下载并解压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Unitree SDK Python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库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到系统根目录中，进入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SDK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文件夹，执行以下安装指令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134520-8887-9045-8C90-C36D90922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1763668"/>
            <a:ext cx="6104149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82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机器人网络架构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8F6375-1C64-6F38-75CA-34A89A41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2348880"/>
            <a:ext cx="5538837" cy="36036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7251D7A-0F60-0155-C7F4-A6D2914AC567}"/>
              </a:ext>
            </a:extLst>
          </p:cNvPr>
          <p:cNvSpPr txBox="1"/>
          <p:nvPr/>
        </p:nvSpPr>
        <p:spPr>
          <a:xfrm>
            <a:off x="1703512" y="1612719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机器人的网络架构，用户开发主机必须与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机器人位于同一网段中。</a:t>
            </a:r>
          </a:p>
        </p:txBody>
      </p:sp>
    </p:spTree>
    <p:extLst>
      <p:ext uri="{BB962C8B-B14F-4D97-AF65-F5344CB8AC3E}">
        <p14:creationId xmlns:p14="http://schemas.microsoft.com/office/powerpoint/2010/main" val="2631119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Go2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机器人连接图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251D7A-0F60-0155-C7F4-A6D2914AC567}"/>
              </a:ext>
            </a:extLst>
          </p:cNvPr>
          <p:cNvSpPr txBox="1"/>
          <p:nvPr/>
        </p:nvSpPr>
        <p:spPr>
          <a:xfrm>
            <a:off x="2135560" y="1592974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使用以太网线连接用户开发主机与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机器人。</a:t>
            </a:r>
          </a:p>
        </p:txBody>
      </p:sp>
      <p:pic>
        <p:nvPicPr>
          <p:cNvPr id="6" name="图片 5" descr="1">
            <a:extLst>
              <a:ext uri="{FF2B5EF4-FFF2-40B4-BE49-F238E27FC236}">
                <a16:creationId xmlns:a16="http://schemas.microsoft.com/office/drawing/2014/main" id="{DB5C89DB-222A-9C93-B49B-B6E0ABD54C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2204864"/>
            <a:ext cx="5274310" cy="3569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5966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连接网卡信息查看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251D7A-0F60-0155-C7F4-A6D2914AC567}"/>
              </a:ext>
            </a:extLst>
          </p:cNvPr>
          <p:cNvSpPr txBox="1"/>
          <p:nvPr/>
        </p:nvSpPr>
        <p:spPr>
          <a:xfrm>
            <a:off x="2135560" y="1375376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ifconfig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指令查看连接网卡信息，记录下网卡名字。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EE4D03-3560-6032-16A9-4C1616321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808" y="2016759"/>
            <a:ext cx="6885589" cy="406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81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地址设置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EA280E-5063-2852-0F8E-9B0F3DDC7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916832"/>
            <a:ext cx="6120680" cy="41236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2135560" y="1375376"/>
            <a:ext cx="885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地址，必须位于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192.168.123.*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网段中。</a:t>
            </a:r>
          </a:p>
        </p:txBody>
      </p:sp>
    </p:spTree>
    <p:extLst>
      <p:ext uri="{BB962C8B-B14F-4D97-AF65-F5344CB8AC3E}">
        <p14:creationId xmlns:p14="http://schemas.microsoft.com/office/powerpoint/2010/main" val="2596336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2-IP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地址设置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375095" y="6165304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连接测试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2135560" y="1375376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Ping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指令测试与主运控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(IP: 192.168.123.161)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的连接情况。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07A42C-264C-FF62-DCA1-ABE86056E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844721"/>
            <a:ext cx="6291364" cy="4176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5324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472920" y="5810935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新建例程文件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1847528" y="1344742"/>
            <a:ext cx="7416824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unitree_sdk2/example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下新建名为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的用户目录，在目录下新增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vui_control.py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C18275-65AD-57C4-5A0A-E7DBC87C8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955" y="2633196"/>
            <a:ext cx="7593137" cy="2418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833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1847527" y="965999"/>
            <a:ext cx="74168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vui_control.py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文件中输入控制代码。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D55A98-A141-9BF2-E7F6-005BBAC52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1592879"/>
            <a:ext cx="4694204" cy="526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59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自定义应用编写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灯光控制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4FB14-B722-A67A-A123-3AC3574D6C4E}"/>
              </a:ext>
            </a:extLst>
          </p:cNvPr>
          <p:cNvSpPr txBox="1"/>
          <p:nvPr/>
        </p:nvSpPr>
        <p:spPr>
          <a:xfrm>
            <a:off x="4799856" y="4869160"/>
            <a:ext cx="272901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测试例程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582351-4FDA-259E-1E69-D8ECE20022FD}"/>
              </a:ext>
            </a:extLst>
          </p:cNvPr>
          <p:cNvSpPr txBox="1"/>
          <p:nvPr/>
        </p:nvSpPr>
        <p:spPr>
          <a:xfrm>
            <a:off x="1847528" y="1399915"/>
            <a:ext cx="741682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运行代码文件，测试实际运行结果。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注意：请根据实际情况替换网卡名</a:t>
            </a:r>
            <a:r>
              <a:rPr lang="en-US" altLang="zh-CN" sz="1800" b="1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enp0s3</a:t>
            </a:r>
            <a:endParaRPr lang="zh-CN" altLang="zh-CN" sz="1800" b="1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D32412-B7CD-454D-E813-2C4894962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3011222"/>
            <a:ext cx="6261865" cy="83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6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821047" y="1582562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11203951" y="544856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79776" y="1782966"/>
            <a:ext cx="6949610" cy="3452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>
              <a:lnSpc>
                <a:spcPct val="160000"/>
              </a:lnSpc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环境下新建并编译一个自定义应用？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086582">
              <a:lnSpc>
                <a:spcPct val="160000"/>
              </a:lnSpc>
            </a:pP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086582">
              <a:lnSpc>
                <a:spcPct val="160000"/>
              </a:lnSpc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2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Cyclonedds</a:t>
            </a:r>
            <a:r>
              <a:rPr lang="zh-CN" altLang="en-US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库的安装方法有哪几种不同的安装方法？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34776" y="1582498"/>
            <a:ext cx="2909288" cy="2909288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6" name="标题 4"/>
          <p:cNvSpPr txBox="1"/>
          <p:nvPr/>
        </p:nvSpPr>
        <p:spPr>
          <a:xfrm>
            <a:off x="997638" y="3731330"/>
            <a:ext cx="2823721" cy="562642"/>
          </a:xfrm>
          <a:prstGeom prst="rect">
            <a:avLst/>
          </a:prstGeom>
        </p:spPr>
        <p:txBody>
          <a:bodyPr vert="horz" lIns="108658" tIns="54329" rIns="108658" bIns="54329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86582"/>
            <a:endParaRPr lang="en-US" altLang="zh-CN" sz="2852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1078444" y="1706547"/>
            <a:ext cx="2662702" cy="2662702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4" name="KSO_Shape"/>
          <p:cNvSpPr/>
          <p:nvPr/>
        </p:nvSpPr>
        <p:spPr bwMode="auto">
          <a:xfrm>
            <a:off x="1529471" y="2411750"/>
            <a:ext cx="1760513" cy="1499365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defTabSz="1086582">
              <a:defRPr/>
            </a:pPr>
            <a:endParaRPr lang="zh-CN" altLang="en-US" sz="2139">
              <a:solidFill>
                <a:srgbClr val="FFFFFF"/>
              </a:solidFill>
              <a:latin typeface="Calibri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611778" y="2695759"/>
            <a:ext cx="11038043" cy="106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4800" b="1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Unix 5.4 unknown"/>
  <p:tag name="AS_OS" val="Unix 5.4 unknown"/>
  <p:tag name="AS_RELEASE_DATE" val="2013.12.17"/>
  <p:tag name="AS_TITLE" val="Spire.Presentation for .NET "/>
  <p:tag name="AS_VERSION" val="2.1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2_Office Theme_-2141169115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MoolBoran"/>
        <a:font script="Laoo" typeface="DokChampa"/>
        <a:font script="Cher" typeface="Plantagenet Cherokee"/>
        <a:font script="Hans" typeface="宋体"/>
        <a:font script="Hebr" typeface="Times New Roman"/>
        <a:font script="Uigh" typeface="Microsoft Uighur"/>
        <a:font script="Guru" typeface="Raavi"/>
        <a:font script="Cans" typeface="Euphemia"/>
        <a:font script="Jpan" typeface="ＭＳ Ｐゴシック"/>
        <a:font script="Arab" typeface="Times New Roman"/>
        <a:font script="Syrc" typeface="Estrangelo Edessa"/>
        <a:font script="Hang" typeface="맑은 고딕"/>
        <a:font script="Viet" typeface="Times New Roman"/>
        <a:font script="Thai" typeface="Angsan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ajorFont>
      <a:min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DaunPenh"/>
        <a:font script="Laoo" typeface="DokChampa"/>
        <a:font script="Cher" typeface="Plantagenet Cherokee"/>
        <a:font script="Hans" typeface="宋体"/>
        <a:font script="Hebr" typeface="Arial"/>
        <a:font script="Uigh" typeface="Microsoft Uighur"/>
        <a:font script="Guru" typeface="Raavi"/>
        <a:font script="Cans" typeface="Euphemia"/>
        <a:font script="Jpan" typeface="ＭＳ Ｐゴシック"/>
        <a:font script="Arab" typeface="Arial"/>
        <a:font script="Syrc" typeface="Estrangelo Edessa"/>
        <a:font script="Hang" typeface="맑은 고딕"/>
        <a:font script="Viet" typeface="Arial"/>
        <a:font script="Thai" typeface="Cordi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4012</TotalTime>
  <Words>426</Words>
  <Application>Microsoft Office PowerPoint</Application>
  <PresentationFormat>宽屏</PresentationFormat>
  <Paragraphs>52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等线</vt:lpstr>
      <vt:lpstr>等线 Light</vt:lpstr>
      <vt:lpstr>仿宋</vt:lpstr>
      <vt:lpstr>微软雅黑</vt:lpstr>
      <vt:lpstr>新宋体</vt:lpstr>
      <vt:lpstr>Arial</vt:lpstr>
      <vt:lpstr>Calibri</vt:lpstr>
      <vt:lpstr>2_Office Theme_-2141169115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吴秉昊</dc:creator>
  <cp:lastModifiedBy>秉昊 吴</cp:lastModifiedBy>
  <cp:revision>239</cp:revision>
  <dcterms:created xsi:type="dcterms:W3CDTF">2024-03-14T10:28:33Z</dcterms:created>
  <dcterms:modified xsi:type="dcterms:W3CDTF">2024-10-31T08:03:57Z</dcterms:modified>
</cp:coreProperties>
</file>