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78" r:id="rId2"/>
    <p:sldMasterId id="2147483710" r:id="rId3"/>
  </p:sldMasterIdLst>
  <p:notesMasterIdLst>
    <p:notesMasterId r:id="rId30"/>
  </p:notesMasterIdLst>
  <p:sldIdLst>
    <p:sldId id="11090117" r:id="rId4"/>
    <p:sldId id="272" r:id="rId5"/>
    <p:sldId id="11090120" r:id="rId6"/>
    <p:sldId id="11090141" r:id="rId7"/>
    <p:sldId id="11090142" r:id="rId8"/>
    <p:sldId id="11090143" r:id="rId9"/>
    <p:sldId id="11090145" r:id="rId10"/>
    <p:sldId id="11090147" r:id="rId11"/>
    <p:sldId id="11090146" r:id="rId12"/>
    <p:sldId id="11090138" r:id="rId13"/>
    <p:sldId id="11090148" r:id="rId14"/>
    <p:sldId id="11090149" r:id="rId15"/>
    <p:sldId id="11090150" r:id="rId16"/>
    <p:sldId id="11090154" r:id="rId17"/>
    <p:sldId id="11090151" r:id="rId18"/>
    <p:sldId id="11090152" r:id="rId19"/>
    <p:sldId id="11090153" r:id="rId20"/>
    <p:sldId id="11090139" r:id="rId21"/>
    <p:sldId id="11090155" r:id="rId22"/>
    <p:sldId id="11090156" r:id="rId23"/>
    <p:sldId id="11090160" r:id="rId24"/>
    <p:sldId id="11090157" r:id="rId25"/>
    <p:sldId id="11090158" r:id="rId26"/>
    <p:sldId id="11090159" r:id="rId27"/>
    <p:sldId id="273" r:id="rId28"/>
    <p:sldId id="288" r:id="rId29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7734A1C5-2DA6-4A33-AF7F-D3C4DF2F5DA3}">
          <p14:sldIdLst>
            <p14:sldId id="11090117"/>
            <p14:sldId id="272"/>
            <p14:sldId id="11090120"/>
            <p14:sldId id="11090141"/>
            <p14:sldId id="11090142"/>
            <p14:sldId id="11090143"/>
            <p14:sldId id="11090145"/>
            <p14:sldId id="11090147"/>
            <p14:sldId id="11090146"/>
            <p14:sldId id="11090138"/>
            <p14:sldId id="11090148"/>
            <p14:sldId id="11090149"/>
            <p14:sldId id="11090150"/>
            <p14:sldId id="11090154"/>
            <p14:sldId id="11090151"/>
            <p14:sldId id="11090152"/>
            <p14:sldId id="11090153"/>
            <p14:sldId id="11090139"/>
            <p14:sldId id="11090155"/>
            <p14:sldId id="11090156"/>
            <p14:sldId id="11090160"/>
            <p14:sldId id="11090157"/>
            <p14:sldId id="11090158"/>
            <p14:sldId id="11090159"/>
            <p14:sldId id="273"/>
            <p14:sldId id="288"/>
          </p14:sldIdLst>
        </p14:section>
        <p14:section name="结束" id="{E313DF9B-CE10-480F-B763-398289A0129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FAB"/>
    <a:srgbClr val="E6E6EE"/>
    <a:srgbClr val="333333"/>
    <a:srgbClr val="6D93AB"/>
    <a:srgbClr val="657890"/>
    <a:srgbClr val="415264"/>
    <a:srgbClr val="6B7F97"/>
    <a:srgbClr val="F4B183"/>
    <a:srgbClr val="7C92AA"/>
    <a:srgbClr val="4F63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7" autoAdjust="0"/>
    <p:restoredTop sz="92023" autoAdjust="0"/>
  </p:normalViewPr>
  <p:slideViewPr>
    <p:cSldViewPr>
      <p:cViewPr varScale="1">
        <p:scale>
          <a:sx n="87" d="100"/>
          <a:sy n="87" d="100"/>
        </p:scale>
        <p:origin x="317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97"/>
    </p:cViewPr>
  </p:sorterViewPr>
  <p:notesViewPr>
    <p:cSldViewPr>
      <p:cViewPr varScale="1">
        <p:scale>
          <a:sx n="79" d="100"/>
          <a:sy n="79" d="100"/>
        </p:scale>
        <p:origin x="1752" y="6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8DFCC-589B-4A60-9C12-59D686ADFEC6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CC3E0-7DDF-45E7-A937-AD50A2B51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8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5CD993E-5DAD-69E8-F31D-B1ED5FB48DAE}"/>
              </a:ext>
            </a:extLst>
          </p:cNvPr>
          <p:cNvSpPr txBox="1"/>
          <p:nvPr userDrawn="1"/>
        </p:nvSpPr>
        <p:spPr>
          <a:xfrm>
            <a:off x="9575964" y="352690"/>
            <a:ext cx="1992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AE168DC-9388-E468-B704-B2CB7D256052}"/>
              </a:ext>
            </a:extLst>
          </p:cNvPr>
          <p:cNvCxnSpPr/>
          <p:nvPr userDrawn="1"/>
        </p:nvCxnSpPr>
        <p:spPr>
          <a:xfrm>
            <a:off x="11650980" y="483495"/>
            <a:ext cx="54102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657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rgbClr val="E6E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5CD993E-5DAD-69E8-F31D-B1ED5FB48DAE}"/>
              </a:ext>
            </a:extLst>
          </p:cNvPr>
          <p:cNvSpPr txBox="1"/>
          <p:nvPr userDrawn="1"/>
        </p:nvSpPr>
        <p:spPr>
          <a:xfrm>
            <a:off x="9575964" y="352690"/>
            <a:ext cx="1992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AE168DC-9388-E468-B704-B2CB7D256052}"/>
              </a:ext>
            </a:extLst>
          </p:cNvPr>
          <p:cNvCxnSpPr/>
          <p:nvPr userDrawn="1"/>
        </p:nvCxnSpPr>
        <p:spPr>
          <a:xfrm>
            <a:off x="11650980" y="483495"/>
            <a:ext cx="54102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076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D5039D7-41B9-05E7-76B8-5CE2DABFDA99}"/>
              </a:ext>
            </a:extLst>
          </p:cNvPr>
          <p:cNvSpPr txBox="1"/>
          <p:nvPr userDrawn="1"/>
        </p:nvSpPr>
        <p:spPr>
          <a:xfrm>
            <a:off x="9575964" y="352690"/>
            <a:ext cx="1992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5854293-DABE-4291-834E-A1631254A371}"/>
              </a:ext>
            </a:extLst>
          </p:cNvPr>
          <p:cNvCxnSpPr/>
          <p:nvPr userDrawn="1"/>
        </p:nvCxnSpPr>
        <p:spPr>
          <a:xfrm>
            <a:off x="11650980" y="483495"/>
            <a:ext cx="54102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235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074057" y="1691297"/>
            <a:ext cx="2946400" cy="3270775"/>
          </a:xfrm>
          <a:custGeom>
            <a:avLst/>
            <a:gdLst>
              <a:gd name="connsiteX0" fmla="*/ 0 w 2946400"/>
              <a:gd name="connsiteY0" fmla="*/ 0 h 3270775"/>
              <a:gd name="connsiteX1" fmla="*/ 2946400 w 2946400"/>
              <a:gd name="connsiteY1" fmla="*/ 0 h 3270775"/>
              <a:gd name="connsiteX2" fmla="*/ 2946400 w 2946400"/>
              <a:gd name="connsiteY2" fmla="*/ 3270775 h 3270775"/>
              <a:gd name="connsiteX3" fmla="*/ 0 w 2946400"/>
              <a:gd name="connsiteY3" fmla="*/ 3270775 h 327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3270775">
                <a:moveTo>
                  <a:pt x="0" y="0"/>
                </a:moveTo>
                <a:lnTo>
                  <a:pt x="2946400" y="0"/>
                </a:lnTo>
                <a:lnTo>
                  <a:pt x="2946400" y="3270775"/>
                </a:lnTo>
                <a:lnTo>
                  <a:pt x="0" y="32707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1"/>
          </p:nvPr>
        </p:nvSpPr>
        <p:spPr>
          <a:xfrm>
            <a:off x="4622800" y="1691297"/>
            <a:ext cx="2946400" cy="3270775"/>
          </a:xfrm>
          <a:custGeom>
            <a:avLst/>
            <a:gdLst>
              <a:gd name="connsiteX0" fmla="*/ 0 w 2946400"/>
              <a:gd name="connsiteY0" fmla="*/ 0 h 3270775"/>
              <a:gd name="connsiteX1" fmla="*/ 2946400 w 2946400"/>
              <a:gd name="connsiteY1" fmla="*/ 0 h 3270775"/>
              <a:gd name="connsiteX2" fmla="*/ 2946400 w 2946400"/>
              <a:gd name="connsiteY2" fmla="*/ 3270775 h 3270775"/>
              <a:gd name="connsiteX3" fmla="*/ 0 w 2946400"/>
              <a:gd name="connsiteY3" fmla="*/ 3270775 h 327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3270775">
                <a:moveTo>
                  <a:pt x="0" y="0"/>
                </a:moveTo>
                <a:lnTo>
                  <a:pt x="2946400" y="0"/>
                </a:lnTo>
                <a:lnTo>
                  <a:pt x="2946400" y="3270775"/>
                </a:lnTo>
                <a:lnTo>
                  <a:pt x="0" y="32707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8171543" y="1691297"/>
            <a:ext cx="2946400" cy="3270775"/>
          </a:xfrm>
          <a:custGeom>
            <a:avLst/>
            <a:gdLst>
              <a:gd name="connsiteX0" fmla="*/ 0 w 2946400"/>
              <a:gd name="connsiteY0" fmla="*/ 0 h 3270775"/>
              <a:gd name="connsiteX1" fmla="*/ 2946400 w 2946400"/>
              <a:gd name="connsiteY1" fmla="*/ 0 h 3270775"/>
              <a:gd name="connsiteX2" fmla="*/ 2946400 w 2946400"/>
              <a:gd name="connsiteY2" fmla="*/ 3270775 h 3270775"/>
              <a:gd name="connsiteX3" fmla="*/ 0 w 2946400"/>
              <a:gd name="connsiteY3" fmla="*/ 3270775 h 327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3270775">
                <a:moveTo>
                  <a:pt x="0" y="0"/>
                </a:moveTo>
                <a:lnTo>
                  <a:pt x="2946400" y="0"/>
                </a:lnTo>
                <a:lnTo>
                  <a:pt x="2946400" y="3270775"/>
                </a:lnTo>
                <a:lnTo>
                  <a:pt x="0" y="32707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3741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589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885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392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681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98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119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183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862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571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275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839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620"/>
            <a:ext cx="10363202" cy="14701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557"/>
            <a:ext cx="8534402" cy="17527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78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54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82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09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37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64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92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19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649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418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6" y="4407305"/>
            <a:ext cx="10363202" cy="1362200"/>
          </a:xfrm>
        </p:spPr>
        <p:txBody>
          <a:bodyPr anchor="t"/>
          <a:lstStyle>
            <a:lvl1pPr algn="l">
              <a:defRPr sz="3743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6" y="2906980"/>
            <a:ext cx="10363202" cy="1500325"/>
          </a:xfrm>
        </p:spPr>
        <p:txBody>
          <a:bodyPr anchor="b"/>
          <a:lstStyle>
            <a:lvl1pPr marL="0" indent="0">
              <a:buNone/>
              <a:defRPr sz="1872">
                <a:solidFill>
                  <a:schemeClr val="tx1">
                    <a:tint val="75000"/>
                  </a:schemeClr>
                </a:solidFill>
              </a:defRPr>
            </a:lvl1pPr>
            <a:lvl2pPr marL="427841" indent="0">
              <a:buNone/>
              <a:defRPr sz="1681">
                <a:solidFill>
                  <a:schemeClr val="tx1">
                    <a:tint val="75000"/>
                  </a:schemeClr>
                </a:solidFill>
              </a:defRPr>
            </a:lvl2pPr>
            <a:lvl3pPr marL="854928" indent="0">
              <a:buNone/>
              <a:defRPr sz="1497">
                <a:solidFill>
                  <a:schemeClr val="tx1">
                    <a:tint val="75000"/>
                  </a:schemeClr>
                </a:solidFill>
              </a:defRPr>
            </a:lvl3pPr>
            <a:lvl4pPr marL="1282770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4pPr>
            <a:lvl5pPr marL="1709857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5pPr>
            <a:lvl6pPr marL="2137698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6pPr>
            <a:lvl7pPr marL="2564785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7pPr>
            <a:lvl8pPr marL="2992627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8pPr>
            <a:lvl9pPr marL="3419714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2632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347"/>
            <a:ext cx="5384801" cy="4526378"/>
          </a:xfrm>
        </p:spPr>
        <p:txBody>
          <a:bodyPr/>
          <a:lstStyle>
            <a:lvl1pPr>
              <a:defRPr sz="2620"/>
            </a:lvl1pPr>
            <a:lvl2pPr>
              <a:defRPr sz="2246"/>
            </a:lvl2pPr>
            <a:lvl3pPr>
              <a:defRPr sz="1872"/>
            </a:lvl3pPr>
            <a:lvl4pPr>
              <a:defRPr sz="1681"/>
            </a:lvl4pPr>
            <a:lvl5pPr>
              <a:defRPr sz="1681"/>
            </a:lvl5pPr>
            <a:lvl6pPr>
              <a:defRPr sz="1681"/>
            </a:lvl6pPr>
            <a:lvl7pPr>
              <a:defRPr sz="1681"/>
            </a:lvl7pPr>
            <a:lvl8pPr>
              <a:defRPr sz="1681"/>
            </a:lvl8pPr>
            <a:lvl9pPr>
              <a:defRPr sz="168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2" y="1600347"/>
            <a:ext cx="5384801" cy="4526378"/>
          </a:xfrm>
        </p:spPr>
        <p:txBody>
          <a:bodyPr/>
          <a:lstStyle>
            <a:lvl1pPr>
              <a:defRPr sz="2620"/>
            </a:lvl1pPr>
            <a:lvl2pPr>
              <a:defRPr sz="2246"/>
            </a:lvl2pPr>
            <a:lvl3pPr>
              <a:defRPr sz="1872"/>
            </a:lvl3pPr>
            <a:lvl4pPr>
              <a:defRPr sz="1681"/>
            </a:lvl4pPr>
            <a:lvl5pPr>
              <a:defRPr sz="1681"/>
            </a:lvl5pPr>
            <a:lvl6pPr>
              <a:defRPr sz="1681"/>
            </a:lvl6pPr>
            <a:lvl7pPr>
              <a:defRPr sz="1681"/>
            </a:lvl7pPr>
            <a:lvl8pPr>
              <a:defRPr sz="1681"/>
            </a:lvl8pPr>
            <a:lvl9pPr>
              <a:defRPr sz="168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93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254"/>
            <a:ext cx="5386919" cy="639821"/>
          </a:xfrm>
        </p:spPr>
        <p:txBody>
          <a:bodyPr anchor="b"/>
          <a:lstStyle>
            <a:lvl1pPr marL="0" indent="0">
              <a:buNone/>
              <a:defRPr sz="2246" b="1"/>
            </a:lvl1pPr>
            <a:lvl2pPr marL="427841" indent="0">
              <a:buNone/>
              <a:defRPr sz="1872" b="1"/>
            </a:lvl2pPr>
            <a:lvl3pPr marL="854928" indent="0">
              <a:buNone/>
              <a:defRPr sz="1681" b="1"/>
            </a:lvl3pPr>
            <a:lvl4pPr marL="1282770" indent="0">
              <a:buNone/>
              <a:defRPr sz="1497" b="1"/>
            </a:lvl4pPr>
            <a:lvl5pPr marL="1709857" indent="0">
              <a:buNone/>
              <a:defRPr sz="1497" b="1"/>
            </a:lvl5pPr>
            <a:lvl6pPr marL="2137698" indent="0">
              <a:buNone/>
              <a:defRPr sz="1497" b="1"/>
            </a:lvl6pPr>
            <a:lvl7pPr marL="2564785" indent="0">
              <a:buNone/>
              <a:defRPr sz="1497" b="1"/>
            </a:lvl7pPr>
            <a:lvl8pPr marL="2992627" indent="0">
              <a:buNone/>
              <a:defRPr sz="1497" b="1"/>
            </a:lvl8pPr>
            <a:lvl9pPr marL="3419714" indent="0">
              <a:buNone/>
              <a:defRPr sz="14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5075"/>
            <a:ext cx="5386919" cy="3951651"/>
          </a:xfrm>
        </p:spPr>
        <p:txBody>
          <a:bodyPr/>
          <a:lstStyle>
            <a:lvl1pPr>
              <a:defRPr sz="2246"/>
            </a:lvl1pPr>
            <a:lvl2pPr>
              <a:defRPr sz="1872"/>
            </a:lvl2pPr>
            <a:lvl3pPr>
              <a:defRPr sz="1681"/>
            </a:lvl3pPr>
            <a:lvl4pPr>
              <a:defRPr sz="1497"/>
            </a:lvl4pPr>
            <a:lvl5pPr>
              <a:defRPr sz="1497"/>
            </a:lvl5pPr>
            <a:lvl6pPr>
              <a:defRPr sz="1497"/>
            </a:lvl6pPr>
            <a:lvl7pPr>
              <a:defRPr sz="1497"/>
            </a:lvl7pPr>
            <a:lvl8pPr>
              <a:defRPr sz="1497"/>
            </a:lvl8pPr>
            <a:lvl9pPr>
              <a:defRPr sz="149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254"/>
            <a:ext cx="5389034" cy="639821"/>
          </a:xfrm>
        </p:spPr>
        <p:txBody>
          <a:bodyPr anchor="b"/>
          <a:lstStyle>
            <a:lvl1pPr marL="0" indent="0">
              <a:buNone/>
              <a:defRPr sz="2246" b="1"/>
            </a:lvl1pPr>
            <a:lvl2pPr marL="427841" indent="0">
              <a:buNone/>
              <a:defRPr sz="1872" b="1"/>
            </a:lvl2pPr>
            <a:lvl3pPr marL="854928" indent="0">
              <a:buNone/>
              <a:defRPr sz="1681" b="1"/>
            </a:lvl3pPr>
            <a:lvl4pPr marL="1282770" indent="0">
              <a:buNone/>
              <a:defRPr sz="1497" b="1"/>
            </a:lvl4pPr>
            <a:lvl5pPr marL="1709857" indent="0">
              <a:buNone/>
              <a:defRPr sz="1497" b="1"/>
            </a:lvl5pPr>
            <a:lvl6pPr marL="2137698" indent="0">
              <a:buNone/>
              <a:defRPr sz="1497" b="1"/>
            </a:lvl6pPr>
            <a:lvl7pPr marL="2564785" indent="0">
              <a:buNone/>
              <a:defRPr sz="1497" b="1"/>
            </a:lvl7pPr>
            <a:lvl8pPr marL="2992627" indent="0">
              <a:buNone/>
              <a:defRPr sz="1497" b="1"/>
            </a:lvl8pPr>
            <a:lvl9pPr marL="3419714" indent="0">
              <a:buNone/>
              <a:defRPr sz="14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5075"/>
            <a:ext cx="5389034" cy="3951651"/>
          </a:xfrm>
        </p:spPr>
        <p:txBody>
          <a:bodyPr/>
          <a:lstStyle>
            <a:lvl1pPr>
              <a:defRPr sz="2246"/>
            </a:lvl1pPr>
            <a:lvl2pPr>
              <a:defRPr sz="1872"/>
            </a:lvl2pPr>
            <a:lvl3pPr>
              <a:defRPr sz="1681"/>
            </a:lvl3pPr>
            <a:lvl4pPr>
              <a:defRPr sz="1497"/>
            </a:lvl4pPr>
            <a:lvl5pPr>
              <a:defRPr sz="1497"/>
            </a:lvl5pPr>
            <a:lvl6pPr>
              <a:defRPr sz="1497"/>
            </a:lvl6pPr>
            <a:lvl7pPr>
              <a:defRPr sz="1497"/>
            </a:lvl7pPr>
            <a:lvl8pPr>
              <a:defRPr sz="1497"/>
            </a:lvl8pPr>
            <a:lvl9pPr>
              <a:defRPr sz="149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85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3341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2024/10/15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25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76"/>
            <a:ext cx="4011084" cy="1162156"/>
          </a:xfrm>
        </p:spPr>
        <p:txBody>
          <a:bodyPr anchor="b"/>
          <a:lstStyle>
            <a:lvl1pPr algn="l">
              <a:defRPr sz="1872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76"/>
            <a:ext cx="6815669" cy="5853650"/>
          </a:xfrm>
        </p:spPr>
        <p:txBody>
          <a:bodyPr/>
          <a:lstStyle>
            <a:lvl1pPr>
              <a:defRPr sz="2995"/>
            </a:lvl1pPr>
            <a:lvl2pPr>
              <a:defRPr sz="2620"/>
            </a:lvl2pPr>
            <a:lvl3pPr>
              <a:defRPr sz="2246"/>
            </a:lvl3pPr>
            <a:lvl4pPr>
              <a:defRPr sz="1872"/>
            </a:lvl4pPr>
            <a:lvl5pPr>
              <a:defRPr sz="1872"/>
            </a:lvl5pPr>
            <a:lvl6pPr>
              <a:defRPr sz="1872"/>
            </a:lvl6pPr>
            <a:lvl7pPr>
              <a:defRPr sz="1872"/>
            </a:lvl7pPr>
            <a:lvl8pPr>
              <a:defRPr sz="1872"/>
            </a:lvl8pPr>
            <a:lvl9pPr>
              <a:defRPr sz="187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232"/>
            <a:ext cx="4011084" cy="4691493"/>
          </a:xfrm>
        </p:spPr>
        <p:txBody>
          <a:bodyPr/>
          <a:lstStyle>
            <a:lvl1pPr marL="0" indent="0">
              <a:buNone/>
              <a:defRPr sz="1307"/>
            </a:lvl1pPr>
            <a:lvl2pPr marL="427841" indent="0">
              <a:buNone/>
              <a:defRPr sz="1123"/>
            </a:lvl2pPr>
            <a:lvl3pPr marL="854928" indent="0">
              <a:buNone/>
              <a:defRPr sz="933"/>
            </a:lvl3pPr>
            <a:lvl4pPr marL="1282770" indent="0">
              <a:buNone/>
              <a:defRPr sz="844"/>
            </a:lvl4pPr>
            <a:lvl5pPr marL="1709857" indent="0">
              <a:buNone/>
              <a:defRPr sz="844"/>
            </a:lvl5pPr>
            <a:lvl6pPr marL="2137698" indent="0">
              <a:buNone/>
              <a:defRPr sz="844"/>
            </a:lvl6pPr>
            <a:lvl7pPr marL="2564785" indent="0">
              <a:buNone/>
              <a:defRPr sz="844"/>
            </a:lvl7pPr>
            <a:lvl8pPr marL="2992627" indent="0">
              <a:buNone/>
              <a:defRPr sz="844"/>
            </a:lvl8pPr>
            <a:lvl9pPr marL="3419714" indent="0">
              <a:buNone/>
              <a:defRPr sz="84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9183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9" y="4801041"/>
            <a:ext cx="7315201" cy="566791"/>
          </a:xfrm>
        </p:spPr>
        <p:txBody>
          <a:bodyPr anchor="b"/>
          <a:lstStyle>
            <a:lvl1pPr algn="l">
              <a:defRPr sz="1872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9" y="612832"/>
            <a:ext cx="7315201" cy="4115178"/>
          </a:xfrm>
        </p:spPr>
        <p:txBody>
          <a:bodyPr/>
          <a:lstStyle>
            <a:lvl1pPr marL="0" indent="0">
              <a:buNone/>
              <a:defRPr sz="2995"/>
            </a:lvl1pPr>
            <a:lvl2pPr marL="427841" indent="0">
              <a:buNone/>
              <a:defRPr sz="2620"/>
            </a:lvl2pPr>
            <a:lvl3pPr marL="854928" indent="0">
              <a:buNone/>
              <a:defRPr sz="2246"/>
            </a:lvl3pPr>
            <a:lvl4pPr marL="1282770" indent="0">
              <a:buNone/>
              <a:defRPr sz="1872"/>
            </a:lvl4pPr>
            <a:lvl5pPr marL="1709857" indent="0">
              <a:buNone/>
              <a:defRPr sz="1872"/>
            </a:lvl5pPr>
            <a:lvl6pPr marL="2137698" indent="0">
              <a:buNone/>
              <a:defRPr sz="1872"/>
            </a:lvl6pPr>
            <a:lvl7pPr marL="2564785" indent="0">
              <a:buNone/>
              <a:defRPr sz="1872"/>
            </a:lvl7pPr>
            <a:lvl8pPr marL="2992627" indent="0">
              <a:buNone/>
              <a:defRPr sz="1872"/>
            </a:lvl8pPr>
            <a:lvl9pPr marL="3419714" indent="0">
              <a:buNone/>
              <a:defRPr sz="1872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9" y="5367830"/>
            <a:ext cx="7315201" cy="804936"/>
          </a:xfrm>
        </p:spPr>
        <p:txBody>
          <a:bodyPr/>
          <a:lstStyle>
            <a:lvl1pPr marL="0" indent="0">
              <a:buNone/>
              <a:defRPr sz="1307"/>
            </a:lvl1pPr>
            <a:lvl2pPr marL="427841" indent="0">
              <a:buNone/>
              <a:defRPr sz="1123"/>
            </a:lvl2pPr>
            <a:lvl3pPr marL="854928" indent="0">
              <a:buNone/>
              <a:defRPr sz="933"/>
            </a:lvl3pPr>
            <a:lvl4pPr marL="1282770" indent="0">
              <a:buNone/>
              <a:defRPr sz="844"/>
            </a:lvl4pPr>
            <a:lvl5pPr marL="1709857" indent="0">
              <a:buNone/>
              <a:defRPr sz="844"/>
            </a:lvl5pPr>
            <a:lvl6pPr marL="2137698" indent="0">
              <a:buNone/>
              <a:defRPr sz="844"/>
            </a:lvl6pPr>
            <a:lvl7pPr marL="2564785" indent="0">
              <a:buNone/>
              <a:defRPr sz="844"/>
            </a:lvl7pPr>
            <a:lvl8pPr marL="2992627" indent="0">
              <a:buNone/>
              <a:defRPr sz="844"/>
            </a:lvl8pPr>
            <a:lvl9pPr marL="3419714" indent="0">
              <a:buNone/>
              <a:defRPr sz="84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890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0836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2" y="274664"/>
            <a:ext cx="2743201" cy="5852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64"/>
            <a:ext cx="8026402" cy="5852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31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7C92AA"/>
            </a:gs>
            <a:gs pos="100000">
              <a:srgbClr val="4F637B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280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08" r:id="rId2"/>
    <p:sldLayoutId id="2147483677" r:id="rId3"/>
    <p:sldLayoutId id="2147483709" r:id="rId4"/>
  </p:sldLayoutIdLst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1F176-63CE-4A62-A32A-081AB31456BB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5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408858"/>
            <a:ext cx="12192004" cy="91519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347"/>
            <a:ext cx="10972803" cy="4526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934"/>
            <a:ext cx="2844801" cy="365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934"/>
            <a:ext cx="3860801" cy="365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2" y="6356934"/>
            <a:ext cx="2844801" cy="365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9438216" y="6357621"/>
            <a:ext cx="2476360" cy="29347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307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307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307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  <p:extLst>
      <p:ext uri="{BB962C8B-B14F-4D97-AF65-F5344CB8AC3E}">
        <p14:creationId xmlns:p14="http://schemas.microsoft.com/office/powerpoint/2010/main" val="70125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ctr" defTabSz="854928" rtl="0" eaLnBrk="1" latinLnBrk="0" hangingPunct="1">
        <a:spcBef>
          <a:spcPct val="0"/>
        </a:spcBef>
        <a:buNone/>
        <a:defRPr sz="3327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320692" indent="-319938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2995" kern="1200">
          <a:solidFill>
            <a:schemeClr val="tx1"/>
          </a:solidFill>
          <a:latin typeface="+mn-lt"/>
          <a:ea typeface="+mn-ea"/>
          <a:cs typeface="+mn-cs"/>
        </a:defRPr>
      </a:lvl1pPr>
      <a:lvl2pPr marL="694959" indent="-266363" algn="l" defTabSz="854928" rtl="0" eaLnBrk="1" latinLnBrk="0" hangingPunct="1">
        <a:spcBef>
          <a:spcPts val="89"/>
        </a:spcBef>
        <a:buFont typeface="Arial" panose="020B0604020202020204" pitchFamily="34" charset="0"/>
        <a:buChar char="–"/>
        <a:defRPr sz="2620" kern="1200">
          <a:solidFill>
            <a:schemeClr val="tx1"/>
          </a:solidFill>
          <a:latin typeface="+mn-lt"/>
          <a:ea typeface="+mn-ea"/>
          <a:cs typeface="+mn-cs"/>
        </a:defRPr>
      </a:lvl2pPr>
      <a:lvl3pPr marL="1068472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2246" kern="1200">
          <a:solidFill>
            <a:schemeClr val="tx1"/>
          </a:solidFill>
          <a:latin typeface="+mn-lt"/>
          <a:ea typeface="+mn-ea"/>
          <a:cs typeface="+mn-cs"/>
        </a:defRPr>
      </a:lvl3pPr>
      <a:lvl4pPr marL="1496313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–"/>
        <a:defRPr sz="1872" kern="1200">
          <a:solidFill>
            <a:schemeClr val="tx1"/>
          </a:solidFill>
          <a:latin typeface="+mn-lt"/>
          <a:ea typeface="+mn-ea"/>
          <a:cs typeface="+mn-cs"/>
        </a:defRPr>
      </a:lvl4pPr>
      <a:lvl5pPr marL="1923400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»"/>
        <a:defRPr sz="1872" kern="1200">
          <a:solidFill>
            <a:schemeClr val="tx1"/>
          </a:solidFill>
          <a:latin typeface="+mn-lt"/>
          <a:ea typeface="+mn-ea"/>
          <a:cs typeface="+mn-cs"/>
        </a:defRPr>
      </a:lvl5pPr>
      <a:lvl6pPr marL="2351242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6pPr>
      <a:lvl7pPr marL="2779083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7pPr>
      <a:lvl8pPr marL="3206170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8pPr>
      <a:lvl9pPr marL="3634012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1pPr>
      <a:lvl2pPr marL="427841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2pPr>
      <a:lvl3pPr marL="854928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3pPr>
      <a:lvl4pPr marL="1282770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4pPr>
      <a:lvl5pPr marL="1709857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5pPr>
      <a:lvl6pPr marL="2137698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6pPr>
      <a:lvl7pPr marL="2564785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7pPr>
      <a:lvl8pPr marL="2992627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8pPr>
      <a:lvl9pPr marL="3419714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2056" y="1779521"/>
            <a:ext cx="6391493" cy="1648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u="none" strike="noStrike" kern="1200" cap="none" spc="0" normalizeH="0" baseline="0" noProof="0" dirty="0">
                <a:ln>
                  <a:noFill/>
                </a:ln>
                <a:solidFill>
                  <a:srgbClr val="11121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u="none" strike="noStrike" kern="1200" cap="none" spc="0" normalizeH="0" baseline="0" noProof="0" dirty="0">
                <a:ln>
                  <a:noFill/>
                </a:ln>
                <a:solidFill>
                  <a:srgbClr val="4A7D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3</a:t>
            </a:r>
            <a:r>
              <a:rPr kumimoji="0" lang="en-US" altLang="zh-CN" sz="4400" b="1" u="none" strike="noStrike" kern="1200" cap="none" spc="0" normalizeH="0" baseline="0" noProof="0" dirty="0">
                <a:ln>
                  <a:noFill/>
                </a:ln>
                <a:solidFill>
                  <a:srgbClr val="4A7D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 </a:t>
            </a:r>
            <a:r>
              <a:rPr lang="zh-CN" altLang="en-US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基础模块使用</a:t>
            </a:r>
            <a:endParaRPr kumimoji="0" lang="en-US" altLang="zh-CN" sz="4400" b="1" u="none" strike="noStrike" kern="1200" cap="none" spc="0" normalizeH="0" baseline="0" noProof="0" dirty="0">
              <a:ln>
                <a:noFill/>
              </a:ln>
              <a:solidFill>
                <a:srgbClr val="4A7D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479376" y="4986243"/>
            <a:ext cx="3134191" cy="453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300" normalizeH="0" baseline="0" noProof="0" dirty="0">
                <a:ln>
                  <a:noFill/>
                </a:ln>
                <a:solidFill>
                  <a:srgbClr val="6C6F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507549" y="5503239"/>
            <a:ext cx="6096000" cy="61369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A1B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请访问宇树科技官网了解更多产品相关条款与政策，请遵守各地区法律法规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9FA1B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A1B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376" y="404664"/>
            <a:ext cx="2717014" cy="52983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6647784" y="1279600"/>
            <a:ext cx="7738758" cy="563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48561" y="533896"/>
            <a:ext cx="2739097" cy="82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86582"/>
            <a:r>
              <a:rPr lang="zh-CN" altLang="en-US" sz="475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1137959" y="1825397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9963293" y="4638431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50000"/>
                  <a:lumOff val="50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023999" y="2299327"/>
            <a:ext cx="405960" cy="414260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r>
              <a:rPr lang="en-US" altLang="zh-CN" sz="2139" b="1" dirty="0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651804" y="2306873"/>
            <a:ext cx="8343305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4936">
              <a:spcBef>
                <a:spcPts val="891"/>
              </a:spcBef>
            </a:pP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</a:t>
            </a:r>
            <a:r>
              <a:rPr lang="en-US" altLang="zh-CN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DDS</a:t>
            </a: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通信的应用。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19EC42-942D-D048-C308-57565A3B9C9C}"/>
              </a:ext>
            </a:extLst>
          </p:cNvPr>
          <p:cNvSpPr/>
          <p:nvPr/>
        </p:nvSpPr>
        <p:spPr>
          <a:xfrm>
            <a:off x="2023999" y="3081775"/>
            <a:ext cx="405960" cy="414260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r>
              <a:rPr lang="en-US" altLang="zh-CN" sz="2139" b="1" dirty="0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8AC66B6-08CD-A591-9D73-55924FD53553}"/>
              </a:ext>
            </a:extLst>
          </p:cNvPr>
          <p:cNvSpPr txBox="1"/>
          <p:nvPr/>
        </p:nvSpPr>
        <p:spPr>
          <a:xfrm>
            <a:off x="2651804" y="3089321"/>
            <a:ext cx="8343305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4936">
              <a:spcBef>
                <a:spcPts val="891"/>
              </a:spcBef>
            </a:pP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掌握避障接口的使用。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8EB0A1-BFC4-FED0-6270-957EA9A187CC}"/>
              </a:ext>
            </a:extLst>
          </p:cNvPr>
          <p:cNvSpPr/>
          <p:nvPr/>
        </p:nvSpPr>
        <p:spPr>
          <a:xfrm>
            <a:off x="2023999" y="3848437"/>
            <a:ext cx="405960" cy="414260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r>
              <a:rPr lang="en-US" altLang="zh-CN" sz="2139" b="1" dirty="0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EC0543E-F4AA-03E7-71C0-2D715058FF4D}"/>
              </a:ext>
            </a:extLst>
          </p:cNvPr>
          <p:cNvSpPr txBox="1"/>
          <p:nvPr/>
        </p:nvSpPr>
        <p:spPr>
          <a:xfrm>
            <a:off x="2651804" y="3855983"/>
            <a:ext cx="8343305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4936">
              <a:spcBef>
                <a:spcPts val="891"/>
              </a:spcBef>
            </a:pP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掌握音量</a:t>
            </a:r>
            <a:r>
              <a:rPr lang="en-US" altLang="zh-CN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灯光接口的使用。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1-DDS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通信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协议简介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9" name="文本框 8"/>
          <p:cNvSpPr txBox="1"/>
          <p:nvPr/>
        </p:nvSpPr>
        <p:spPr>
          <a:xfrm>
            <a:off x="4645525" y="6097355"/>
            <a:ext cx="2116990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DDS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协议构成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CD7D6C2-9A8C-D967-651F-9164916DB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1182298"/>
            <a:ext cx="7883361" cy="46848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5503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1-DDS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通信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协议简介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9" name="文本框 8"/>
          <p:cNvSpPr txBox="1"/>
          <p:nvPr/>
        </p:nvSpPr>
        <p:spPr>
          <a:xfrm>
            <a:off x="4727848" y="6244965"/>
            <a:ext cx="2664296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DDS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消息中间件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CB48C0-5790-5651-7F92-551BBF0B9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1268760"/>
            <a:ext cx="8577791" cy="482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70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1-DDS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通信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发布端实现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程序流程图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04318DD-2DAE-1D77-0987-212107B9A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0" y="1071539"/>
            <a:ext cx="4464496" cy="57552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3913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1-DDS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通信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订阅端实现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程序流程图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D7C036-511B-6D28-3FC6-B63F3D7BE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856" y="1057280"/>
            <a:ext cx="2088232" cy="57321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6354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1-DDS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通信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项目代码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(C++)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294908-9082-B794-83DC-C3889ACFC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1556792"/>
            <a:ext cx="9193108" cy="302433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379AB94-C90C-3410-56F7-FD2F863E35CD}"/>
              </a:ext>
            </a:extLst>
          </p:cNvPr>
          <p:cNvSpPr txBox="1"/>
          <p:nvPr/>
        </p:nvSpPr>
        <p:spPr>
          <a:xfrm>
            <a:off x="4895909" y="5132701"/>
            <a:ext cx="3109347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DDS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通信项目代码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(C++)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255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1-DDS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通信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项目代码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(Python)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79AB94-C90C-3410-56F7-FD2F863E35CD}"/>
              </a:ext>
            </a:extLst>
          </p:cNvPr>
          <p:cNvSpPr txBox="1"/>
          <p:nvPr/>
        </p:nvSpPr>
        <p:spPr>
          <a:xfrm>
            <a:off x="4895909" y="5132701"/>
            <a:ext cx="3396085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DDS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项目代码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(Python)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70A594F-7A5E-E8D9-130B-30E185A0A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8" y="1678258"/>
            <a:ext cx="7284680" cy="179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95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1-DDS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通信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项目测试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(Python)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79AB94-C90C-3410-56F7-FD2F863E35CD}"/>
              </a:ext>
            </a:extLst>
          </p:cNvPr>
          <p:cNvSpPr txBox="1"/>
          <p:nvPr/>
        </p:nvSpPr>
        <p:spPr>
          <a:xfrm>
            <a:off x="4943872" y="5445224"/>
            <a:ext cx="2664296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项目测试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C52956D-9574-5BC3-A40E-D369E2479885}"/>
              </a:ext>
            </a:extLst>
          </p:cNvPr>
          <p:cNvSpPr txBox="1"/>
          <p:nvPr/>
        </p:nvSpPr>
        <p:spPr>
          <a:xfrm>
            <a:off x="1271464" y="1478015"/>
            <a:ext cx="6083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分别运行发布端与测试端代码，测试项目运行情况。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4C15B05-0B6A-636C-455B-4501C3D50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443" y="2227602"/>
            <a:ext cx="10128448" cy="240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76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避障接口应用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接口说明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9AF7C06-FC91-9143-F61B-DFF51DA1B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696" y="1183053"/>
            <a:ext cx="5548789" cy="49102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659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避障接口应用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接口说明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D15027-160C-6C23-C8A1-E088BCD01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0" y="1196408"/>
            <a:ext cx="5901958" cy="52227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0561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避障接口应用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接口说明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9FE433E-CC7E-1F2C-908A-084EF0A68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17" y="1097756"/>
            <a:ext cx="8943410" cy="49955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9989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避障接口应用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程序流程图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A46068-96F7-0801-EE5E-A956D1F26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961" y="1033155"/>
            <a:ext cx="2778077" cy="56713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4111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避障接口应用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程序流程图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CDEAE74-E56A-6B7D-E17B-1AC7AD7D6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99" y="1049406"/>
            <a:ext cx="3539059" cy="46118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614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避障接口应用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项目代码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(C++)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15D8FB-063F-537F-FCE4-AFF33C2DE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977" y="1700808"/>
            <a:ext cx="5121084" cy="149364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F0079F9-0E01-1ACC-0F94-19B10D257458}"/>
              </a:ext>
            </a:extLst>
          </p:cNvPr>
          <p:cNvSpPr txBox="1"/>
          <p:nvPr/>
        </p:nvSpPr>
        <p:spPr>
          <a:xfrm>
            <a:off x="4763852" y="4437112"/>
            <a:ext cx="3636404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避障接口项目代码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(C++)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024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避障接口应用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项目代码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(Python)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63CC61-F65D-07E5-4248-8090375B7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1556792"/>
            <a:ext cx="9781026" cy="136507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B27BE9-DFD1-74C5-0712-E25F73236D06}"/>
              </a:ext>
            </a:extLst>
          </p:cNvPr>
          <p:cNvSpPr txBox="1"/>
          <p:nvPr/>
        </p:nvSpPr>
        <p:spPr>
          <a:xfrm>
            <a:off x="4895909" y="5132701"/>
            <a:ext cx="3396085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避障接口项目代码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(Python)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4524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避障接口应用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项目测试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BC4060-B975-F3C0-D995-4D5117041F1D}"/>
              </a:ext>
            </a:extLst>
          </p:cNvPr>
          <p:cNvSpPr txBox="1"/>
          <p:nvPr/>
        </p:nvSpPr>
        <p:spPr>
          <a:xfrm>
            <a:off x="3287688" y="1196410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运行代码，测试项目运行情况。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599E18-6400-1D23-15D4-81DA58B2F3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697" y="1775353"/>
            <a:ext cx="8270606" cy="372177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4661B08-7E74-7B1A-8A93-B4073E8F349C}"/>
              </a:ext>
            </a:extLst>
          </p:cNvPr>
          <p:cNvSpPr txBox="1"/>
          <p:nvPr/>
        </p:nvSpPr>
        <p:spPr>
          <a:xfrm>
            <a:off x="4645525" y="5840424"/>
            <a:ext cx="3396085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服务状态查看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253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音量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灯光接口应用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13DEAB-1A27-C8D2-21B0-AD0D9E75F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480" y="1380948"/>
            <a:ext cx="8879239" cy="409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950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音量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灯光接口应用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7BB3C1-88EA-E65A-2B33-98D58722A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36" y="1628800"/>
            <a:ext cx="10593023" cy="295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36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音量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灯光接口应用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程序流程图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E2945F-4A09-A145-1391-92F91E1D3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851" y="1196410"/>
            <a:ext cx="2859049" cy="508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89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音量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灯光接口应用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程序流程图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22BD36-56AD-AB6A-DEFC-2E1E95013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854" y="1132306"/>
            <a:ext cx="2872274" cy="572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449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音量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灯光接口应用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项目代码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(C++)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0079F9-0E01-1ACC-0F94-19B10D257458}"/>
              </a:ext>
            </a:extLst>
          </p:cNvPr>
          <p:cNvSpPr txBox="1"/>
          <p:nvPr/>
        </p:nvSpPr>
        <p:spPr>
          <a:xfrm>
            <a:off x="4645525" y="5666209"/>
            <a:ext cx="3636404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灯光接口项目代码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(C++)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5941842-E428-9978-292D-81B4E9B0F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928" y="1171819"/>
            <a:ext cx="6590655" cy="401786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CEF4D93-8C42-1CFA-0EF3-A98327AB0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218454"/>
            <a:ext cx="4831499" cy="113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96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音量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灯光接口应用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项目代码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(Python)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0079F9-0E01-1ACC-0F94-19B10D257458}"/>
              </a:ext>
            </a:extLst>
          </p:cNvPr>
          <p:cNvSpPr txBox="1"/>
          <p:nvPr/>
        </p:nvSpPr>
        <p:spPr>
          <a:xfrm>
            <a:off x="3805737" y="6165304"/>
            <a:ext cx="4212468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音量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灯光接口项目代码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(Python)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8269DA-5340-F406-4F1B-E2615868A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26" y="1154794"/>
            <a:ext cx="5006774" cy="155461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3A236F7-1151-BAD2-38D9-62A04A72B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032" y="1154794"/>
            <a:ext cx="4020919" cy="483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46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音量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灯光接口应用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项目测试	</a:t>
            </a:r>
          </a:p>
        </p:txBody>
      </p: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BC4060-B975-F3C0-D995-4D5117041F1D}"/>
              </a:ext>
            </a:extLst>
          </p:cNvPr>
          <p:cNvSpPr txBox="1"/>
          <p:nvPr/>
        </p:nvSpPr>
        <p:spPr>
          <a:xfrm>
            <a:off x="1487488" y="1556792"/>
            <a:ext cx="6588663" cy="961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运行代码，测试项目运行情况。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机器人头部的音量和光照强度是否在循环变化。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2667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48561" y="533896"/>
            <a:ext cx="2739097" cy="82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86582"/>
            <a:r>
              <a:rPr lang="zh-CN" altLang="en-US" sz="475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821047" y="1582562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50000"/>
                  <a:lumOff val="50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11203951" y="5448567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50000"/>
                  <a:lumOff val="50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079776" y="1782966"/>
            <a:ext cx="6949610" cy="2763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86582">
              <a:lnSpc>
                <a:spcPct val="160000"/>
              </a:lnSpc>
            </a:pP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如何检查避障接口成功开启或关闭？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086582">
              <a:lnSpc>
                <a:spcPct val="160000"/>
              </a:lnSpc>
            </a:pP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086582">
              <a:lnSpc>
                <a:spcPct val="160000"/>
              </a:lnSpc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新建一个项目，在项目中调用多个基础模块功能。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934776" y="1582498"/>
            <a:ext cx="2909288" cy="2909288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endParaRPr lang="zh-CN" altLang="en-US" sz="2139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6" name="标题 4"/>
          <p:cNvSpPr txBox="1"/>
          <p:nvPr/>
        </p:nvSpPr>
        <p:spPr>
          <a:xfrm>
            <a:off x="997638" y="3731330"/>
            <a:ext cx="2823721" cy="562642"/>
          </a:xfrm>
          <a:prstGeom prst="rect">
            <a:avLst/>
          </a:prstGeom>
        </p:spPr>
        <p:txBody>
          <a:bodyPr vert="horz" lIns="108658" tIns="54329" rIns="108658" bIns="54329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086582"/>
            <a:endParaRPr lang="en-US" altLang="zh-CN" sz="2852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1078444" y="1706547"/>
            <a:ext cx="2662702" cy="2662702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endParaRPr lang="zh-CN" altLang="en-US" sz="2139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4" name="KSO_Shape"/>
          <p:cNvSpPr/>
          <p:nvPr/>
        </p:nvSpPr>
        <p:spPr bwMode="auto">
          <a:xfrm>
            <a:off x="1529471" y="2411750"/>
            <a:ext cx="1760513" cy="1499365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 defTabSz="1086582">
              <a:defRPr/>
            </a:pPr>
            <a:endParaRPr lang="zh-CN" altLang="en-US" sz="2139">
              <a:solidFill>
                <a:srgbClr val="FFFFFF"/>
              </a:solidFill>
              <a:latin typeface="Calibri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611778" y="2695759"/>
            <a:ext cx="11038043" cy="10698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4800" b="1" i="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Unix 5.4 unknown"/>
  <p:tag name="AS_OS" val="Unix 5.4 unknown"/>
  <p:tag name="AS_RELEASE_DATE" val="2013.12.17"/>
  <p:tag name="AS_TITLE" val="Spire.Presentation for .NET "/>
  <p:tag name="AS_VERSION" val="2.1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2_Office Theme_-2141169115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Orya" typeface="Kalinga"/>
        <a:font script="Mlym" typeface="Kartika"/>
        <a:font script="Deva" typeface="Mangal"/>
        <a:font script="Mong" typeface="Mongolian Baiti"/>
        <a:font script="Ethi" typeface="Nyala"/>
        <a:font script="Geor" typeface="Sylfaen"/>
        <a:font script="Sinh" typeface="Iskoola Pota"/>
        <a:font script="Taml" typeface="Latha"/>
        <a:font script="Tibt" typeface="Microsoft Himalaya"/>
        <a:font script="Gujr" typeface="Shruti"/>
        <a:font script="Hant" typeface="新細明體"/>
        <a:font script="Khmr" typeface="MoolBoran"/>
        <a:font script="Laoo" typeface="DokChampa"/>
        <a:font script="Cher" typeface="Plantagenet Cherokee"/>
        <a:font script="Hans" typeface="宋体"/>
        <a:font script="Hebr" typeface="Times New Roman"/>
        <a:font script="Uigh" typeface="Microsoft Uighur"/>
        <a:font script="Guru" typeface="Raavi"/>
        <a:font script="Cans" typeface="Euphemia"/>
        <a:font script="Jpan" typeface="ＭＳ Ｐゴシック"/>
        <a:font script="Arab" typeface="Times New Roman"/>
        <a:font script="Syrc" typeface="Estrangelo Edessa"/>
        <a:font script="Hang" typeface="맑은 고딕"/>
        <a:font script="Viet" typeface="Times New Roman"/>
        <a:font script="Thai" typeface="Angsana New"/>
        <a:font script="Yiii" typeface="Microsoft Yi Baiti"/>
        <a:font script="Thaa" typeface="MV Boli"/>
        <a:font script="Beng" typeface="Vrinda"/>
        <a:font script="Telu" typeface="Gautami"/>
        <a:font script="Knda" typeface="Tunga"/>
      </a:majorFont>
      <a:minorFont>
        <a:latin typeface="Calibri"/>
        <a:ea typeface=""/>
        <a:cs typeface=""/>
        <a:font script="Orya" typeface="Kalinga"/>
        <a:font script="Mlym" typeface="Kartika"/>
        <a:font script="Deva" typeface="Mangal"/>
        <a:font script="Mong" typeface="Mongolian Baiti"/>
        <a:font script="Ethi" typeface="Nyala"/>
        <a:font script="Geor" typeface="Sylfaen"/>
        <a:font script="Sinh" typeface="Iskoola Pota"/>
        <a:font script="Taml" typeface="Latha"/>
        <a:font script="Tibt" typeface="Microsoft Himalaya"/>
        <a:font script="Gujr" typeface="Shruti"/>
        <a:font script="Hant" typeface="新細明體"/>
        <a:font script="Khmr" typeface="DaunPenh"/>
        <a:font script="Laoo" typeface="DokChampa"/>
        <a:font script="Cher" typeface="Plantagenet Cherokee"/>
        <a:font script="Hans" typeface="宋体"/>
        <a:font script="Hebr" typeface="Arial"/>
        <a:font script="Uigh" typeface="Microsoft Uighur"/>
        <a:font script="Guru" typeface="Raavi"/>
        <a:font script="Cans" typeface="Euphemia"/>
        <a:font script="Jpan" typeface="ＭＳ Ｐゴシック"/>
        <a:font script="Arab" typeface="Arial"/>
        <a:font script="Syrc" typeface="Estrangelo Edessa"/>
        <a:font script="Hang" typeface="맑은 고딕"/>
        <a:font script="Viet" typeface="Arial"/>
        <a:font script="Thai" typeface="Cordia New"/>
        <a:font script="Yiii" typeface="Microsoft Yi Baiti"/>
        <a:font script="Thaa" typeface="MV Boli"/>
        <a:font script="Beng" typeface="Vrinda"/>
        <a:font script="Telu" typeface="Gautami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4224</TotalTime>
  <Words>451</Words>
  <Application>Microsoft Office PowerPoint</Application>
  <PresentationFormat>宽屏</PresentationFormat>
  <Paragraphs>54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等线</vt:lpstr>
      <vt:lpstr>等线 Light</vt:lpstr>
      <vt:lpstr>微软雅黑</vt:lpstr>
      <vt:lpstr>新宋体</vt:lpstr>
      <vt:lpstr>Arial</vt:lpstr>
      <vt:lpstr>Calibri</vt:lpstr>
      <vt:lpstr>2_Office Theme_-2141169115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吴秉昊</dc:creator>
  <cp:lastModifiedBy>samuche@qq.com</cp:lastModifiedBy>
  <cp:revision>323</cp:revision>
  <dcterms:created xsi:type="dcterms:W3CDTF">2024-03-14T10:28:33Z</dcterms:created>
  <dcterms:modified xsi:type="dcterms:W3CDTF">2024-10-15T07:51:15Z</dcterms:modified>
</cp:coreProperties>
</file>