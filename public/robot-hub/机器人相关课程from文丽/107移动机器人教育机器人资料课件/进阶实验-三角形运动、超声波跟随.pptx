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heme/theme3.xml" ContentType="application/vnd.openxmlformats-officedocument.theme+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notesSlides/notesSlide1.xml" ContentType="application/vnd.openxmlformats-officedocument.presentationml.notesSlide+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notesSlides/notesSlide2.xml" ContentType="application/vnd.openxmlformats-officedocument.presentationml.notesSlide+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notesSlides/notesSlide3.xml" ContentType="application/vnd.openxmlformats-officedocument.presentationml.notesSlide+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notesSlides/notesSlide4.xml" ContentType="application/vnd.openxmlformats-officedocument.presentationml.notesSlide+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notesSlides/notesSlide5.xml" ContentType="application/vnd.openxmlformats-officedocument.presentationml.notesSlide+xml"/>
  <Override PartName="/ppt/tags/tag170.xml" ContentType="application/vnd.openxmlformats-officedocument.presentationml.tags+xml"/>
  <Override PartName="/ppt/tags/tag171.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 id="2147483660" r:id="rId2"/>
  </p:sldMasterIdLst>
  <p:notesMasterIdLst>
    <p:notesMasterId r:id="rId35"/>
  </p:notesMasterIdLst>
  <p:sldIdLst>
    <p:sldId id="257" r:id="rId3"/>
    <p:sldId id="327" r:id="rId4"/>
    <p:sldId id="329" r:id="rId5"/>
    <p:sldId id="258" r:id="rId6"/>
    <p:sldId id="305" r:id="rId7"/>
    <p:sldId id="330" r:id="rId8"/>
    <p:sldId id="331" r:id="rId9"/>
    <p:sldId id="333" r:id="rId10"/>
    <p:sldId id="332" r:id="rId11"/>
    <p:sldId id="334" r:id="rId12"/>
    <p:sldId id="307" r:id="rId13"/>
    <p:sldId id="335" r:id="rId14"/>
    <p:sldId id="309" r:id="rId15"/>
    <p:sldId id="312" r:id="rId16"/>
    <p:sldId id="319" r:id="rId17"/>
    <p:sldId id="336" r:id="rId18"/>
    <p:sldId id="337" r:id="rId19"/>
    <p:sldId id="340" r:id="rId20"/>
    <p:sldId id="338" r:id="rId21"/>
    <p:sldId id="339" r:id="rId22"/>
    <p:sldId id="341" r:id="rId23"/>
    <p:sldId id="342" r:id="rId24"/>
    <p:sldId id="343" r:id="rId25"/>
    <p:sldId id="344" r:id="rId26"/>
    <p:sldId id="345" r:id="rId27"/>
    <p:sldId id="346" r:id="rId28"/>
    <p:sldId id="348" r:id="rId29"/>
    <p:sldId id="347" r:id="rId30"/>
    <p:sldId id="349" r:id="rId31"/>
    <p:sldId id="350" r:id="rId32"/>
    <p:sldId id="351" r:id="rId33"/>
    <p:sldId id="352"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300" autoAdjust="0"/>
    <p:restoredTop sz="94660"/>
  </p:normalViewPr>
  <p:slideViewPr>
    <p:cSldViewPr snapToGrid="0">
      <p:cViewPr varScale="1">
        <p:scale>
          <a:sx n="111" d="100"/>
          <a:sy n="111" d="100"/>
        </p:scale>
        <p:origin x="91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2020/9/18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2473548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sym typeface="+mn-ea"/>
            </a:endParaRPr>
          </a:p>
        </p:txBody>
      </p:sp>
    </p:spTree>
    <p:extLst>
      <p:ext uri="{BB962C8B-B14F-4D97-AF65-F5344CB8AC3E}">
        <p14:creationId xmlns:p14="http://schemas.microsoft.com/office/powerpoint/2010/main" val="570248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sym typeface="+mn-ea"/>
            </a:endParaRPr>
          </a:p>
        </p:txBody>
      </p:sp>
    </p:spTree>
    <p:extLst>
      <p:ext uri="{BB962C8B-B14F-4D97-AF65-F5344CB8AC3E}">
        <p14:creationId xmlns:p14="http://schemas.microsoft.com/office/powerpoint/2010/main" val="40918383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sym typeface="+mn-ea"/>
            </a:endParaRPr>
          </a:p>
        </p:txBody>
      </p:sp>
    </p:spTree>
    <p:extLst>
      <p:ext uri="{BB962C8B-B14F-4D97-AF65-F5344CB8AC3E}">
        <p14:creationId xmlns:p14="http://schemas.microsoft.com/office/powerpoint/2010/main" val="20817847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sym typeface="+mn-ea"/>
            </a:endParaRPr>
          </a:p>
        </p:txBody>
      </p:sp>
    </p:spTree>
    <p:extLst>
      <p:ext uri="{BB962C8B-B14F-4D97-AF65-F5344CB8AC3E}">
        <p14:creationId xmlns:p14="http://schemas.microsoft.com/office/powerpoint/2010/main" val="1063577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sym typeface="+mn-ea"/>
            </a:endParaRPr>
          </a:p>
        </p:txBody>
      </p:sp>
    </p:spTree>
    <p:extLst>
      <p:ext uri="{BB962C8B-B14F-4D97-AF65-F5344CB8AC3E}">
        <p14:creationId xmlns:p14="http://schemas.microsoft.com/office/powerpoint/2010/main" val="13308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sym typeface="+mn-ea"/>
            </a:endParaRPr>
          </a:p>
        </p:txBody>
      </p:sp>
    </p:spTree>
    <p:extLst>
      <p:ext uri="{BB962C8B-B14F-4D97-AF65-F5344CB8AC3E}">
        <p14:creationId xmlns:p14="http://schemas.microsoft.com/office/powerpoint/2010/main" val="17558611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9.xml"/><Relationship Id="rId7"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9" Type="http://schemas.openxmlformats.org/officeDocument/2006/relationships/image" Target="file:///C:\Users\1V994W2\PycharmProjects\PPT_Background_Generation/pic_temp/pic_sup.png" TargetMode="External"/></Relationships>
</file>

<file path=ppt/slideLayouts/_rels/slideLayout13.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5.xml"/><Relationship Id="rId7" Type="http://schemas.openxmlformats.org/officeDocument/2006/relationships/tags" Target="../tags/tag19.xml"/><Relationship Id="rId12" Type="http://schemas.openxmlformats.org/officeDocument/2006/relationships/image" Target="file:///C:\Users\1V994W2\PycharmProjects\PPT_Background_Generation/pic_temp/1_pic_quater_left_down.png" TargetMode="Externa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image" Target="../media/image3.png"/><Relationship Id="rId5" Type="http://schemas.openxmlformats.org/officeDocument/2006/relationships/tags" Target="../tags/tag17.xml"/><Relationship Id="rId10" Type="http://schemas.openxmlformats.org/officeDocument/2006/relationships/image" Target="file:///C:\Users\1V994W2\PycharmProjects\PPT_Background_Generation/pic_temp/0_pic_quater_right_down.png" TargetMode="External"/><Relationship Id="rId4" Type="http://schemas.openxmlformats.org/officeDocument/2006/relationships/tags" Target="../tags/tag16.xml"/><Relationship Id="rId9"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22.xml"/><Relationship Id="rId7" Type="http://schemas.openxmlformats.org/officeDocument/2006/relationships/slideMaster" Target="../slideMasters/slideMaster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9" Type="http://schemas.openxmlformats.org/officeDocument/2006/relationships/image" Target="file:///C:\Users\1V994W2\PycharmProjects\PPT_Background_Generation/pic_temp/pic_half_top.png" TargetMode="Externa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33.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image" Target="../media/image3.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30.xml"/><Relationship Id="rId10" Type="http://schemas.openxmlformats.org/officeDocument/2006/relationships/image" Target="../media/image2.png"/><Relationship Id="rId4" Type="http://schemas.openxmlformats.org/officeDocument/2006/relationships/tags" Target="../tags/tag29.xml"/><Relationship Id="rId9"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image" Target="../media/image2.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slideMaster" Target="../slideMasters/slideMaster2.xml"/><Relationship Id="rId5" Type="http://schemas.openxmlformats.org/officeDocument/2006/relationships/tags" Target="../tags/tag38.xml"/><Relationship Id="rId15" Type="http://schemas.openxmlformats.org/officeDocument/2006/relationships/image" Target="file:///C:\Users\1V994W2\PycharmProjects\PPT_Background_Generation/pic_temp/1_pic_quater_left_down.png" TargetMode="External"/><Relationship Id="rId10" Type="http://schemas.openxmlformats.org/officeDocument/2006/relationships/tags" Target="../tags/tag43.xml"/><Relationship Id="rId4" Type="http://schemas.openxmlformats.org/officeDocument/2006/relationships/tags" Target="../tags/tag37.xml"/><Relationship Id="rId9" Type="http://schemas.openxmlformats.org/officeDocument/2006/relationships/tags" Target="../tags/tag42.xml"/><Relationship Id="rId1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46.xml"/><Relationship Id="rId7" Type="http://schemas.openxmlformats.org/officeDocument/2006/relationships/slideMaster" Target="../slideMasters/slideMaster2.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image" Target="file:///C:\Users\1V994W2\PycharmProjects\PPT_Background_Generation/pic_temp/1_pic_quater_left_down.png" TargetMode="External"/><Relationship Id="rId5" Type="http://schemas.openxmlformats.org/officeDocument/2006/relationships/tags" Target="../tags/tag48.xml"/><Relationship Id="rId10" Type="http://schemas.openxmlformats.org/officeDocument/2006/relationships/image" Target="../media/image3.png"/><Relationship Id="rId4" Type="http://schemas.openxmlformats.org/officeDocument/2006/relationships/tags" Target="../tags/tag47.xml"/><Relationship Id="rId9" Type="http://schemas.openxmlformats.org/officeDocument/2006/relationships/image" Target="file:///C:\Users\1V994W2\Documents\Tencent%20Files\574576071\FileRecv\&#25340;&#35013;&#32032;&#26448;\forright\\42\subject_holdleft_42,122,231_0_lively_full_0.png" TargetMode="Externa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4"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8" Type="http://schemas.openxmlformats.org/officeDocument/2006/relationships/tags" Target="../tags/tag60.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55.xml"/><Relationship Id="rId7" Type="http://schemas.openxmlformats.org/officeDocument/2006/relationships/tags" Target="../tags/tag59.xml"/><Relationship Id="rId12" Type="http://schemas.openxmlformats.org/officeDocument/2006/relationships/image" Target="../media/image3.pn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tags" Target="../tags/tag58.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57.xml"/><Relationship Id="rId10" Type="http://schemas.openxmlformats.org/officeDocument/2006/relationships/image" Target="../media/image2.png"/><Relationship Id="rId4" Type="http://schemas.openxmlformats.org/officeDocument/2006/relationships/tags" Target="../tags/tag56.xml"/><Relationship Id="rId9"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63.xml"/><Relationship Id="rId7" Type="http://schemas.openxmlformats.org/officeDocument/2006/relationships/tags" Target="../tags/tag67.xml"/><Relationship Id="rId12" Type="http://schemas.openxmlformats.org/officeDocument/2006/relationships/image" Target="file:///C:\Users\1V994W2\PycharmProjects\PPT_Background_Generation/pic_temp/1_pic_quater_left_down.png" TargetMode="Externa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image" Target="../media/image3.png"/><Relationship Id="rId5" Type="http://schemas.openxmlformats.org/officeDocument/2006/relationships/tags" Target="../tags/tag65.xml"/><Relationship Id="rId10" Type="http://schemas.openxmlformats.org/officeDocument/2006/relationships/image" Target="file:///C:\Users\1V994W2\PycharmProjects\PPT_Background_Generation/pic_temp/0_pic_quater_right_down.png" TargetMode="External"/><Relationship Id="rId4" Type="http://schemas.openxmlformats.org/officeDocument/2006/relationships/tags" Target="../tags/tag64.xml"/><Relationship Id="rId9"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70.xml"/><Relationship Id="rId7" Type="http://schemas.openxmlformats.org/officeDocument/2006/relationships/slideMaster" Target="../slideMasters/slideMaster2.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image" Target="file:///C:\Users\1V994W2\PycharmProjects\PPT_Background_Generation/pic_temp/1_pic_quater_left_down.png" TargetMode="External"/><Relationship Id="rId5" Type="http://schemas.openxmlformats.org/officeDocument/2006/relationships/tags" Target="../tags/tag72.xml"/><Relationship Id="rId10" Type="http://schemas.openxmlformats.org/officeDocument/2006/relationships/image" Target="../media/image3.png"/><Relationship Id="rId4" Type="http://schemas.openxmlformats.org/officeDocument/2006/relationships/tags" Target="../tags/tag71.xml"/><Relationship Id="rId9" Type="http://schemas.openxmlformats.org/officeDocument/2006/relationships/image" Target="file:///C:\Users\1V994W2\PycharmProjects\PPT_Background_Generation/pic_temp/0_pic_quater_right_down.png" TargetMode="External"/></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76.xml"/><Relationship Id="rId7" Type="http://schemas.openxmlformats.org/officeDocument/2006/relationships/slideMaster" Target="../slideMasters/slideMaster2.xml"/><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9" Type="http://schemas.openxmlformats.org/officeDocument/2006/relationships/image" Target="file:///C:\Users\1V994W2\PycharmProjects\PPT_Background_Generation/pic_temp/pic_sup.png" TargetMode="External"/></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82.xml"/><Relationship Id="rId7" Type="http://schemas.openxmlformats.org/officeDocument/2006/relationships/slideMaster" Target="../slideMasters/slideMaster2.xml"/><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tags" Target="../tags/tag85.xml"/><Relationship Id="rId11" Type="http://schemas.openxmlformats.org/officeDocument/2006/relationships/image" Target="file:///C:\Users\1V994W2\PycharmProjects\PPT_Background_Generation/pic_temp/1_pic_quater_left_down.png" TargetMode="External"/><Relationship Id="rId5" Type="http://schemas.openxmlformats.org/officeDocument/2006/relationships/tags" Target="../tags/tag84.xml"/><Relationship Id="rId10" Type="http://schemas.openxmlformats.org/officeDocument/2006/relationships/image" Target="../media/image3.png"/><Relationship Id="rId4" Type="http://schemas.openxmlformats.org/officeDocument/2006/relationships/tags" Target="../tags/tag83.xml"/><Relationship Id="rId9" Type="http://schemas.openxmlformats.org/officeDocument/2006/relationships/image" Target="file:///C:\Users\1V994W2\PycharmProjects\PPT_Background_Generation/pic_temp/0_pic_quater_right_down.png" TargetMode="Externa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93.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88.xml"/><Relationship Id="rId7" Type="http://schemas.openxmlformats.org/officeDocument/2006/relationships/tags" Target="../tags/tag92.xml"/><Relationship Id="rId12" Type="http://schemas.openxmlformats.org/officeDocument/2006/relationships/image" Target="../media/image3.png"/><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tags" Target="../tags/tag91.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90.xml"/><Relationship Id="rId10" Type="http://schemas.openxmlformats.org/officeDocument/2006/relationships/image" Target="../media/image2.png"/><Relationship Id="rId4" Type="http://schemas.openxmlformats.org/officeDocument/2006/relationships/tags" Target="../tags/tag89.xml"/><Relationship Id="rId9"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101.xml"/><Relationship Id="rId3" Type="http://schemas.openxmlformats.org/officeDocument/2006/relationships/tags" Target="../tags/tag96.xml"/><Relationship Id="rId7" Type="http://schemas.openxmlformats.org/officeDocument/2006/relationships/tags" Target="../tags/tag100.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tags" Target="../tags/tag99.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98.xml"/><Relationship Id="rId10" Type="http://schemas.openxmlformats.org/officeDocument/2006/relationships/image" Target="../media/image2.png"/><Relationship Id="rId4" Type="http://schemas.openxmlformats.org/officeDocument/2006/relationships/tags" Target="../tags/tag97.xml"/><Relationship Id="rId9"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109.xml"/><Relationship Id="rId13" Type="http://schemas.openxmlformats.org/officeDocument/2006/relationships/image" Target="../media/image3.png"/><Relationship Id="rId3" Type="http://schemas.openxmlformats.org/officeDocument/2006/relationships/tags" Target="../tags/tag104.xml"/><Relationship Id="rId7" Type="http://schemas.openxmlformats.org/officeDocument/2006/relationships/tags" Target="../tags/tag108.xml"/><Relationship Id="rId12"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tags" Target="../tags/tag107.xml"/><Relationship Id="rId11" Type="http://schemas.openxmlformats.org/officeDocument/2006/relationships/image" Target="../media/image2.png"/><Relationship Id="rId5" Type="http://schemas.openxmlformats.org/officeDocument/2006/relationships/tags" Target="../tags/tag106.xml"/><Relationship Id="rId10" Type="http://schemas.openxmlformats.org/officeDocument/2006/relationships/slideMaster" Target="../slideMasters/slideMaster2.xml"/><Relationship Id="rId4" Type="http://schemas.openxmlformats.org/officeDocument/2006/relationships/tags" Target="../tags/tag105.xml"/><Relationship Id="rId9" Type="http://schemas.openxmlformats.org/officeDocument/2006/relationships/tags" Target="../tags/tag110.xml"/><Relationship Id="rId14" Type="http://schemas.openxmlformats.org/officeDocument/2006/relationships/image" Target="file:///C:\Users\1V994W2\PycharmProjects\PPT_Background_Generation/pic_temp/1_pic_quater_left_down.png" TargetMode="Externa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118.xml"/><Relationship Id="rId13" Type="http://schemas.openxmlformats.org/officeDocument/2006/relationships/image" Target="../media/image3.png"/><Relationship Id="rId3" Type="http://schemas.openxmlformats.org/officeDocument/2006/relationships/tags" Target="../tags/tag113.xml"/><Relationship Id="rId7" Type="http://schemas.openxmlformats.org/officeDocument/2006/relationships/tags" Target="../tags/tag117.xml"/><Relationship Id="rId12"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tags" Target="../tags/tag116.xml"/><Relationship Id="rId11" Type="http://schemas.openxmlformats.org/officeDocument/2006/relationships/image" Target="../media/image2.png"/><Relationship Id="rId5" Type="http://schemas.openxmlformats.org/officeDocument/2006/relationships/tags" Target="../tags/tag115.xml"/><Relationship Id="rId10" Type="http://schemas.openxmlformats.org/officeDocument/2006/relationships/slideMaster" Target="../slideMasters/slideMaster2.xml"/><Relationship Id="rId4" Type="http://schemas.openxmlformats.org/officeDocument/2006/relationships/tags" Target="../tags/tag114.xml"/><Relationship Id="rId9" Type="http://schemas.openxmlformats.org/officeDocument/2006/relationships/tags" Target="../tags/tag119.xml"/><Relationship Id="rId14" Type="http://schemas.openxmlformats.org/officeDocument/2006/relationships/image" Target="file:///C:\Users\1V994W2\PycharmProjects\PPT_Background_Generation/pic_temp/1_pic_quater_left_down.png" TargetMode="Externa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127.xml"/><Relationship Id="rId13" Type="http://schemas.openxmlformats.org/officeDocument/2006/relationships/image" Target="../media/image2.png"/><Relationship Id="rId3" Type="http://schemas.openxmlformats.org/officeDocument/2006/relationships/tags" Target="../tags/tag122.xml"/><Relationship Id="rId7" Type="http://schemas.openxmlformats.org/officeDocument/2006/relationships/tags" Target="../tags/tag126.xml"/><Relationship Id="rId12" Type="http://schemas.openxmlformats.org/officeDocument/2006/relationships/slideMaster" Target="../slideMasters/slideMaster2.xml"/><Relationship Id="rId2" Type="http://schemas.openxmlformats.org/officeDocument/2006/relationships/tags" Target="../tags/tag121.xml"/><Relationship Id="rId16" Type="http://schemas.openxmlformats.org/officeDocument/2006/relationships/image" Target="file:///C:\Users\1V994W2\PycharmProjects\PPT_Background_Generation/pic_temp/1_pic_quater_left_down.png" TargetMode="Externa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tags" Target="../tags/tag130.xml"/><Relationship Id="rId5" Type="http://schemas.openxmlformats.org/officeDocument/2006/relationships/tags" Target="../tags/tag124.xml"/><Relationship Id="rId15" Type="http://schemas.openxmlformats.org/officeDocument/2006/relationships/image" Target="../media/image3.png"/><Relationship Id="rId10" Type="http://schemas.openxmlformats.org/officeDocument/2006/relationships/tags" Target="../tags/tag129.xml"/><Relationship Id="rId4" Type="http://schemas.openxmlformats.org/officeDocument/2006/relationships/tags" Target="../tags/tag123.xml"/><Relationship Id="rId9" Type="http://schemas.openxmlformats.org/officeDocument/2006/relationships/tags" Target="../tags/tag128.xml"/><Relationship Id="rId14" Type="http://schemas.openxmlformats.org/officeDocument/2006/relationships/image" Target="file:///C:\Users\1V994W2\PycharmProjects\PPT_Background_Generation/pic_temp/0_pic_quater_right_down.png" TargetMode="Externa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138.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133.xml"/><Relationship Id="rId7" Type="http://schemas.openxmlformats.org/officeDocument/2006/relationships/tags" Target="../tags/tag137.xml"/><Relationship Id="rId12" Type="http://schemas.openxmlformats.org/officeDocument/2006/relationships/image" Target="../media/image3.png"/><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tags" Target="../tags/tag136.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135.xml"/><Relationship Id="rId10" Type="http://schemas.openxmlformats.org/officeDocument/2006/relationships/image" Target="../media/image6.png"/><Relationship Id="rId4" Type="http://schemas.openxmlformats.org/officeDocument/2006/relationships/tags" Target="../tags/tag134.xml"/><Relationship Id="rId9"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en-US" dirty="0"/>
          </a:p>
        </p:txBody>
      </p:sp>
      <p:sp>
        <p:nvSpPr>
          <p:cNvPr id="6" name="Slide Number Placeholder 5"/>
          <p:cNvSpPr>
            <a:spLocks noGrp="1"/>
          </p:cNvSpPr>
          <p:nvPr>
            <p:ph type="sldNum" sz="quarter" idx="12"/>
          </p:nvPr>
        </p:nvSpPr>
        <p:spPr/>
        <p:txBody>
          <a:bodyPr/>
          <a:lstStyle/>
          <a:p>
            <a:fld id="{661B116C-5022-40D8-9F0E-23C14AE232C0}"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6" name="Slide Number Placeholder 5"/>
          <p:cNvSpPr>
            <a:spLocks noGrp="1"/>
          </p:cNvSpPr>
          <p:nvPr>
            <p:ph type="sldNum" sz="quarter" idx="12"/>
          </p:nvPr>
        </p:nvSpPr>
        <p:spPr/>
        <p:txBody>
          <a:bodyPr/>
          <a:lstStyle/>
          <a:p>
            <a:fld id="{661B116C-5022-40D8-9F0E-23C14AE232C0}"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Click to edit Master text styles</a:t>
            </a:r>
          </a:p>
        </p:txBody>
      </p:sp>
      <p:sp>
        <p:nvSpPr>
          <p:cNvPr id="6" name="Slide Number Placeholder 5"/>
          <p:cNvSpPr>
            <a:spLocks noGrp="1"/>
          </p:cNvSpPr>
          <p:nvPr>
            <p:ph type="sldNum" sz="quarter" idx="12"/>
          </p:nvPr>
        </p:nvSpPr>
        <p:spPr/>
        <p:txBody>
          <a:bodyPr/>
          <a:lstStyle/>
          <a:p>
            <a:fld id="{661B116C-5022-40D8-9F0E-23C14AE232C0}"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Slide Number Placeholder 6"/>
          <p:cNvSpPr>
            <a:spLocks noGrp="1"/>
          </p:cNvSpPr>
          <p:nvPr>
            <p:ph type="sldNum" sz="quarter" idx="12"/>
          </p:nvPr>
        </p:nvSpPr>
        <p:spPr/>
        <p:txBody>
          <a:bodyPr/>
          <a:lstStyle/>
          <a:p>
            <a:fld id="{661B116C-5022-40D8-9F0E-23C14AE232C0}"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Slide Number Placeholder 8"/>
          <p:cNvSpPr>
            <a:spLocks noGrp="1"/>
          </p:cNvSpPr>
          <p:nvPr>
            <p:ph type="sldNum" sz="quarter" idx="12"/>
          </p:nvPr>
        </p:nvSpPr>
        <p:spPr/>
        <p:txBody>
          <a:bodyPr/>
          <a:lstStyle/>
          <a:p>
            <a:fld id="{661B116C-5022-40D8-9F0E-23C14AE232C0}"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5" name="Slide Number Placeholder 4"/>
          <p:cNvSpPr>
            <a:spLocks noGrp="1"/>
          </p:cNvSpPr>
          <p:nvPr>
            <p:ph type="sldNum" sz="quarter" idx="12"/>
          </p:nvPr>
        </p:nvSpPr>
        <p:spPr/>
        <p:txBody>
          <a:bodyPr/>
          <a:lstStyle/>
          <a:p>
            <a:fld id="{661B116C-5022-40D8-9F0E-23C14AE232C0}"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61B116C-5022-40D8-9F0E-23C14AE232C0}"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7" name="Slide Number Placeholder 6"/>
          <p:cNvSpPr>
            <a:spLocks noGrp="1"/>
          </p:cNvSpPr>
          <p:nvPr>
            <p:ph type="sldNum" sz="quarter" idx="12"/>
          </p:nvPr>
        </p:nvSpPr>
        <p:spPr/>
        <p:txBody>
          <a:bodyPr/>
          <a:lstStyle/>
          <a:p>
            <a:fld id="{661B116C-5022-40D8-9F0E-23C14AE232C0}"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zh-CN"/>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7" name="Slide Number Placeholder 6"/>
          <p:cNvSpPr>
            <a:spLocks noGrp="1"/>
          </p:cNvSpPr>
          <p:nvPr>
            <p:ph type="sldNum" sz="quarter" idx="12"/>
          </p:nvPr>
        </p:nvSpPr>
        <p:spPr/>
        <p:txBody>
          <a:bodyPr/>
          <a:lstStyle/>
          <a:p>
            <a:fld id="{661B116C-5022-40D8-9F0E-23C14AE232C0}"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6" name="Slide Number Placeholder 5"/>
          <p:cNvSpPr>
            <a:spLocks noGrp="1"/>
          </p:cNvSpPr>
          <p:nvPr>
            <p:ph type="sldNum" sz="quarter" idx="12"/>
          </p:nvPr>
        </p:nvSpPr>
        <p:spPr/>
        <p:txBody>
          <a:bodyPr/>
          <a:lstStyle/>
          <a:p>
            <a:fld id="{661B116C-5022-40D8-9F0E-23C14AE232C0}"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6" name="Slide Number Placeholder 5"/>
          <p:cNvSpPr>
            <a:spLocks noGrp="1"/>
          </p:cNvSpPr>
          <p:nvPr>
            <p:ph type="sldNum" sz="quarter" idx="12"/>
          </p:nvPr>
        </p:nvSpPr>
        <p:spPr/>
        <p:txBody>
          <a:bodyPr/>
          <a:lstStyle/>
          <a:p>
            <a:fld id="{661B116C-5022-40D8-9F0E-23C14AE232C0}"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2">
            <a:lumMod val="95000"/>
          </a:schemeClr>
        </a:solidFill>
        <a:effectLst/>
      </p:bgPr>
    </p:bg>
    <p:spTree>
      <p:nvGrpSpPr>
        <p:cNvPr id="1" name=""/>
        <p:cNvGrpSpPr/>
        <p:nvPr/>
      </p:nvGrpSpPr>
      <p:grpSpPr>
        <a:xfrm>
          <a:off x="0" y="0"/>
          <a:ext cx="0" cy="0"/>
          <a:chOff x="0" y="0"/>
          <a:chExt cx="0" cy="0"/>
        </a:xfrm>
      </p:grpSpPr>
      <p:pic>
        <p:nvPicPr>
          <p:cNvPr id="5" name="图片 4"/>
          <p:cNvPicPr/>
          <p:nvPr userDrawn="1">
            <p:custDataLst>
              <p:tags r:id="rId1"/>
            </p:custDataLst>
          </p:nvPr>
        </p:nvPicPr>
        <p:blipFill>
          <a:blip r:embed="rId8" r:link="rId9"/>
          <a:stretch>
            <a:fillRect/>
          </a:stretch>
        </p:blipFill>
        <p:spPr>
          <a:xfrm>
            <a:off x="0" y="0"/>
            <a:ext cx="12192000" cy="6858000"/>
          </a:xfrm>
          <a:prstGeom prst="rect">
            <a:avLst/>
          </a:prstGeom>
        </p:spPr>
      </p:pic>
      <p:sp>
        <p:nvSpPr>
          <p:cNvPr id="16" name="日期占位符 15"/>
          <p:cNvSpPr>
            <a:spLocks noGrp="1"/>
          </p:cNvSpPr>
          <p:nvPr>
            <p:ph type="dt" sz="half" idx="10"/>
            <p:custDataLst>
              <p:tags r:id="rId2"/>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2020/9/18</a:t>
            </a:fld>
            <a:endParaRPr lang="zh-CN" altLang="en-US"/>
          </a:p>
        </p:txBody>
      </p:sp>
      <p:sp>
        <p:nvSpPr>
          <p:cNvPr id="17" name="页脚占位符 16"/>
          <p:cNvSpPr>
            <a:spLocks noGrp="1"/>
          </p:cNvSpPr>
          <p:nvPr>
            <p:ph type="ftr" sz="quarter" idx="11"/>
            <p:custDataLst>
              <p:tags r:id="rId3"/>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18" name="灯片编号占位符 17"/>
          <p:cNvSpPr>
            <a:spLocks noGrp="1"/>
          </p:cNvSpPr>
          <p:nvPr>
            <p:ph type="sldNum" sz="quarter" idx="12"/>
            <p:custDataLst>
              <p:tags r:id="rId4"/>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3" name="标题 2"/>
          <p:cNvSpPr>
            <a:spLocks noGrp="1"/>
          </p:cNvSpPr>
          <p:nvPr>
            <p:ph type="ctrTitle" idx="14" hasCustomPrompt="1"/>
            <p:custDataLst>
              <p:tags r:id="rId5"/>
            </p:custDataLst>
          </p:nvPr>
        </p:nvSpPr>
        <p:spPr>
          <a:xfrm>
            <a:off x="6948703" y="2137727"/>
            <a:ext cx="4825365" cy="2212340"/>
          </a:xfrm>
        </p:spPr>
        <p:txBody>
          <a:bodyPr vert="horz" wrap="square" lIns="0" tIns="0" rIns="0" bIns="0" anchor="ctr" anchorCtr="0">
            <a:normAutofit/>
          </a:bodyPr>
          <a:lstStyle>
            <a:lvl1pPr marL="0" marR="0" indent="0" algn="l" defTabSz="914400" rtl="0" eaLnBrk="1" fontAlgn="auto" latinLnBrk="0" hangingPunct="1">
              <a:lnSpc>
                <a:spcPct val="100000"/>
              </a:lnSpc>
              <a:spcBef>
                <a:spcPct val="0"/>
              </a:spcBef>
              <a:spcAft>
                <a:spcPts val="0"/>
              </a:spcAft>
              <a:buClrTx/>
              <a:buSzPts val="5400"/>
              <a:buFont typeface="Arial" panose="020B0604020202020204" pitchFamily="34" charset="0"/>
              <a:buNone/>
              <a:defRPr sz="5400" b="0" spc="600">
                <a:solidFill>
                  <a:schemeClr val="tx1"/>
                </a:solidFill>
                <a:latin typeface="Arial" panose="020B0604020202020204" pitchFamily="34" charset="0"/>
                <a:ea typeface="汉仪旗黑-85S" panose="00020600040101010101" pitchFamily="18" charset="-122"/>
              </a:defRPr>
            </a:lvl1pPr>
          </a:lstStyle>
          <a:p>
            <a:r>
              <a:rPr lang="zh-CN" altLang="en-US"/>
              <a:t>编辑标题</a:t>
            </a:r>
          </a:p>
        </p:txBody>
      </p:sp>
      <p:sp>
        <p:nvSpPr>
          <p:cNvPr id="2" name="副标题 1"/>
          <p:cNvSpPr>
            <a:spLocks noGrp="1"/>
          </p:cNvSpPr>
          <p:nvPr>
            <p:ph type="subTitle" idx="13" hasCustomPrompt="1"/>
            <p:custDataLst>
              <p:tags r:id="rId6"/>
            </p:custDataLst>
          </p:nvPr>
        </p:nvSpPr>
        <p:spPr>
          <a:xfrm>
            <a:off x="7025538" y="4350068"/>
            <a:ext cx="1786571" cy="370205"/>
          </a:xfrm>
        </p:spPr>
        <p:txBody>
          <a:bodyPr vert="horz" wrap="square" lIns="0" tIns="0" rIns="0" bIns="0" anchor="t" anchorCtr="0">
            <a:normAutofit/>
          </a:bodyPr>
          <a:lstStyle>
            <a:lvl1pPr marL="0" marR="0" indent="0" algn="l" defTabSz="914400" rtl="0" eaLnBrk="1" fontAlgn="auto" latinLnBrk="0" hangingPunct="1">
              <a:lnSpc>
                <a:spcPct val="100000"/>
              </a:lnSpc>
              <a:spcBef>
                <a:spcPts val="0"/>
              </a:spcBef>
              <a:spcAft>
                <a:spcPts val="0"/>
              </a:spcAft>
              <a:buClrTx/>
              <a:buSzPts val="2000"/>
              <a:buFont typeface="Arial" panose="020B0604020202020204" pitchFamily="34" charset="0"/>
              <a:buNone/>
              <a:defRPr sz="2000" b="0" spc="200">
                <a:solidFill>
                  <a:schemeClr val="tx1"/>
                </a:solidFill>
                <a:latin typeface="Arial" panose="020B0604020202020204" pitchFamily="34" charset="0"/>
                <a:ea typeface="微软雅黑" panose="020B0503020204020204" pitchFamily="34"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dirty="0"/>
              <a:t>编辑文本</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9" r:link="rId10" cstate="screen"/>
          <a:stretch>
            <a:fillRect/>
          </a:stretch>
        </p:blipFill>
        <p:spPr>
          <a:xfrm>
            <a:off x="0" y="0"/>
            <a:ext cx="720090" cy="681881"/>
          </a:xfrm>
          <a:prstGeom prst="rect">
            <a:avLst/>
          </a:prstGeom>
        </p:spPr>
      </p:pic>
      <p:pic>
        <p:nvPicPr>
          <p:cNvPr id="7" name="图片 6"/>
          <p:cNvPicPr/>
          <p:nvPr userDrawn="1">
            <p:custDataLst>
              <p:tags r:id="rId2"/>
            </p:custDataLst>
          </p:nvPr>
        </p:nvPicPr>
        <p:blipFill>
          <a:blip r:embed="rId11" r:link="rId12" cstate="screen"/>
          <a:stretch>
            <a:fillRect/>
          </a:stretch>
        </p:blipFill>
        <p:spPr>
          <a:xfrm>
            <a:off x="11471910" y="0"/>
            <a:ext cx="720090" cy="527700"/>
          </a:xfrm>
          <a:prstGeom prst="rect">
            <a:avLst/>
          </a:prstGeom>
        </p:spPr>
      </p:pic>
      <p:sp>
        <p:nvSpPr>
          <p:cNvPr id="2" name="标题 1"/>
          <p:cNvSpPr>
            <a:spLocks noGrp="1"/>
          </p:cNvSpPr>
          <p:nvPr>
            <p:ph type="title"/>
            <p:custDataLst>
              <p:tags r:id="rId3"/>
            </p:custDataLst>
          </p:nvPr>
        </p:nvSpPr>
        <p:spPr>
          <a:xfrm>
            <a:off x="669882" y="443234"/>
            <a:ext cx="10852237" cy="441964"/>
          </a:xfrm>
        </p:spPr>
        <p:txBody>
          <a:bodyPr vert="horz" wrap="square" lIns="90170" tIns="46990" rIns="90170" bIns="46990" rtlCol="0" anchor="ctr" anchorCtr="0">
            <a:norm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4"/>
            </p:custDataLst>
          </p:nvPr>
        </p:nvSpPr>
        <p:spPr>
          <a:xfrm>
            <a:off x="669882" y="952508"/>
            <a:ext cx="10852237"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2020/9/18</a:t>
            </a:fld>
            <a:endParaRPr lang="zh-CN" altLang="en-US"/>
          </a:p>
        </p:txBody>
      </p:sp>
      <p:sp>
        <p:nvSpPr>
          <p:cNvPr id="5" name="页脚占位符 4"/>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6" name="灯片编号占位符 5"/>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tx2"/>
        </a:solidFill>
        <a:effectLst/>
      </p:bgPr>
    </p:bg>
    <p:spTree>
      <p:nvGrpSpPr>
        <p:cNvPr id="1" name=""/>
        <p:cNvGrpSpPr/>
        <p:nvPr/>
      </p:nvGrpSpPr>
      <p:grpSpPr>
        <a:xfrm>
          <a:off x="0" y="0"/>
          <a:ext cx="0" cy="0"/>
          <a:chOff x="0" y="0"/>
          <a:chExt cx="0" cy="0"/>
        </a:xfrm>
      </p:grpSpPr>
      <p:pic>
        <p:nvPicPr>
          <p:cNvPr id="7" name="图片 6"/>
          <p:cNvPicPr/>
          <p:nvPr userDrawn="1">
            <p:custDataLst>
              <p:tags r:id="rId1"/>
            </p:custDataLst>
          </p:nvPr>
        </p:nvPicPr>
        <p:blipFill>
          <a:blip r:embed="rId8" r:link="rId9" cstate="screen"/>
          <a:stretch>
            <a:fillRect/>
          </a:stretch>
        </p:blipFill>
        <p:spPr>
          <a:xfrm>
            <a:off x="4064000" y="5716016"/>
            <a:ext cx="4064000" cy="1141984"/>
          </a:xfrm>
          <a:prstGeom prst="rect">
            <a:avLst/>
          </a:prstGeom>
        </p:spPr>
      </p:pic>
      <p:sp>
        <p:nvSpPr>
          <p:cNvPr id="4" name="日期占位符 3"/>
          <p:cNvSpPr>
            <a:spLocks noGrp="1"/>
          </p:cNvSpPr>
          <p:nvPr>
            <p:ph type="dt" sz="half" idx="10"/>
            <p:custDataLst>
              <p:tags r:id="rId2"/>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2020/9/18</a:t>
            </a:fld>
            <a:endParaRPr lang="zh-CN" altLang="en-US"/>
          </a:p>
        </p:txBody>
      </p:sp>
      <p:sp>
        <p:nvSpPr>
          <p:cNvPr id="5" name="页脚占位符 4"/>
          <p:cNvSpPr>
            <a:spLocks noGrp="1"/>
          </p:cNvSpPr>
          <p:nvPr>
            <p:ph type="ftr" sz="quarter" idx="11"/>
            <p:custDataLst>
              <p:tags r:id="rId3"/>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6" name="灯片编号占位符 5"/>
          <p:cNvSpPr>
            <a:spLocks noGrp="1"/>
          </p:cNvSpPr>
          <p:nvPr>
            <p:ph type="sldNum" sz="quarter" idx="12"/>
            <p:custDataLst>
              <p:tags r:id="rId4"/>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
        <p:nvSpPr>
          <p:cNvPr id="3" name="标题 2"/>
          <p:cNvSpPr>
            <a:spLocks noGrp="1"/>
          </p:cNvSpPr>
          <p:nvPr>
            <p:ph type="ctrTitle" idx="14" hasCustomPrompt="1"/>
            <p:custDataLst>
              <p:tags r:id="rId5"/>
            </p:custDataLst>
          </p:nvPr>
        </p:nvSpPr>
        <p:spPr>
          <a:xfrm>
            <a:off x="4504176" y="2490153"/>
            <a:ext cx="5438775" cy="714375"/>
          </a:xfrm>
        </p:spPr>
        <p:txBody>
          <a:bodyPr vert="horz" wrap="square" lIns="0" tIns="0" rIns="0" bIns="0" anchor="ctr" anchorCtr="0">
            <a:normAutofit/>
          </a:bodyPr>
          <a:lstStyle>
            <a:lvl1pPr marL="0" marR="0" indent="0" algn="l" defTabSz="914400" rtl="0" eaLnBrk="1" fontAlgn="auto" latinLnBrk="0" hangingPunct="1">
              <a:lnSpc>
                <a:spcPct val="120000"/>
              </a:lnSpc>
              <a:spcBef>
                <a:spcPct val="0"/>
              </a:spcBef>
              <a:spcAft>
                <a:spcPts val="0"/>
              </a:spcAft>
              <a:buClrTx/>
              <a:buSzPts val="3600"/>
              <a:buNone/>
              <a:defRPr sz="3600" b="0" spc="400">
                <a:solidFill>
                  <a:schemeClr val="tx1"/>
                </a:solidFill>
                <a:latin typeface="Arial" panose="020B0604020202020204" pitchFamily="34" charset="0"/>
                <a:ea typeface="汉仪旗黑-85S" panose="00020600040101010101" pitchFamily="18" charset="-122"/>
              </a:defRPr>
            </a:lvl1pPr>
          </a:lstStyle>
          <a:p>
            <a:r>
              <a:rPr lang="zh-CN" altLang="en-US"/>
              <a:t>编辑标题</a:t>
            </a:r>
          </a:p>
        </p:txBody>
      </p:sp>
      <p:sp>
        <p:nvSpPr>
          <p:cNvPr id="2" name="副标题 1"/>
          <p:cNvSpPr>
            <a:spLocks noGrp="1"/>
          </p:cNvSpPr>
          <p:nvPr>
            <p:ph type="subTitle" idx="13" hasCustomPrompt="1"/>
            <p:custDataLst>
              <p:tags r:id="rId6"/>
            </p:custDataLst>
          </p:nvPr>
        </p:nvSpPr>
        <p:spPr>
          <a:xfrm>
            <a:off x="4504176" y="3321369"/>
            <a:ext cx="5438775" cy="1067435"/>
          </a:xfrm>
        </p:spPr>
        <p:txBody>
          <a:bodyPr vert="horz" wrap="square" lIns="0" tIns="0" rIns="0" bIns="0" anchor="t" anchorCtr="0">
            <a:normAutofit/>
          </a:bodyPr>
          <a:lstStyle>
            <a:lvl1pPr marL="0" marR="0" indent="0" algn="l" defTabSz="914400" rtl="0" eaLnBrk="1" fontAlgn="auto" latinLnBrk="0" hangingPunct="1">
              <a:lnSpc>
                <a:spcPct val="130000"/>
              </a:lnSpc>
              <a:spcBef>
                <a:spcPts val="0"/>
              </a:spcBef>
              <a:spcAft>
                <a:spcPts val="0"/>
              </a:spcAft>
              <a:buClrTx/>
              <a:buSzPts val="1600"/>
              <a:buFont typeface="Arial" panose="020B0604020202020204" pitchFamily="34" charset="0"/>
              <a:buNone/>
              <a:defRPr sz="1600" b="0" spc="200">
                <a:solidFill>
                  <a:schemeClr val="tx1"/>
                </a:solidFill>
                <a:latin typeface="Arial" panose="020B0604020202020204" pitchFamily="34" charset="0"/>
                <a:ea typeface="微软雅黑" panose="020B0503020204020204" pitchFamily="34"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单击此处编辑副标题</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pic>
        <p:nvPicPr>
          <p:cNvPr id="9" name="图片 8"/>
          <p:cNvPicPr/>
          <p:nvPr userDrawn="1">
            <p:custDataLst>
              <p:tags r:id="rId1"/>
            </p:custDataLst>
          </p:nvPr>
        </p:nvPicPr>
        <p:blipFill>
          <a:blip r:embed="rId10" r:link="rId11" cstate="screen"/>
          <a:stretch>
            <a:fillRect/>
          </a:stretch>
        </p:blipFill>
        <p:spPr>
          <a:xfrm>
            <a:off x="0" y="0"/>
            <a:ext cx="720090" cy="681881"/>
          </a:xfrm>
          <a:prstGeom prst="rect">
            <a:avLst/>
          </a:prstGeom>
        </p:spPr>
      </p:pic>
      <p:pic>
        <p:nvPicPr>
          <p:cNvPr id="8" name="图片 7"/>
          <p:cNvPicPr/>
          <p:nvPr userDrawn="1">
            <p:custDataLst>
              <p:tags r:id="rId2"/>
            </p:custDataLst>
          </p:nvPr>
        </p:nvPicPr>
        <p:blipFill>
          <a:blip r:embed="rId12" r:link="rId13" cstate="screen"/>
          <a:stretch>
            <a:fillRect/>
          </a:stretch>
        </p:blipFill>
        <p:spPr>
          <a:xfrm>
            <a:off x="11471910" y="0"/>
            <a:ext cx="720090" cy="527700"/>
          </a:xfrm>
          <a:prstGeom prst="rect">
            <a:avLst/>
          </a:prstGeom>
        </p:spPr>
      </p:pic>
      <p:sp>
        <p:nvSpPr>
          <p:cNvPr id="2" name="标题 1"/>
          <p:cNvSpPr>
            <a:spLocks noGrp="1"/>
          </p:cNvSpPr>
          <p:nvPr>
            <p:ph type="title"/>
            <p:custDataLst>
              <p:tags r:id="rId3"/>
            </p:custDataLst>
          </p:nvPr>
        </p:nvSpPr>
        <p:spPr>
          <a:xfrm>
            <a:off x="669882"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4"/>
            </p:custDataLst>
          </p:nvPr>
        </p:nvSpPr>
        <p:spPr>
          <a:xfrm>
            <a:off x="669930" y="952508"/>
            <a:ext cx="5283242"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5"/>
            </p:custDataLst>
          </p:nvPr>
        </p:nvSpPr>
        <p:spPr>
          <a:xfrm>
            <a:off x="6238877" y="952508"/>
            <a:ext cx="5283242" cy="5388907"/>
          </a:xfrm>
        </p:spPr>
        <p:txBody>
          <a:bodyPr wrap="square" lIns="90170" tIns="46990" rIns="90170" bIns="46990">
            <a:normAutofit/>
          </a:bodyPr>
          <a:lstStyle>
            <a:lvl1pPr eaLnBrk="1" fontAlgn="auto" latinLnBrk="0" hangingPunct="1">
              <a:defRPr sz="1600">
                <a:solidFill>
                  <a:schemeClr val="tx1"/>
                </a:solidFill>
                <a:latin typeface="Arial" panose="020B0604020202020204" pitchFamily="34" charset="0"/>
                <a:ea typeface="微软雅黑" panose="020B0503020204020204" pitchFamily="34" charset="-122"/>
              </a:defRPr>
            </a:lvl1pPr>
            <a:lvl2pPr eaLnBrk="1" fontAlgn="auto" latinLnBrk="0" hangingPunct="1">
              <a:defRPr sz="1600">
                <a:solidFill>
                  <a:schemeClr val="tx1"/>
                </a:solidFill>
                <a:latin typeface="Arial" panose="020B0604020202020204" pitchFamily="34" charset="0"/>
                <a:ea typeface="微软雅黑" panose="020B0503020204020204" pitchFamily="34" charset="-122"/>
              </a:defRPr>
            </a:lvl2pPr>
            <a:lvl3pPr eaLnBrk="1" fontAlgn="auto" latinLnBrk="0" hangingPunct="1">
              <a:defRPr sz="1600">
                <a:solidFill>
                  <a:schemeClr val="tx1"/>
                </a:solidFill>
                <a:latin typeface="Arial" panose="020B0604020202020204" pitchFamily="34" charset="0"/>
                <a:ea typeface="微软雅黑" panose="020B0503020204020204" pitchFamily="34" charset="-122"/>
              </a:defRPr>
            </a:lvl3pPr>
            <a:lvl4pPr eaLnBrk="1" fontAlgn="auto" latinLnBrk="0" hangingPunct="1">
              <a:defRPr sz="1600">
                <a:solidFill>
                  <a:schemeClr val="tx1"/>
                </a:solidFill>
                <a:latin typeface="Arial" panose="020B0604020202020204" pitchFamily="34" charset="0"/>
                <a:ea typeface="微软雅黑" panose="020B0503020204020204" pitchFamily="34" charset="-122"/>
              </a:defRPr>
            </a:lvl4pPr>
            <a:lvl5pPr eaLnBrk="1" fontAlgn="auto" latinLnBrk="0" hangingPunct="1">
              <a:defRPr sz="160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6"/>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2020/9/18</a:t>
            </a:fld>
            <a:endParaRPr lang="zh-CN" altLang="en-US"/>
          </a:p>
        </p:txBody>
      </p:sp>
      <p:sp>
        <p:nvSpPr>
          <p:cNvPr id="6" name="页脚占位符 5"/>
          <p:cNvSpPr>
            <a:spLocks noGrp="1"/>
          </p:cNvSpPr>
          <p:nvPr>
            <p:ph type="ftr" sz="quarter" idx="11"/>
            <p:custDataLst>
              <p:tags r:id="rId7"/>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7" name="灯片编号占位符 6"/>
          <p:cNvSpPr>
            <a:spLocks noGrp="1"/>
          </p:cNvSpPr>
          <p:nvPr>
            <p:ph type="sldNum" sz="quarter" idx="12"/>
            <p:custDataLst>
              <p:tags r:id="rId8"/>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pic>
        <p:nvPicPr>
          <p:cNvPr id="11" name="图片 10"/>
          <p:cNvPicPr/>
          <p:nvPr userDrawn="1">
            <p:custDataLst>
              <p:tags r:id="rId1"/>
            </p:custDataLst>
          </p:nvPr>
        </p:nvPicPr>
        <p:blipFill>
          <a:blip r:embed="rId12" r:link="rId13" cstate="screen"/>
          <a:stretch>
            <a:fillRect/>
          </a:stretch>
        </p:blipFill>
        <p:spPr>
          <a:xfrm>
            <a:off x="0" y="0"/>
            <a:ext cx="720090" cy="681881"/>
          </a:xfrm>
          <a:prstGeom prst="rect">
            <a:avLst/>
          </a:prstGeom>
        </p:spPr>
      </p:pic>
      <p:pic>
        <p:nvPicPr>
          <p:cNvPr id="10" name="图片 9"/>
          <p:cNvPicPr/>
          <p:nvPr userDrawn="1">
            <p:custDataLst>
              <p:tags r:id="rId2"/>
            </p:custDataLst>
          </p:nvPr>
        </p:nvPicPr>
        <p:blipFill>
          <a:blip r:embed="rId14" r:link="rId15" cstate="screen"/>
          <a:stretch>
            <a:fillRect/>
          </a:stretch>
        </p:blipFill>
        <p:spPr>
          <a:xfrm>
            <a:off x="11471910" y="0"/>
            <a:ext cx="720090" cy="527700"/>
          </a:xfrm>
          <a:prstGeom prst="rect">
            <a:avLst/>
          </a:prstGeom>
        </p:spPr>
      </p:pic>
      <p:sp>
        <p:nvSpPr>
          <p:cNvPr id="2" name="标题 1"/>
          <p:cNvSpPr>
            <a:spLocks noGrp="1"/>
          </p:cNvSpPr>
          <p:nvPr>
            <p:ph type="title"/>
            <p:custDataLst>
              <p:tags r:id="rId3"/>
            </p:custDataLst>
          </p:nvPr>
        </p:nvSpPr>
        <p:spPr>
          <a:xfrm>
            <a:off x="669882"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4"/>
            </p:custDataLst>
          </p:nvPr>
        </p:nvSpPr>
        <p:spPr>
          <a:xfrm>
            <a:off x="669930" y="952508"/>
            <a:ext cx="5283242" cy="381003"/>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5"/>
            </p:custDataLst>
          </p:nvPr>
        </p:nvSpPr>
        <p:spPr>
          <a:xfrm>
            <a:off x="669925" y="1406525"/>
            <a:ext cx="5283200" cy="4934752"/>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6"/>
            </p:custDataLst>
          </p:nvPr>
        </p:nvSpPr>
        <p:spPr>
          <a:xfrm>
            <a:off x="6235750" y="952508"/>
            <a:ext cx="5283242" cy="381003"/>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7"/>
            </p:custDataLst>
          </p:nvPr>
        </p:nvSpPr>
        <p:spPr>
          <a:xfrm>
            <a:off x="6235750" y="1406525"/>
            <a:ext cx="5283242" cy="4934752"/>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8"/>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2020/9/18</a:t>
            </a:fld>
            <a:endParaRPr lang="zh-CN" altLang="en-US"/>
          </a:p>
        </p:txBody>
      </p:sp>
      <p:sp>
        <p:nvSpPr>
          <p:cNvPr id="8" name="页脚占位符 7"/>
          <p:cNvSpPr>
            <a:spLocks noGrp="1"/>
          </p:cNvSpPr>
          <p:nvPr>
            <p:ph type="ftr" sz="quarter" idx="11"/>
            <p:custDataLst>
              <p:tags r:id="rId9"/>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9" name="灯片编号占位符 8"/>
          <p:cNvSpPr>
            <a:spLocks noGrp="1"/>
          </p:cNvSpPr>
          <p:nvPr>
            <p:ph type="sldNum" sz="quarter" idx="12"/>
            <p:custDataLst>
              <p:tags r:id="rId10"/>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pic>
        <p:nvPicPr>
          <p:cNvPr id="7" name="图片 6"/>
          <p:cNvPicPr/>
          <p:nvPr userDrawn="1">
            <p:custDataLst>
              <p:tags r:id="rId1"/>
            </p:custDataLst>
          </p:nvPr>
        </p:nvPicPr>
        <p:blipFill>
          <a:blip r:embed="rId8" r:link="rId9" cstate="screen"/>
          <a:stretch>
            <a:fillRect/>
          </a:stretch>
        </p:blipFill>
        <p:spPr>
          <a:xfrm>
            <a:off x="7498080" y="2194560"/>
            <a:ext cx="4389120" cy="2468880"/>
          </a:xfrm>
          <a:prstGeom prst="rect">
            <a:avLst/>
          </a:prstGeom>
        </p:spPr>
      </p:pic>
      <p:pic>
        <p:nvPicPr>
          <p:cNvPr id="6" name="图片 5"/>
          <p:cNvPicPr/>
          <p:nvPr userDrawn="1">
            <p:custDataLst>
              <p:tags r:id="rId2"/>
            </p:custDataLst>
          </p:nvPr>
        </p:nvPicPr>
        <p:blipFill>
          <a:blip r:embed="rId10" r:link="rId11" cstate="screen"/>
          <a:stretch>
            <a:fillRect/>
          </a:stretch>
        </p:blipFill>
        <p:spPr>
          <a:xfrm>
            <a:off x="0" y="6330300"/>
            <a:ext cx="720090" cy="527700"/>
          </a:xfrm>
          <a:prstGeom prst="rect">
            <a:avLst/>
          </a:prstGeom>
        </p:spPr>
      </p:pic>
      <p:sp>
        <p:nvSpPr>
          <p:cNvPr id="2" name="标题 1"/>
          <p:cNvSpPr>
            <a:spLocks noGrp="1"/>
          </p:cNvSpPr>
          <p:nvPr>
            <p:ph type="title"/>
            <p:custDataLst>
              <p:tags r:id="rId3"/>
            </p:custDataLst>
          </p:nvPr>
        </p:nvSpPr>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4"/>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2020/9/18</a:t>
            </a:fld>
            <a:endParaRPr lang="zh-CN" altLang="en-US"/>
          </a:p>
        </p:txBody>
      </p:sp>
      <p:sp>
        <p:nvSpPr>
          <p:cNvPr id="4" name="页脚占位符 3"/>
          <p:cNvSpPr>
            <a:spLocks noGrp="1"/>
          </p:cNvSpPr>
          <p:nvPr>
            <p:ph type="ftr" sz="quarter" idx="11"/>
            <p:custDataLst>
              <p:tags r:id="rId5"/>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2020/9/18</a:t>
            </a:fld>
            <a:endParaRPr lang="zh-CN" altLang="en-US"/>
          </a:p>
        </p:txBody>
      </p:sp>
      <p:sp>
        <p:nvSpPr>
          <p:cNvPr id="3" name="页脚占位符 2"/>
          <p:cNvSpPr>
            <a:spLocks noGrp="1"/>
          </p:cNvSpPr>
          <p:nvPr>
            <p:ph type="ftr" sz="quarter" idx="11"/>
            <p:custDataLst>
              <p:tags r:id="rId2"/>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4" name="灯片编号占位符 3"/>
          <p:cNvSpPr>
            <a:spLocks noGrp="1"/>
          </p:cNvSpPr>
          <p:nvPr>
            <p:ph type="sldNum" sz="quarter" idx="12"/>
            <p:custDataLst>
              <p:tags r:id="rId3"/>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pic>
        <p:nvPicPr>
          <p:cNvPr id="9" name="图片 8"/>
          <p:cNvPicPr/>
          <p:nvPr userDrawn="1">
            <p:custDataLst>
              <p:tags r:id="rId1"/>
            </p:custDataLst>
          </p:nvPr>
        </p:nvPicPr>
        <p:blipFill>
          <a:blip r:embed="rId10" r:link="rId11" cstate="screen"/>
          <a:stretch>
            <a:fillRect/>
          </a:stretch>
        </p:blipFill>
        <p:spPr>
          <a:xfrm>
            <a:off x="0" y="0"/>
            <a:ext cx="720090" cy="681881"/>
          </a:xfrm>
          <a:prstGeom prst="rect">
            <a:avLst/>
          </a:prstGeom>
        </p:spPr>
      </p:pic>
      <p:pic>
        <p:nvPicPr>
          <p:cNvPr id="8" name="图片 7"/>
          <p:cNvPicPr/>
          <p:nvPr userDrawn="1">
            <p:custDataLst>
              <p:tags r:id="rId2"/>
            </p:custDataLst>
          </p:nvPr>
        </p:nvPicPr>
        <p:blipFill>
          <a:blip r:embed="rId12" r:link="rId13" cstate="screen"/>
          <a:stretch>
            <a:fillRect/>
          </a:stretch>
        </p:blipFill>
        <p:spPr>
          <a:xfrm>
            <a:off x="11471910" y="0"/>
            <a:ext cx="720090" cy="527700"/>
          </a:xfrm>
          <a:prstGeom prst="rect">
            <a:avLst/>
          </a:prstGeom>
        </p:spPr>
      </p:pic>
      <p:sp>
        <p:nvSpPr>
          <p:cNvPr id="2" name="标题 1"/>
          <p:cNvSpPr>
            <a:spLocks noGrp="1"/>
          </p:cNvSpPr>
          <p:nvPr>
            <p:ph type="title"/>
            <p:custDataLst>
              <p:tags r:id="rId3"/>
            </p:custDataLst>
          </p:nvPr>
        </p:nvSpPr>
        <p:spPr>
          <a:xfrm>
            <a:off x="669930"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4"/>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5"/>
            </p:custDataLst>
          </p:nvPr>
        </p:nvSpPr>
        <p:spPr>
          <a:xfrm>
            <a:off x="6238925" y="952508"/>
            <a:ext cx="5283242"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6"/>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9EFD9D74-47D9-4702-A33C-335B63B48DBF}" type="datetimeFigureOut">
              <a:rPr lang="zh-CN" altLang="en-US" smtClean="0"/>
              <a:t>2020/9/18</a:t>
            </a:fld>
            <a:endParaRPr lang="zh-CN" altLang="en-US" dirty="0"/>
          </a:p>
        </p:txBody>
      </p:sp>
      <p:sp>
        <p:nvSpPr>
          <p:cNvPr id="6" name="页脚占位符 5"/>
          <p:cNvSpPr>
            <a:spLocks noGrp="1"/>
          </p:cNvSpPr>
          <p:nvPr>
            <p:ph type="ftr" sz="quarter" idx="11"/>
            <p:custDataLst>
              <p:tags r:id="rId7"/>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12"/>
            <p:custDataLst>
              <p:tags r:id="rId8"/>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9" r:link="rId10" cstate="screen"/>
          <a:stretch>
            <a:fillRect/>
          </a:stretch>
        </p:blipFill>
        <p:spPr>
          <a:xfrm>
            <a:off x="0" y="0"/>
            <a:ext cx="720090" cy="681881"/>
          </a:xfrm>
          <a:prstGeom prst="rect">
            <a:avLst/>
          </a:prstGeom>
        </p:spPr>
      </p:pic>
      <p:pic>
        <p:nvPicPr>
          <p:cNvPr id="7" name="图片 6"/>
          <p:cNvPicPr/>
          <p:nvPr userDrawn="1">
            <p:custDataLst>
              <p:tags r:id="rId2"/>
            </p:custDataLst>
          </p:nvPr>
        </p:nvPicPr>
        <p:blipFill>
          <a:blip r:embed="rId11" r:link="rId12" cstate="screen"/>
          <a:stretch>
            <a:fillRect/>
          </a:stretch>
        </p:blipFill>
        <p:spPr>
          <a:xfrm>
            <a:off x="11471910" y="0"/>
            <a:ext cx="720090" cy="527700"/>
          </a:xfrm>
          <a:prstGeom prst="rect">
            <a:avLst/>
          </a:prstGeom>
        </p:spPr>
      </p:pic>
      <p:sp>
        <p:nvSpPr>
          <p:cNvPr id="2" name="竖排标题 1"/>
          <p:cNvSpPr>
            <a:spLocks noGrp="1"/>
          </p:cNvSpPr>
          <p:nvPr>
            <p:ph type="title" orient="vert"/>
            <p:custDataLst>
              <p:tags r:id="rId3"/>
            </p:custDataLst>
          </p:nvPr>
        </p:nvSpPr>
        <p:spPr>
          <a:xfrm>
            <a:off x="10571135" y="952508"/>
            <a:ext cx="950984" cy="5388907"/>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4"/>
            </p:custDataLst>
          </p:nvPr>
        </p:nvSpPr>
        <p:spPr>
          <a:xfrm>
            <a:off x="669925" y="952500"/>
            <a:ext cx="9828101" cy="5388907"/>
          </a:xfrm>
        </p:spPr>
        <p:txBody>
          <a:bodyPr vert="eaVert" wrap="square">
            <a:normAutofit/>
          </a:bodyPr>
          <a:lstStyle>
            <a:lvl1pPr indent="0" eaLnBrk="1" fontAlgn="auto" latinLnBrk="0" hangingPunct="1">
              <a:defRPr>
                <a:solidFill>
                  <a:schemeClr val="tx1"/>
                </a:solidFill>
                <a:latin typeface="Arial" panose="020B0604020202020204" pitchFamily="34" charset="0"/>
                <a:ea typeface="微软雅黑" panose="020B0503020204020204" pitchFamily="34" charset="-122"/>
              </a:defRPr>
            </a:lvl1pPr>
            <a:lvl2pPr indent="0" eaLnBrk="1" fontAlgn="auto" latinLnBrk="0" hangingPunct="1">
              <a:defRPr>
                <a:solidFill>
                  <a:schemeClr val="tx1"/>
                </a:solidFill>
                <a:latin typeface="Arial" panose="020B0604020202020204" pitchFamily="34" charset="0"/>
                <a:ea typeface="微软雅黑" panose="020B0503020204020204" pitchFamily="34" charset="-122"/>
              </a:defRPr>
            </a:lvl2pPr>
            <a:lvl3pPr indent="0" eaLnBrk="1" fontAlgn="auto" latinLnBrk="0" hangingPunct="1">
              <a:defRPr>
                <a:solidFill>
                  <a:schemeClr val="tx1"/>
                </a:solidFill>
                <a:latin typeface="Arial" panose="020B0604020202020204" pitchFamily="34" charset="0"/>
                <a:ea typeface="微软雅黑" panose="020B0503020204020204" pitchFamily="34" charset="-122"/>
              </a:defRPr>
            </a:lvl3pPr>
            <a:lvl4pPr indent="0" eaLnBrk="1" fontAlgn="auto" latinLnBrk="0" hangingPunct="1">
              <a:defRPr>
                <a:solidFill>
                  <a:schemeClr val="tx1"/>
                </a:solidFill>
                <a:latin typeface="Arial" panose="020B0604020202020204" pitchFamily="34" charset="0"/>
                <a:ea typeface="微软雅黑" panose="020B0503020204020204" pitchFamily="34" charset="-122"/>
              </a:defRPr>
            </a:lvl4pPr>
            <a:lvl5pPr indent="0" eaLnBrk="1" fontAlgn="auto" latinLnBrk="0" hangingPunct="1">
              <a:defRPr>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2020/9/18</a:t>
            </a:fld>
            <a:endParaRPr lang="zh-CN" altLang="en-US"/>
          </a:p>
        </p:txBody>
      </p:sp>
      <p:sp>
        <p:nvSpPr>
          <p:cNvPr id="5" name="页脚占位符 4"/>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6" name="灯片编号占位符 5"/>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8" r:link="rId9" cstate="screen"/>
          <a:stretch>
            <a:fillRect/>
          </a:stretch>
        </p:blipFill>
        <p:spPr>
          <a:xfrm>
            <a:off x="0" y="0"/>
            <a:ext cx="720090" cy="681881"/>
          </a:xfrm>
          <a:prstGeom prst="rect">
            <a:avLst/>
          </a:prstGeom>
        </p:spPr>
      </p:pic>
      <p:pic>
        <p:nvPicPr>
          <p:cNvPr id="6" name="图片 5"/>
          <p:cNvPicPr/>
          <p:nvPr userDrawn="1">
            <p:custDataLst>
              <p:tags r:id="rId2"/>
            </p:custDataLst>
          </p:nvPr>
        </p:nvPicPr>
        <p:blipFill>
          <a:blip r:embed="rId10" r:link="rId11" cstate="screen"/>
          <a:stretch>
            <a:fillRect/>
          </a:stretch>
        </p:blipFill>
        <p:spPr>
          <a:xfrm>
            <a:off x="11471910" y="0"/>
            <a:ext cx="720090" cy="527700"/>
          </a:xfrm>
          <a:prstGeom prst="rect">
            <a:avLst/>
          </a:prstGeom>
        </p:spPr>
      </p:pic>
      <p:sp>
        <p:nvSpPr>
          <p:cNvPr id="3" name="日期占位符 2"/>
          <p:cNvSpPr>
            <a:spLocks noGrp="1"/>
          </p:cNvSpPr>
          <p:nvPr>
            <p:ph type="dt" sz="half" idx="10"/>
            <p:custDataLst>
              <p:tags r:id="rId3"/>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2020/9/18</a:t>
            </a:fld>
            <a:endParaRPr lang="zh-CN" altLang="en-US"/>
          </a:p>
        </p:txBody>
      </p:sp>
      <p:sp>
        <p:nvSpPr>
          <p:cNvPr id="4" name="页脚占位符 3"/>
          <p:cNvSpPr>
            <a:spLocks noGrp="1"/>
          </p:cNvSpPr>
          <p:nvPr>
            <p:ph type="ftr" sz="quarter" idx="11"/>
            <p:custDataLst>
              <p:tags r:id="rId4"/>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6"/>
            </p:custDataLst>
          </p:nvPr>
        </p:nvSpPr>
        <p:spPr>
          <a:xfrm>
            <a:off x="669930" y="952508"/>
            <a:ext cx="10852237" cy="5388907"/>
          </a:xfrm>
        </p:spPr>
        <p:txBody>
          <a:bodyPr wrap="square">
            <a:norm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tx2"/>
        </a:solidFill>
        <a:effectLst/>
      </p:bgPr>
    </p:bg>
    <p:spTree>
      <p:nvGrpSpPr>
        <p:cNvPr id="1" name=""/>
        <p:cNvGrpSpPr/>
        <p:nvPr/>
      </p:nvGrpSpPr>
      <p:grpSpPr>
        <a:xfrm>
          <a:off x="0" y="0"/>
          <a:ext cx="0" cy="0"/>
          <a:chOff x="0" y="0"/>
          <a:chExt cx="0" cy="0"/>
        </a:xfrm>
      </p:grpSpPr>
      <p:pic>
        <p:nvPicPr>
          <p:cNvPr id="6" name="图片 5"/>
          <p:cNvPicPr/>
          <p:nvPr userDrawn="1">
            <p:custDataLst>
              <p:tags r:id="rId1"/>
            </p:custDataLst>
          </p:nvPr>
        </p:nvPicPr>
        <p:blipFill>
          <a:blip r:embed="rId8" r:link="rId9"/>
          <a:stretch>
            <a:fillRect/>
          </a:stretch>
        </p:blipFill>
        <p:spPr>
          <a:xfrm>
            <a:off x="0" y="0"/>
            <a:ext cx="12192000" cy="6858000"/>
          </a:xfrm>
          <a:prstGeom prst="rect">
            <a:avLst/>
          </a:prstGeom>
        </p:spPr>
      </p:pic>
      <p:sp>
        <p:nvSpPr>
          <p:cNvPr id="3" name="日期占位符 2"/>
          <p:cNvSpPr>
            <a:spLocks noGrp="1"/>
          </p:cNvSpPr>
          <p:nvPr>
            <p:ph type="dt" sz="half" idx="10"/>
            <p:custDataLst>
              <p:tags r:id="rId2"/>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2020/9/18</a:t>
            </a:fld>
            <a:endParaRPr lang="zh-CN" altLang="en-US"/>
          </a:p>
        </p:txBody>
      </p:sp>
      <p:sp>
        <p:nvSpPr>
          <p:cNvPr id="4" name="页脚占位符 3"/>
          <p:cNvSpPr>
            <a:spLocks noGrp="1"/>
          </p:cNvSpPr>
          <p:nvPr>
            <p:ph type="ftr" sz="quarter" idx="11"/>
            <p:custDataLst>
              <p:tags r:id="rId3"/>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5" name="灯片编号占位符 4"/>
          <p:cNvSpPr>
            <a:spLocks noGrp="1"/>
          </p:cNvSpPr>
          <p:nvPr>
            <p:ph type="sldNum" sz="quarter" idx="12"/>
            <p:custDataLst>
              <p:tags r:id="rId4"/>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4" hasCustomPrompt="1"/>
            <p:custDataLst>
              <p:tags r:id="rId5"/>
            </p:custDataLst>
          </p:nvPr>
        </p:nvSpPr>
        <p:spPr>
          <a:xfrm>
            <a:off x="6989128" y="3932238"/>
            <a:ext cx="4359910" cy="370205"/>
          </a:xfrm>
        </p:spPr>
        <p:txBody>
          <a:bodyPr vert="horz" wrap="square" lIns="0" tIns="0" rIns="0" bIns="0" anchor="t" anchorCtr="0">
            <a:normAutofit/>
          </a:bodyPr>
          <a:lstStyle>
            <a:lvl1pPr marL="0" marR="0" indent="0" algn="l" rtl="0" eaLnBrk="1" fontAlgn="auto">
              <a:lnSpc>
                <a:spcPct val="100000"/>
              </a:lnSpc>
              <a:spcBef>
                <a:spcPts val="0"/>
              </a:spcBef>
              <a:spcAft>
                <a:spcPts val="0"/>
              </a:spcAft>
              <a:buClrTx/>
              <a:buSzPts val="2000"/>
              <a:buFont typeface="Arial" panose="020B0604020202020204" pitchFamily="34" charset="0"/>
              <a:buNone/>
              <a:defRPr sz="2000" b="0" spc="200">
                <a:solidFill>
                  <a:schemeClr val="tx1"/>
                </a:solidFill>
                <a:latin typeface="Arial" panose="020B0604020202020204" pitchFamily="34" charset="0"/>
                <a:ea typeface="微软雅黑" panose="020B0503020204020204" pitchFamily="34" charset="-122"/>
              </a:defRPr>
            </a:lvl1pPr>
          </a:lstStyle>
          <a:p>
            <a:pPr marL="228600" lvl="0" indent="-228600" algn="l" defTabSz="914400" rtl="0" eaLnBrk="1" fontAlgn="auto" latinLnBrk="0" hangingPunct="1">
              <a:lnSpc>
                <a:spcPct val="130000"/>
              </a:lnSpc>
              <a:spcBef>
                <a:spcPts val="0"/>
              </a:spcBef>
              <a:spcAft>
                <a:spcPts val="1000"/>
              </a:spcAft>
              <a:buClr>
                <a:schemeClr val="tx1">
                  <a:lumMod val="65000"/>
                  <a:lumOff val="35000"/>
                </a:schemeClr>
              </a:buClr>
              <a:buSzPts val="2000"/>
              <a:buFont typeface="Arial" panose="020B0604020202020204" pitchFamily="34" charset="0"/>
              <a:buNone/>
            </a:pPr>
            <a:r>
              <a:rPr lang="zh-CN" altLang="en-US"/>
              <a:t>单击此处编辑副标题</a:t>
            </a:r>
          </a:p>
        </p:txBody>
      </p:sp>
      <p:sp>
        <p:nvSpPr>
          <p:cNvPr id="2" name="标题 1"/>
          <p:cNvSpPr>
            <a:spLocks noGrp="1"/>
          </p:cNvSpPr>
          <p:nvPr>
            <p:ph type="title" idx="13" hasCustomPrompt="1"/>
            <p:custDataLst>
              <p:tags r:id="rId6"/>
            </p:custDataLst>
          </p:nvPr>
        </p:nvSpPr>
        <p:spPr>
          <a:xfrm>
            <a:off x="6989128" y="2555558"/>
            <a:ext cx="4359910" cy="1172210"/>
          </a:xfrm>
        </p:spPr>
        <p:txBody>
          <a:bodyPr vert="horz" wrap="square" lIns="0" tIns="0" rIns="0" bIns="0" anchor="ctr" anchorCtr="0">
            <a:normAutofit/>
          </a:bodyPr>
          <a:lstStyle>
            <a:lvl1pPr marL="0" marR="0" indent="0" algn="l" defTabSz="914400" rtl="0" eaLnBrk="1" fontAlgn="auto" latinLnBrk="0" hangingPunct="1">
              <a:lnSpc>
                <a:spcPct val="100000"/>
              </a:lnSpc>
              <a:spcBef>
                <a:spcPct val="0"/>
              </a:spcBef>
              <a:spcAft>
                <a:spcPts val="0"/>
              </a:spcAft>
              <a:buClrTx/>
              <a:buSzPts val="6600"/>
              <a:buFont typeface="Arial" panose="020B0604020202020204" pitchFamily="34" charset="0"/>
              <a:buNone/>
              <a:defRPr sz="6600" b="0" spc="700">
                <a:solidFill>
                  <a:schemeClr val="tx1"/>
                </a:solidFill>
                <a:latin typeface="Arial" panose="020B0604020202020204" pitchFamily="34" charset="0"/>
                <a:ea typeface="汉仪旗黑-85S" panose="00020600040101010101" pitchFamily="18" charset="-122"/>
              </a:defRPr>
            </a:lvl1pPr>
          </a:lstStyle>
          <a:p>
            <a:r>
              <a:rPr lang="zh-CN" altLang="en-US"/>
              <a:t>编辑标题</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7" name="图片 6"/>
          <p:cNvPicPr/>
          <p:nvPr userDrawn="1">
            <p:custDataLst>
              <p:tags r:id="rId1"/>
            </p:custDataLst>
          </p:nvPr>
        </p:nvPicPr>
        <p:blipFill>
          <a:blip r:embed="rId8" r:link="rId9" cstate="screen"/>
          <a:stretch>
            <a:fillRect/>
          </a:stretch>
        </p:blipFill>
        <p:spPr>
          <a:xfrm>
            <a:off x="0" y="0"/>
            <a:ext cx="720090" cy="681990"/>
          </a:xfrm>
          <a:prstGeom prst="rect">
            <a:avLst/>
          </a:prstGeom>
        </p:spPr>
      </p:pic>
      <p:pic>
        <p:nvPicPr>
          <p:cNvPr id="6" name="图片 5"/>
          <p:cNvPicPr/>
          <p:nvPr userDrawn="1">
            <p:custDataLst>
              <p:tags r:id="rId2"/>
            </p:custDataLst>
          </p:nvPr>
        </p:nvPicPr>
        <p:blipFill>
          <a:blip r:embed="rId10" r:link="rId11" cstate="screen"/>
          <a:stretch>
            <a:fillRect/>
          </a:stretch>
        </p:blipFill>
        <p:spPr>
          <a:xfrm>
            <a:off x="11471910" y="0"/>
            <a:ext cx="720090" cy="527685"/>
          </a:xfrm>
          <a:prstGeom prst="rect">
            <a:avLst/>
          </a:prstGeom>
        </p:spPr>
      </p:pic>
      <p:sp>
        <p:nvSpPr>
          <p:cNvPr id="2" name="标题 1"/>
          <p:cNvSpPr>
            <a:spLocks noGrp="1"/>
          </p:cNvSpPr>
          <p:nvPr>
            <p:ph type="title"/>
            <p:custDataLst>
              <p:tags r:id="rId3"/>
            </p:custDataLst>
          </p:nvPr>
        </p:nvSpPr>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2020/9/18</a:t>
            </a:fld>
            <a:endParaRPr lang="zh-CN" altLang="en-US"/>
          </a:p>
        </p:txBody>
      </p:sp>
      <p:sp>
        <p:nvSpPr>
          <p:cNvPr id="4" name="页脚占位符 3"/>
          <p:cNvSpPr>
            <a:spLocks noGrp="1"/>
          </p:cNvSpPr>
          <p:nvPr>
            <p:ph type="ftr" sz="quarter" idx="11"/>
            <p:custDataLst>
              <p:tags r:id="rId5"/>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292075" y="303809"/>
            <a:ext cx="11607851" cy="6250382"/>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9" name="图片 8"/>
          <p:cNvPicPr/>
          <p:nvPr userDrawn="1">
            <p:custDataLst>
              <p:tags r:id="rId2"/>
            </p:custDataLst>
          </p:nvPr>
        </p:nvPicPr>
        <p:blipFill>
          <a:blip r:embed="rId10" r:link="rId11" cstate="screen"/>
          <a:stretch>
            <a:fillRect/>
          </a:stretch>
        </p:blipFill>
        <p:spPr>
          <a:xfrm>
            <a:off x="0" y="0"/>
            <a:ext cx="720090" cy="681990"/>
          </a:xfrm>
          <a:prstGeom prst="rect">
            <a:avLst/>
          </a:prstGeom>
        </p:spPr>
      </p:pic>
      <p:pic>
        <p:nvPicPr>
          <p:cNvPr id="8" name="图片 7"/>
          <p:cNvPicPr/>
          <p:nvPr userDrawn="1">
            <p:custDataLst>
              <p:tags r:id="rId3"/>
            </p:custDataLst>
          </p:nvPr>
        </p:nvPicPr>
        <p:blipFill>
          <a:blip r:embed="rId12" r:link="rId13" cstate="screen"/>
          <a:stretch>
            <a:fillRect/>
          </a:stretch>
        </p:blipFill>
        <p:spPr>
          <a:xfrm>
            <a:off x="11471910" y="0"/>
            <a:ext cx="720090" cy="527685"/>
          </a:xfrm>
          <a:prstGeom prst="rect">
            <a:avLst/>
          </a:prstGeom>
        </p:spPr>
      </p:pic>
      <p:sp>
        <p:nvSpPr>
          <p:cNvPr id="2" name="标题 1"/>
          <p:cNvSpPr>
            <a:spLocks noGrp="1"/>
          </p:cNvSpPr>
          <p:nvPr>
            <p:ph type="title" hasCustomPrompt="1"/>
            <p:custDataLst>
              <p:tags r:id="rId4"/>
            </p:custDataLst>
          </p:nvPr>
        </p:nvSpPr>
        <p:spPr>
          <a:xfrm>
            <a:off x="1281600" y="1249200"/>
            <a:ext cx="9626400" cy="723600"/>
          </a:xfrm>
        </p:spPr>
        <p:txBody>
          <a:bodyPr wrap="square" anchor="ctr">
            <a:normAutofit/>
          </a:bodyPr>
          <a:lstStyle>
            <a:lvl1pPr>
              <a:defRPr sz="3200"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1281113" y="2163600"/>
            <a:ext cx="9626600" cy="3445200"/>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2020/9/18</a:t>
            </a:fld>
            <a:endParaRPr lang="zh-CN" altLang="en-US"/>
          </a:p>
        </p:txBody>
      </p:sp>
      <p:sp>
        <p:nvSpPr>
          <p:cNvPr id="4" name="页脚占位符 3"/>
          <p:cNvSpPr>
            <a:spLocks noGrp="1"/>
          </p:cNvSpPr>
          <p:nvPr>
            <p:ph type="ftr" sz="quarter" idx="11"/>
            <p:custDataLst>
              <p:tags r:id="rId7"/>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4824603" cy="6858000"/>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8" name="图片 7"/>
          <p:cNvPicPr/>
          <p:nvPr userDrawn="1">
            <p:custDataLst>
              <p:tags r:id="rId2"/>
            </p:custDataLst>
          </p:nvPr>
        </p:nvPicPr>
        <p:blipFill>
          <a:blip r:embed="rId10" r:link="rId11" cstate="screen"/>
          <a:stretch>
            <a:fillRect/>
          </a:stretch>
        </p:blipFill>
        <p:spPr>
          <a:xfrm>
            <a:off x="11471910" y="0"/>
            <a:ext cx="720090" cy="681881"/>
          </a:xfrm>
          <a:prstGeom prst="rect">
            <a:avLst/>
          </a:prstGeom>
        </p:spPr>
      </p:pic>
      <p:sp>
        <p:nvSpPr>
          <p:cNvPr id="2" name="标题 1"/>
          <p:cNvSpPr>
            <a:spLocks noGrp="1"/>
          </p:cNvSpPr>
          <p:nvPr>
            <p:ph type="title" hasCustomPrompt="1"/>
            <p:custDataLst>
              <p:tags r:id="rId3"/>
            </p:custDataLst>
          </p:nvPr>
        </p:nvSpPr>
        <p:spPr>
          <a:xfrm>
            <a:off x="583200" y="770400"/>
            <a:ext cx="3960000" cy="882000"/>
          </a:xfrm>
        </p:spPr>
        <p:txBody>
          <a:bodyPr wrap="square" anchor="ctr" anchorCtr="0">
            <a:normAutofit/>
          </a:bodyPr>
          <a:lstStyle>
            <a:lvl1pPr>
              <a:defRPr sz="3600" baseline="0">
                <a:solidFill>
                  <a:schemeClr val="tx1"/>
                </a:solidFill>
                <a:latin typeface="Arial" panose="020B0604020202020204" pitchFamily="34" charset="0"/>
                <a:ea typeface="微软雅黑" panose="020B0503020204020204" pitchFamily="34"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2020/9/18</a:t>
            </a:fld>
            <a:endParaRPr lang="zh-CN" altLang="en-US"/>
          </a:p>
        </p:txBody>
      </p:sp>
      <p:sp>
        <p:nvSpPr>
          <p:cNvPr id="4" name="页脚占位符 3"/>
          <p:cNvSpPr>
            <a:spLocks noGrp="1"/>
          </p:cNvSpPr>
          <p:nvPr>
            <p:ph type="ftr" sz="quarter" idx="11"/>
            <p:custDataLst>
              <p:tags r:id="rId5"/>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5101200" y="769938"/>
            <a:ext cx="6480000" cy="5087937"/>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0"/>
            <a:ext cx="12192000" cy="2664333"/>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10" name="图片 9"/>
          <p:cNvPicPr/>
          <p:nvPr userDrawn="1">
            <p:custDataLst>
              <p:tags r:id="rId2"/>
            </p:custDataLst>
          </p:nvPr>
        </p:nvPicPr>
        <p:blipFill>
          <a:blip r:embed="rId11" r:link="rId12" cstate="screen"/>
          <a:stretch>
            <a:fillRect/>
          </a:stretch>
        </p:blipFill>
        <p:spPr>
          <a:xfrm>
            <a:off x="0" y="0"/>
            <a:ext cx="720090" cy="681990"/>
          </a:xfrm>
          <a:prstGeom prst="rect">
            <a:avLst/>
          </a:prstGeom>
        </p:spPr>
      </p:pic>
      <p:pic>
        <p:nvPicPr>
          <p:cNvPr id="8" name="图片 7"/>
          <p:cNvPicPr/>
          <p:nvPr userDrawn="1">
            <p:custDataLst>
              <p:tags r:id="rId3"/>
            </p:custDataLst>
          </p:nvPr>
        </p:nvPicPr>
        <p:blipFill>
          <a:blip r:embed="rId13" r:link="rId14" cstate="screen"/>
          <a:stretch>
            <a:fillRect/>
          </a:stretch>
        </p:blipFill>
        <p:spPr>
          <a:xfrm>
            <a:off x="11471910" y="0"/>
            <a:ext cx="720090" cy="527685"/>
          </a:xfrm>
          <a:prstGeom prst="rect">
            <a:avLst/>
          </a:prstGeom>
        </p:spPr>
      </p:pic>
      <p:sp>
        <p:nvSpPr>
          <p:cNvPr id="2" name="标题 1"/>
          <p:cNvSpPr>
            <a:spLocks noGrp="1"/>
          </p:cNvSpPr>
          <p:nvPr>
            <p:ph type="title"/>
            <p:custDataLst>
              <p:tags r:id="rId4"/>
            </p:custDataLst>
          </p:nvPr>
        </p:nvSpPr>
        <p:spPr>
          <a:xfrm>
            <a:off x="612000" y="781200"/>
            <a:ext cx="10976400" cy="626400"/>
          </a:xfrm>
        </p:spPr>
        <p:txBody>
          <a:bodyPr wrap="square" anchor="ctr">
            <a:normAutofit/>
          </a:bodyPr>
          <a:lstStyle>
            <a:lvl1pPr algn="ctr">
              <a:defRPr sz="3600" baseline="0">
                <a:solidFill>
                  <a:schemeClr val="tx1"/>
                </a:solidFill>
                <a:latin typeface="Arial" panose="020B0604020202020204" pitchFamily="34" charset="0"/>
                <a:ea typeface="微软雅黑" panose="020B0503020204020204" pitchFamily="34" charset="-122"/>
              </a:defRPr>
            </a:lvl1pPr>
          </a:lstStyle>
          <a:p>
            <a:r>
              <a:rPr lang="zh-CN" altLang="en-US"/>
              <a:t>单击此处编辑母版标题样式</a:t>
            </a:r>
          </a:p>
        </p:txBody>
      </p:sp>
      <p:sp>
        <p:nvSpPr>
          <p:cNvPr id="3" name="日期占位符 2"/>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2020/9/18</a:t>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wrap="square">
            <a:normAutofit/>
          </a:bodyPr>
          <a:lstStyle>
            <a:lvl1pPr algn="ct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5028971"/>
            <a:ext cx="12192000" cy="1829029"/>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10" name="图片 9"/>
          <p:cNvPicPr/>
          <p:nvPr userDrawn="1">
            <p:custDataLst>
              <p:tags r:id="rId2"/>
            </p:custDataLst>
          </p:nvPr>
        </p:nvPicPr>
        <p:blipFill>
          <a:blip r:embed="rId11" r:link="rId12" cstate="screen"/>
          <a:stretch>
            <a:fillRect/>
          </a:stretch>
        </p:blipFill>
        <p:spPr>
          <a:xfrm>
            <a:off x="0" y="0"/>
            <a:ext cx="720090" cy="681990"/>
          </a:xfrm>
          <a:prstGeom prst="rect">
            <a:avLst/>
          </a:prstGeom>
        </p:spPr>
      </p:pic>
      <p:pic>
        <p:nvPicPr>
          <p:cNvPr id="8" name="图片 7"/>
          <p:cNvPicPr/>
          <p:nvPr userDrawn="1">
            <p:custDataLst>
              <p:tags r:id="rId3"/>
            </p:custDataLst>
          </p:nvPr>
        </p:nvPicPr>
        <p:blipFill>
          <a:blip r:embed="rId13" r:link="rId14" cstate="screen"/>
          <a:stretch>
            <a:fillRect/>
          </a:stretch>
        </p:blipFill>
        <p:spPr>
          <a:xfrm>
            <a:off x="11471910" y="0"/>
            <a:ext cx="720090" cy="527685"/>
          </a:xfrm>
          <a:prstGeom prst="rect">
            <a:avLst/>
          </a:prstGeom>
        </p:spPr>
      </p:pic>
      <p:sp>
        <p:nvSpPr>
          <p:cNvPr id="2" name="标题 1"/>
          <p:cNvSpPr>
            <a:spLocks noGrp="1"/>
          </p:cNvSpPr>
          <p:nvPr>
            <p:ph type="title"/>
            <p:custDataLst>
              <p:tags r:id="rId4"/>
            </p:custDataLst>
          </p:nvPr>
        </p:nvSpPr>
        <p:spPr>
          <a:xfrm>
            <a:off x="604800" y="669600"/>
            <a:ext cx="10976400" cy="565200"/>
          </a:xfrm>
        </p:spPr>
        <p:txBody>
          <a:bodyPr wrap="square" anchor="ctr" anchorCtr="0">
            <a:normAutofit/>
          </a:bodyPr>
          <a:lstStyle>
            <a:lvl1pPr algn="ctr">
              <a:defRPr sz="3200"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2020/9/18</a:t>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604837" y="1681200"/>
            <a:ext cx="10990800" cy="3211200"/>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9"/>
            </p:custDataLst>
          </p:nvPr>
        </p:nvSpPr>
        <p:spPr>
          <a:xfrm>
            <a:off x="594000" y="5180400"/>
            <a:ext cx="11001600" cy="1011600"/>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0" y="0"/>
            <a:ext cx="12192000" cy="914400"/>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12" name="图片 11"/>
          <p:cNvPicPr/>
          <p:nvPr userDrawn="1">
            <p:custDataLst>
              <p:tags r:id="rId2"/>
            </p:custDataLst>
          </p:nvPr>
        </p:nvPicPr>
        <p:blipFill>
          <a:blip r:embed="rId13" r:link="rId14" cstate="screen"/>
          <a:stretch>
            <a:fillRect/>
          </a:stretch>
        </p:blipFill>
        <p:spPr>
          <a:xfrm>
            <a:off x="11471910" y="6176010"/>
            <a:ext cx="720090" cy="681990"/>
          </a:xfrm>
          <a:prstGeom prst="rect">
            <a:avLst/>
          </a:prstGeom>
        </p:spPr>
      </p:pic>
      <p:pic>
        <p:nvPicPr>
          <p:cNvPr id="10" name="图片 9"/>
          <p:cNvPicPr/>
          <p:nvPr userDrawn="1">
            <p:custDataLst>
              <p:tags r:id="rId3"/>
            </p:custDataLst>
          </p:nvPr>
        </p:nvPicPr>
        <p:blipFill>
          <a:blip r:embed="rId15" r:link="rId16" cstate="screen"/>
          <a:stretch>
            <a:fillRect/>
          </a:stretch>
        </p:blipFill>
        <p:spPr>
          <a:xfrm>
            <a:off x="0" y="6330315"/>
            <a:ext cx="720090" cy="527685"/>
          </a:xfrm>
          <a:prstGeom prst="rect">
            <a:avLst/>
          </a:prstGeom>
        </p:spPr>
      </p:pic>
      <p:sp>
        <p:nvSpPr>
          <p:cNvPr id="2" name="标题 1"/>
          <p:cNvSpPr>
            <a:spLocks noGrp="1"/>
          </p:cNvSpPr>
          <p:nvPr>
            <p:ph type="title"/>
            <p:custDataLst>
              <p:tags r:id="rId4"/>
            </p:custDataLst>
          </p:nvPr>
        </p:nvSpPr>
        <p:spPr>
          <a:xfrm>
            <a:off x="579600" y="237600"/>
            <a:ext cx="11037600" cy="441964"/>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2020/9/18</a:t>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579600" y="1663200"/>
            <a:ext cx="5342400" cy="2894400"/>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6242400" y="1663200"/>
            <a:ext cx="5367600" cy="2894400"/>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572400" y="4816800"/>
            <a:ext cx="5342400" cy="781200"/>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6253200" y="4813200"/>
            <a:ext cx="5367600" cy="781200"/>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953691"/>
            <a:ext cx="12192000" cy="4950618"/>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9" name="图片 8"/>
          <p:cNvPicPr/>
          <p:nvPr userDrawn="1">
            <p:custDataLst>
              <p:tags r:id="rId2"/>
            </p:custDataLst>
          </p:nvPr>
        </p:nvPicPr>
        <p:blipFill>
          <a:blip r:embed="rId10" r:link="rId11"/>
          <a:stretch>
            <a:fillRect/>
          </a:stretch>
        </p:blipFill>
        <p:spPr>
          <a:xfrm>
            <a:off x="10571480" y="5323840"/>
            <a:ext cx="1619885" cy="1534160"/>
          </a:xfrm>
          <a:prstGeom prst="rect">
            <a:avLst/>
          </a:prstGeom>
        </p:spPr>
      </p:pic>
      <p:pic>
        <p:nvPicPr>
          <p:cNvPr id="8" name="图片 7"/>
          <p:cNvPicPr/>
          <p:nvPr userDrawn="1">
            <p:custDataLst>
              <p:tags r:id="rId3"/>
            </p:custDataLst>
          </p:nvPr>
        </p:nvPicPr>
        <p:blipFill>
          <a:blip r:embed="rId12" r:link="rId13"/>
          <a:stretch>
            <a:fillRect/>
          </a:stretch>
        </p:blipFill>
        <p:spPr>
          <a:xfrm>
            <a:off x="0" y="5670550"/>
            <a:ext cx="1619885" cy="1187450"/>
          </a:xfrm>
          <a:prstGeom prst="rect">
            <a:avLst/>
          </a:prstGeom>
        </p:spPr>
      </p:pic>
      <p:sp>
        <p:nvSpPr>
          <p:cNvPr id="2" name="标题 1"/>
          <p:cNvSpPr>
            <a:spLocks noGrp="1"/>
          </p:cNvSpPr>
          <p:nvPr>
            <p:ph type="title" hasCustomPrompt="1"/>
            <p:custDataLst>
              <p:tags r:id="rId4"/>
            </p:custDataLst>
          </p:nvPr>
        </p:nvSpPr>
        <p:spPr>
          <a:xfrm>
            <a:off x="1522800" y="1339200"/>
            <a:ext cx="9144000" cy="2386800"/>
          </a:xfrm>
        </p:spPr>
        <p:txBody>
          <a:bodyPr wrap="square" anchor="b">
            <a:normAutofit/>
          </a:bodyPr>
          <a:lstStyle>
            <a:lvl1pPr algn="ctr">
              <a:defRPr sz="6000"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2020/9/18</a:t>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wrap="square">
            <a:normAutofit/>
          </a:bodyPr>
          <a:lstStyle>
            <a:lvl1pPr algn="ct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tags" Target="../tags/tag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tags" Target="../tags/tag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tags" Target="../tags/tag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tags" Target="../tags/tag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tags" Target="../tags/tag4.xml"/><Relationship Id="rId10" Type="http://schemas.openxmlformats.org/officeDocument/2006/relationships/slideLayout" Target="../slideLayouts/slideLayout21.xml"/><Relationship Id="rId19"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dirty="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6" name="Slide Number Placeholder 5"/>
          <p:cNvSpPr>
            <a:spLocks noGrp="1"/>
          </p:cNvSpPr>
          <p:nvPr>
            <p:ph type="sldNum" sz="quarter" idx="4"/>
          </p:nvPr>
        </p:nvSpPr>
        <p:spPr>
          <a:xfrm>
            <a:off x="10859885" y="6429747"/>
            <a:ext cx="987829" cy="365125"/>
          </a:xfrm>
          <a:prstGeom prst="rect">
            <a:avLst/>
          </a:prstGeom>
        </p:spPr>
        <p:txBody>
          <a:bodyPr vert="horz" lIns="91440" tIns="45720" rIns="91440" bIns="45720" rtlCol="0" anchor="ctr"/>
          <a:lstStyle>
            <a:lvl1pPr algn="r">
              <a:defRPr sz="1400">
                <a:solidFill>
                  <a:schemeClr val="tx1">
                    <a:tint val="75000"/>
                  </a:schemeClr>
                </a:solidFill>
              </a:defRPr>
            </a:lvl1pPr>
          </a:lstStyle>
          <a:p>
            <a:fld id="{661B116C-5022-40D8-9F0E-23C14AE232C0}" type="slidenum">
              <a:rPr lang="zh-CN" altLang="en-US" smtClean="0"/>
              <a:t>‹#›</a:t>
            </a:fld>
            <a:endParaRPr lang="zh-CN" altLang="en-US" dirty="0"/>
          </a:p>
        </p:txBody>
      </p:sp>
      <p:sp>
        <p:nvSpPr>
          <p:cNvPr id="8" name="TextBox 7"/>
          <p:cNvSpPr txBox="1"/>
          <p:nvPr userDrawn="1"/>
        </p:nvSpPr>
        <p:spPr>
          <a:xfrm>
            <a:off x="1529544" y="6458422"/>
            <a:ext cx="6932814"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altLang="zh-CN" sz="1400" i="1" dirty="0">
                <a:solidFill>
                  <a:schemeClr val="tx1">
                    <a:lumMod val="50000"/>
                    <a:lumOff val="50000"/>
                  </a:schemeClr>
                </a:solidFill>
                <a:latin typeface="Arial" panose="020B0604020202020204" pitchFamily="34" charset="0"/>
                <a:cs typeface="Arial" panose="020B0604020202020204" pitchFamily="34" charset="0"/>
              </a:rPr>
              <a:t>Hunan </a:t>
            </a:r>
            <a:r>
              <a:rPr lang="en-US" altLang="zh-CN" sz="1400" i="1" dirty="0" err="1">
                <a:solidFill>
                  <a:schemeClr val="tx1">
                    <a:lumMod val="50000"/>
                    <a:lumOff val="50000"/>
                  </a:schemeClr>
                </a:solidFill>
                <a:latin typeface="Arial" panose="020B0604020202020204" pitchFamily="34" charset="0"/>
                <a:cs typeface="Arial" panose="020B0604020202020204" pitchFamily="34" charset="0"/>
              </a:rPr>
              <a:t>Aimiplus</a:t>
            </a:r>
            <a:r>
              <a:rPr lang="en-US" altLang="zh-CN" sz="1400" i="1" dirty="0">
                <a:solidFill>
                  <a:schemeClr val="tx1">
                    <a:lumMod val="50000"/>
                    <a:lumOff val="50000"/>
                  </a:schemeClr>
                </a:solidFill>
                <a:latin typeface="Arial" panose="020B0604020202020204" pitchFamily="34" charset="0"/>
                <a:cs typeface="Arial" panose="020B0604020202020204" pitchFamily="34" charset="0"/>
              </a:rPr>
              <a:t> Intelligent Technology Co., Ltd</a:t>
            </a:r>
            <a:endParaRPr lang="zh-CN" altLang="en-US" sz="1400" i="1"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9" name="Rectangle 8"/>
          <p:cNvSpPr/>
          <p:nvPr userDrawn="1"/>
        </p:nvSpPr>
        <p:spPr>
          <a:xfrm>
            <a:off x="344286" y="6458422"/>
            <a:ext cx="979755" cy="307777"/>
          </a:xfrm>
          <a:prstGeom prst="rect">
            <a:avLst/>
          </a:prstGeom>
        </p:spPr>
        <p:txBody>
          <a:bodyPr wrap="none">
            <a:spAutoFit/>
          </a:bodyPr>
          <a:lstStyle/>
          <a:p>
            <a:fld id="{A9F1B7E3-2001-4104-BFF8-BCF476D5DD77}" type="datetime1">
              <a:rPr lang="zh-CN" altLang="en-US" sz="1400" i="1" kern="1200" smtClean="0">
                <a:solidFill>
                  <a:schemeClr val="tx1">
                    <a:lumMod val="50000"/>
                    <a:lumOff val="50000"/>
                  </a:schemeClr>
                </a:solidFill>
                <a:latin typeface="Arial" panose="020B0604020202020204" pitchFamily="34" charset="0"/>
                <a:ea typeface="+mn-ea"/>
                <a:cs typeface="Arial" panose="020B0604020202020204" pitchFamily="34" charset="0"/>
              </a:rPr>
              <a:t>2020/9/18</a:t>
            </a:fld>
            <a:endParaRPr lang="zh-CN" altLang="en-US" sz="1400" i="1" kern="1200" dirty="0">
              <a:solidFill>
                <a:schemeClr val="tx1">
                  <a:lumMod val="50000"/>
                  <a:lumOff val="50000"/>
                </a:schemeClr>
              </a:solidFill>
              <a:latin typeface="Arial" panose="020B0604020202020204" pitchFamily="34" charset="0"/>
              <a:ea typeface="+mn-ea"/>
              <a:cs typeface="Arial" panose="020B0604020202020204" pitchFamily="34" charset="0"/>
            </a:endParaRPr>
          </a:p>
        </p:txBody>
      </p:sp>
      <p:sp>
        <p:nvSpPr>
          <p:cNvPr id="10" name="Rectangle 9"/>
          <p:cNvSpPr/>
          <p:nvPr userDrawn="1"/>
        </p:nvSpPr>
        <p:spPr>
          <a:xfrm>
            <a:off x="104774" y="106529"/>
            <a:ext cx="11991975" cy="409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11" name="Rectangle 10"/>
          <p:cNvSpPr/>
          <p:nvPr userDrawn="1"/>
        </p:nvSpPr>
        <p:spPr>
          <a:xfrm>
            <a:off x="107180" y="106530"/>
            <a:ext cx="106532" cy="54153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12" name="Rectangle 11"/>
          <p:cNvSpPr/>
          <p:nvPr userDrawn="1"/>
        </p:nvSpPr>
        <p:spPr>
          <a:xfrm>
            <a:off x="11987812" y="106530"/>
            <a:ext cx="106532" cy="54153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13" name="TextBox 12"/>
          <p:cNvSpPr txBox="1"/>
          <p:nvPr userDrawn="1"/>
        </p:nvSpPr>
        <p:spPr>
          <a:xfrm>
            <a:off x="160446" y="110974"/>
            <a:ext cx="2719388" cy="369332"/>
          </a:xfrm>
          <a:prstGeom prst="rect">
            <a:avLst/>
          </a:prstGeom>
          <a:noFill/>
        </p:spPr>
        <p:txBody>
          <a:bodyPr wrap="square" rtlCol="0">
            <a:spAutoFit/>
          </a:bodyPr>
          <a:lstStyle/>
          <a:p>
            <a:r>
              <a:rPr lang="en-US" altLang="zh-CN" i="1" dirty="0" err="1">
                <a:solidFill>
                  <a:schemeClr val="bg1"/>
                </a:solidFill>
                <a:latin typeface="Arial" panose="020B0604020202020204" pitchFamily="34" charset="0"/>
                <a:ea typeface="黑体" panose="02010609060101010101" pitchFamily="49" charset="-122"/>
                <a:cs typeface="Arial" panose="020B0604020202020204" pitchFamily="34" charset="0"/>
              </a:rPr>
              <a:t>Aimibot</a:t>
            </a:r>
            <a:r>
              <a:rPr lang="zh-CN" altLang="en-US" i="1" dirty="0">
                <a:solidFill>
                  <a:schemeClr val="bg1"/>
                </a:solidFill>
                <a:latin typeface="Arial" panose="020B0604020202020204" pitchFamily="34" charset="0"/>
                <a:ea typeface="黑体" panose="02010609060101010101" pitchFamily="49" charset="-122"/>
                <a:cs typeface="Arial" panose="020B0604020202020204" pitchFamily="34" charset="0"/>
              </a:rPr>
              <a:t>机器人系列课程</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2020/9/18</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146.xml"/><Relationship Id="rId13" Type="http://schemas.openxmlformats.org/officeDocument/2006/relationships/image" Target="../media/image8.png"/><Relationship Id="rId3" Type="http://schemas.openxmlformats.org/officeDocument/2006/relationships/tags" Target="../tags/tag141.xml"/><Relationship Id="rId7" Type="http://schemas.openxmlformats.org/officeDocument/2006/relationships/tags" Target="../tags/tag145.xml"/><Relationship Id="rId12" Type="http://schemas.openxmlformats.org/officeDocument/2006/relationships/slideLayout" Target="../slideLayouts/slideLayout7.xml"/><Relationship Id="rId2" Type="http://schemas.openxmlformats.org/officeDocument/2006/relationships/tags" Target="../tags/tag140.xml"/><Relationship Id="rId1" Type="http://schemas.openxmlformats.org/officeDocument/2006/relationships/tags" Target="../tags/tag139.xml"/><Relationship Id="rId6" Type="http://schemas.openxmlformats.org/officeDocument/2006/relationships/tags" Target="../tags/tag144.xml"/><Relationship Id="rId11" Type="http://schemas.openxmlformats.org/officeDocument/2006/relationships/tags" Target="../tags/tag149.xml"/><Relationship Id="rId5" Type="http://schemas.openxmlformats.org/officeDocument/2006/relationships/tags" Target="../tags/tag143.xml"/><Relationship Id="rId10" Type="http://schemas.openxmlformats.org/officeDocument/2006/relationships/tags" Target="../tags/tag148.xml"/><Relationship Id="rId4" Type="http://schemas.openxmlformats.org/officeDocument/2006/relationships/tags" Target="../tags/tag142.xml"/><Relationship Id="rId9" Type="http://schemas.openxmlformats.org/officeDocument/2006/relationships/tags" Target="../tags/tag147.xml"/></Relationships>
</file>

<file path=ppt/slides/_rels/slide3.xml.rels><?xml version="1.0" encoding="UTF-8" standalone="yes"?>
<Relationships xmlns="http://schemas.openxmlformats.org/package/2006/relationships"><Relationship Id="rId3" Type="http://schemas.openxmlformats.org/officeDocument/2006/relationships/tags" Target="../tags/tag152.xml"/><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notesSlide" Target="../notesSlides/notesSlide1.xml"/><Relationship Id="rId5" Type="http://schemas.openxmlformats.org/officeDocument/2006/relationships/slideLayout" Target="../slideLayouts/slideLayout14.xml"/><Relationship Id="rId4" Type="http://schemas.openxmlformats.org/officeDocument/2006/relationships/tags" Target="../tags/tag153.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1.xml"/><Relationship Id="rId5" Type="http://schemas.openxmlformats.org/officeDocument/2006/relationships/image" Target="../media/image11.jpe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tags" Target="../tags/tag156.xml"/><Relationship Id="rId2" Type="http://schemas.openxmlformats.org/officeDocument/2006/relationships/tags" Target="../tags/tag155.xml"/><Relationship Id="rId1" Type="http://schemas.openxmlformats.org/officeDocument/2006/relationships/tags" Target="../tags/tag154.xml"/><Relationship Id="rId6" Type="http://schemas.openxmlformats.org/officeDocument/2006/relationships/notesSlide" Target="../notesSlides/notesSlide2.xml"/><Relationship Id="rId5" Type="http://schemas.openxmlformats.org/officeDocument/2006/relationships/slideLayout" Target="../slideLayouts/slideLayout14.xml"/><Relationship Id="rId4" Type="http://schemas.openxmlformats.org/officeDocument/2006/relationships/tags" Target="../tags/tag157.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1.jpeg"/></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tags" Target="../tags/tag160.xml"/><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notesSlide" Target="../notesSlides/notesSlide3.xml"/><Relationship Id="rId5" Type="http://schemas.openxmlformats.org/officeDocument/2006/relationships/slideLayout" Target="../slideLayouts/slideLayout14.xml"/><Relationship Id="rId4" Type="http://schemas.openxmlformats.org/officeDocument/2006/relationships/tags" Target="../tags/tag161.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1.xml"/><Relationship Id="rId5" Type="http://schemas.openxmlformats.org/officeDocument/2006/relationships/image" Target="../media/image20.jpeg"/><Relationship Id="rId4" Type="http://schemas.openxmlformats.org/officeDocument/2006/relationships/image" Target="../media/image11.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 Id="rId6" Type="http://schemas.openxmlformats.org/officeDocument/2006/relationships/notesSlide" Target="../notesSlides/notesSlide4.xml"/><Relationship Id="rId5" Type="http://schemas.openxmlformats.org/officeDocument/2006/relationships/slideLayout" Target="../slideLayouts/slideLayout14.xml"/><Relationship Id="rId4" Type="http://schemas.openxmlformats.org/officeDocument/2006/relationships/tags" Target="../tags/tag165.xml"/></Relationships>
</file>

<file path=ppt/slides/_rels/slide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1.xml"/><Relationship Id="rId5" Type="http://schemas.openxmlformats.org/officeDocument/2006/relationships/image" Target="../media/image20.jpeg"/><Relationship Id="rId4" Type="http://schemas.openxmlformats.org/officeDocument/2006/relationships/image" Target="../media/image11.jpeg"/></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tags" Target="../tags/tag168.xml"/><Relationship Id="rId2" Type="http://schemas.openxmlformats.org/officeDocument/2006/relationships/tags" Target="../tags/tag167.xml"/><Relationship Id="rId1" Type="http://schemas.openxmlformats.org/officeDocument/2006/relationships/tags" Target="../tags/tag166.xml"/><Relationship Id="rId6" Type="http://schemas.openxmlformats.org/officeDocument/2006/relationships/notesSlide" Target="../notesSlides/notesSlide5.xml"/><Relationship Id="rId5" Type="http://schemas.openxmlformats.org/officeDocument/2006/relationships/slideLayout" Target="../slideLayouts/slideLayout14.xml"/><Relationship Id="rId4" Type="http://schemas.openxmlformats.org/officeDocument/2006/relationships/tags" Target="../tags/tag169.xml"/></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11.jpeg"/></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171.xml"/><Relationship Id="rId1" Type="http://schemas.openxmlformats.org/officeDocument/2006/relationships/tags" Target="../tags/tag170.xml"/><Relationship Id="rId4" Type="http://schemas.openxmlformats.org/officeDocument/2006/relationships/notesSlide" Target="../notesSlides/notesSlide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13712" y="4438613"/>
            <a:ext cx="11764576" cy="190467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sp>
        <p:nvSpPr>
          <p:cNvPr id="12" name="TextBox 11"/>
          <p:cNvSpPr txBox="1"/>
          <p:nvPr/>
        </p:nvSpPr>
        <p:spPr>
          <a:xfrm>
            <a:off x="651640" y="4594602"/>
            <a:ext cx="5914260" cy="706755"/>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dirty="0">
                <a:ln>
                  <a:noFill/>
                </a:ln>
                <a:solidFill>
                  <a:prstClr val="white"/>
                </a:solidFill>
                <a:effectLst/>
                <a:uLnTx/>
                <a:uFillTx/>
                <a:latin typeface="Arial" panose="020B0604020202020204" pitchFamily="34" charset="0"/>
                <a:ea typeface="黑体" panose="02010609060101010101" pitchFamily="49" charset="-122"/>
                <a:cs typeface="Arial" panose="020B0604020202020204" pitchFamily="34" charset="0"/>
              </a:rPr>
              <a:t>移动机器人</a:t>
            </a:r>
          </a:p>
        </p:txBody>
      </p:sp>
      <p:pic>
        <p:nvPicPr>
          <p:cNvPr id="14" name="Picture 13"/>
          <p:cNvPicPr>
            <a:picLocks noChangeAspect="1"/>
          </p:cNvPicPr>
          <p:nvPr/>
        </p:nvPicPr>
        <p:blipFill>
          <a:blip r:embed="rId2">
            <a:biLevel thresh="25000"/>
            <a:extLst>
              <a:ext uri="{28A0092B-C50C-407E-A947-70E740481C1C}">
                <a14:useLocalDpi xmlns:a14="http://schemas.microsoft.com/office/drawing/2010/main" val="0"/>
              </a:ext>
            </a:extLst>
          </a:blip>
          <a:stretch>
            <a:fillRect/>
          </a:stretch>
        </p:blipFill>
        <p:spPr>
          <a:xfrm>
            <a:off x="8708995" y="4874815"/>
            <a:ext cx="2967188" cy="1468469"/>
          </a:xfrm>
          <a:prstGeom prst="rect">
            <a:avLst/>
          </a:prstGeom>
        </p:spPr>
      </p:pic>
      <p:sp>
        <p:nvSpPr>
          <p:cNvPr id="16" name="TextBox 15"/>
          <p:cNvSpPr txBox="1"/>
          <p:nvPr/>
        </p:nvSpPr>
        <p:spPr>
          <a:xfrm>
            <a:off x="651640" y="5458477"/>
            <a:ext cx="5444359"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60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Arial" panose="020B0604020202020204" pitchFamily="34" charset="0"/>
                <a:ea typeface="黑体" panose="02010609060101010101" pitchFamily="49" charset="-122"/>
                <a:cs typeface="Arial" panose="020B0604020202020204" pitchFamily="34" charset="0"/>
              </a:rPr>
              <a:t>湖南爱米家智能科技有限公司</a:t>
            </a:r>
            <a:endParaRPr kumimoji="0" lang="en-US" altLang="zh-CN" sz="2000" b="0" i="0" u="none" strike="noStrike" kern="1200" cap="none" spc="0" normalizeH="0" baseline="0" noProof="0" dirty="0">
              <a:ln>
                <a:noFill/>
              </a:ln>
              <a:solidFill>
                <a:prstClr val="white"/>
              </a:solidFill>
              <a:effectLst/>
              <a:uLnTx/>
              <a:uFillTx/>
              <a:latin typeface="Arial" panose="020B0604020202020204" pitchFamily="34" charset="0"/>
              <a:ea typeface="黑体" panose="02010609060101010101" pitchFamily="49" charset="-122"/>
              <a:cs typeface="Arial" panose="020B0604020202020204" pitchFamily="34" charset="0"/>
            </a:endParaRPr>
          </a:p>
        </p:txBody>
      </p:sp>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61B116C-5022-40D8-9F0E-23C14AE232C0}" type="slidenum">
              <a:rPr kumimoji="0" lang="zh-CN" altLang="en-US" sz="14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t>1</a:t>
            </a:fld>
            <a:endParaRPr kumimoji="0" lang="zh-CN" altLang="en-US" sz="14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661B116C-5022-40D8-9F0E-23C14AE232C0}" type="slidenum">
              <a:rPr lang="zh-CN" altLang="en-US" smtClean="0"/>
              <a:t>2</a:t>
            </a:fld>
            <a:endParaRPr lang="zh-CN" altLang="en-US"/>
          </a:p>
        </p:txBody>
      </p:sp>
      <p:sp>
        <p:nvSpPr>
          <p:cNvPr id="3" name="Title 1"/>
          <p:cNvSpPr txBox="1"/>
          <p:nvPr/>
        </p:nvSpPr>
        <p:spPr>
          <a:xfrm>
            <a:off x="838200" y="860612"/>
            <a:ext cx="10515600" cy="8300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solidFill>
                  <a:schemeClr val="accent1"/>
                </a:solidFill>
                <a:latin typeface="微软雅黑" panose="020B0503020204020204" pitchFamily="34" charset="-122"/>
                <a:ea typeface="微软雅黑" panose="020B0503020204020204" pitchFamily="34" charset="-122"/>
              </a:rPr>
              <a:t>目录：</a:t>
            </a:r>
          </a:p>
        </p:txBody>
      </p:sp>
      <p:cxnSp>
        <p:nvCxnSpPr>
          <p:cNvPr id="7" name="直接连接符 6"/>
          <p:cNvCxnSpPr/>
          <p:nvPr>
            <p:custDataLst>
              <p:tags r:id="rId1"/>
            </p:custDataLst>
          </p:nvPr>
        </p:nvCxnSpPr>
        <p:spPr>
          <a:xfrm>
            <a:off x="894080" y="1668145"/>
            <a:ext cx="4085590" cy="3175"/>
          </a:xfrm>
          <a:prstGeom prst="line">
            <a:avLst/>
          </a:prstGeom>
          <a:ln>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8" name="文本框 7"/>
          <p:cNvSpPr txBox="1"/>
          <p:nvPr>
            <p:custDataLst>
              <p:tags r:id="rId2"/>
            </p:custDataLst>
          </p:nvPr>
        </p:nvSpPr>
        <p:spPr>
          <a:xfrm>
            <a:off x="890270" y="2345055"/>
            <a:ext cx="964565" cy="561975"/>
          </a:xfrm>
          <a:prstGeom prst="rect">
            <a:avLst/>
          </a:prstGeom>
          <a:noFill/>
        </p:spPr>
        <p:txBody>
          <a:bodyPr wrap="square" rtlCol="0" anchor="ctr" anchorCtr="0">
            <a:noAutofit/>
          </a:bodyPr>
          <a:lstStyle/>
          <a:p>
            <a:pPr>
              <a:lnSpc>
                <a:spcPct val="100000"/>
              </a:lnSpc>
            </a:pPr>
            <a:r>
              <a:rPr lang="en-US" altLang="zh-CN" sz="3200" b="1">
                <a:solidFill>
                  <a:srgbClr val="0070C0"/>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01.</a:t>
            </a:r>
          </a:p>
        </p:txBody>
      </p:sp>
      <p:sp>
        <p:nvSpPr>
          <p:cNvPr id="9" name="文本框 8"/>
          <p:cNvSpPr txBox="1"/>
          <p:nvPr>
            <p:custDataLst>
              <p:tags r:id="rId3"/>
            </p:custDataLst>
          </p:nvPr>
        </p:nvSpPr>
        <p:spPr>
          <a:xfrm>
            <a:off x="1598295" y="2308860"/>
            <a:ext cx="4305300" cy="529590"/>
          </a:xfrm>
          <a:prstGeom prst="rect">
            <a:avLst/>
          </a:prstGeom>
          <a:noFill/>
        </p:spPr>
        <p:txBody>
          <a:bodyPr wrap="square" rtlCol="0" anchor="ctr" anchorCtr="0">
            <a:noAutofit/>
          </a:bodyPr>
          <a:lstStyle/>
          <a:p>
            <a:pPr>
              <a:lnSpc>
                <a:spcPct val="120000"/>
              </a:lnSpc>
            </a:pPr>
            <a:r>
              <a:rPr lang="en-US" altLang="zh-CN" sz="2400" b="1" spc="200">
                <a:solidFill>
                  <a:srgbClr val="0070C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WiFi</a:t>
            </a:r>
            <a:r>
              <a:rPr lang="zh-CN" altLang="en-US" sz="2400" b="1" spc="200">
                <a:solidFill>
                  <a:srgbClr val="0070C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控制机器人运动</a:t>
            </a:r>
          </a:p>
        </p:txBody>
      </p:sp>
      <p:sp>
        <p:nvSpPr>
          <p:cNvPr id="4" name="文本框 3"/>
          <p:cNvSpPr txBox="1"/>
          <p:nvPr>
            <p:custDataLst>
              <p:tags r:id="rId4"/>
            </p:custDataLst>
          </p:nvPr>
        </p:nvSpPr>
        <p:spPr>
          <a:xfrm>
            <a:off x="890270" y="3051175"/>
            <a:ext cx="964565" cy="561340"/>
          </a:xfrm>
          <a:prstGeom prst="rect">
            <a:avLst/>
          </a:prstGeom>
          <a:noFill/>
        </p:spPr>
        <p:txBody>
          <a:bodyPr wrap="square" rtlCol="0" anchor="ctr" anchorCtr="0">
            <a:noAutofit/>
          </a:bodyPr>
          <a:lstStyle/>
          <a:p>
            <a:pPr>
              <a:lnSpc>
                <a:spcPct val="100000"/>
              </a:lnSpc>
            </a:pPr>
            <a:r>
              <a:rPr lang="en-US" altLang="zh-CN" sz="3200" b="1">
                <a:solidFill>
                  <a:srgbClr val="0070C0"/>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02.</a:t>
            </a:r>
          </a:p>
        </p:txBody>
      </p:sp>
      <p:sp>
        <p:nvSpPr>
          <p:cNvPr id="15" name="文本框 14"/>
          <p:cNvSpPr txBox="1"/>
          <p:nvPr>
            <p:custDataLst>
              <p:tags r:id="rId5"/>
            </p:custDataLst>
          </p:nvPr>
        </p:nvSpPr>
        <p:spPr>
          <a:xfrm>
            <a:off x="1598295" y="3014345"/>
            <a:ext cx="4305300" cy="529590"/>
          </a:xfrm>
          <a:prstGeom prst="rect">
            <a:avLst/>
          </a:prstGeom>
          <a:noFill/>
        </p:spPr>
        <p:txBody>
          <a:bodyPr wrap="square" rtlCol="0" anchor="ctr" anchorCtr="0">
            <a:noAutofit/>
          </a:bodyPr>
          <a:lstStyle/>
          <a:p>
            <a:pPr>
              <a:lnSpc>
                <a:spcPct val="120000"/>
              </a:lnSpc>
            </a:pPr>
            <a:r>
              <a:rPr lang="zh-CN" altLang="en-US" sz="2400" b="1" spc="200">
                <a:solidFill>
                  <a:srgbClr val="0070C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超声波跟随</a:t>
            </a:r>
          </a:p>
        </p:txBody>
      </p:sp>
      <p:sp>
        <p:nvSpPr>
          <p:cNvPr id="16" name="文本框 15"/>
          <p:cNvSpPr txBox="1"/>
          <p:nvPr>
            <p:custDataLst>
              <p:tags r:id="rId6"/>
            </p:custDataLst>
          </p:nvPr>
        </p:nvSpPr>
        <p:spPr>
          <a:xfrm>
            <a:off x="890270" y="3757295"/>
            <a:ext cx="964565" cy="561340"/>
          </a:xfrm>
          <a:prstGeom prst="rect">
            <a:avLst/>
          </a:prstGeom>
          <a:noFill/>
        </p:spPr>
        <p:txBody>
          <a:bodyPr wrap="square" rtlCol="0" anchor="ctr" anchorCtr="0">
            <a:noAutofit/>
          </a:bodyPr>
          <a:lstStyle/>
          <a:p>
            <a:pPr>
              <a:lnSpc>
                <a:spcPct val="100000"/>
              </a:lnSpc>
            </a:pPr>
            <a:r>
              <a:rPr lang="en-US" altLang="zh-CN" sz="3200" b="1" dirty="0">
                <a:solidFill>
                  <a:srgbClr val="0070C0"/>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03.</a:t>
            </a:r>
          </a:p>
        </p:txBody>
      </p:sp>
      <p:sp>
        <p:nvSpPr>
          <p:cNvPr id="17" name="文本框 16"/>
          <p:cNvSpPr txBox="1"/>
          <p:nvPr>
            <p:custDataLst>
              <p:tags r:id="rId7"/>
            </p:custDataLst>
          </p:nvPr>
        </p:nvSpPr>
        <p:spPr>
          <a:xfrm>
            <a:off x="1598295" y="3720465"/>
            <a:ext cx="4305300" cy="529590"/>
          </a:xfrm>
          <a:prstGeom prst="rect">
            <a:avLst/>
          </a:prstGeom>
          <a:noFill/>
        </p:spPr>
        <p:txBody>
          <a:bodyPr wrap="square" rtlCol="0" anchor="ctr" anchorCtr="0">
            <a:noAutofit/>
          </a:bodyPr>
          <a:lstStyle/>
          <a:p>
            <a:pPr>
              <a:lnSpc>
                <a:spcPct val="120000"/>
              </a:lnSpc>
            </a:pPr>
            <a:r>
              <a:rPr lang="zh-CN" altLang="en-US" sz="2400" b="1" spc="200">
                <a:solidFill>
                  <a:srgbClr val="0070C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矩形运动</a:t>
            </a:r>
          </a:p>
        </p:txBody>
      </p:sp>
      <p:sp>
        <p:nvSpPr>
          <p:cNvPr id="18" name="文本框 17"/>
          <p:cNvSpPr txBox="1"/>
          <p:nvPr>
            <p:custDataLst>
              <p:tags r:id="rId8"/>
            </p:custDataLst>
          </p:nvPr>
        </p:nvSpPr>
        <p:spPr>
          <a:xfrm>
            <a:off x="875030" y="5205730"/>
            <a:ext cx="964565" cy="561340"/>
          </a:xfrm>
          <a:prstGeom prst="rect">
            <a:avLst/>
          </a:prstGeom>
          <a:noFill/>
        </p:spPr>
        <p:txBody>
          <a:bodyPr wrap="square" rtlCol="0" anchor="ctr" anchorCtr="0">
            <a:noAutofit/>
          </a:bodyPr>
          <a:lstStyle/>
          <a:p>
            <a:pPr>
              <a:lnSpc>
                <a:spcPct val="100000"/>
              </a:lnSpc>
            </a:pPr>
            <a:r>
              <a:rPr lang="en-US" altLang="zh-CN" sz="3200" b="1" dirty="0">
                <a:solidFill>
                  <a:srgbClr val="0070C0"/>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05.</a:t>
            </a:r>
          </a:p>
        </p:txBody>
      </p:sp>
      <p:sp>
        <p:nvSpPr>
          <p:cNvPr id="19" name="文本框 18"/>
          <p:cNvSpPr txBox="1"/>
          <p:nvPr>
            <p:custDataLst>
              <p:tags r:id="rId9"/>
            </p:custDataLst>
          </p:nvPr>
        </p:nvSpPr>
        <p:spPr>
          <a:xfrm>
            <a:off x="1583055" y="5168900"/>
            <a:ext cx="4305300" cy="529590"/>
          </a:xfrm>
          <a:prstGeom prst="rect">
            <a:avLst/>
          </a:prstGeom>
          <a:noFill/>
        </p:spPr>
        <p:txBody>
          <a:bodyPr wrap="square" rtlCol="0" anchor="ctr" anchorCtr="0">
            <a:noAutofit/>
          </a:bodyPr>
          <a:lstStyle/>
          <a:p>
            <a:pPr>
              <a:lnSpc>
                <a:spcPct val="120000"/>
              </a:lnSpc>
            </a:pPr>
            <a:r>
              <a:rPr lang="zh-CN" altLang="en-US" sz="2400" b="1" spc="200">
                <a:solidFill>
                  <a:srgbClr val="0070C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上位机查看串口数据</a:t>
            </a:r>
          </a:p>
        </p:txBody>
      </p:sp>
      <p:pic>
        <p:nvPicPr>
          <p:cNvPr id="5" name="图片 4"/>
          <p:cNvPicPr>
            <a:picLocks noChangeAspect="1"/>
          </p:cNvPicPr>
          <p:nvPr/>
        </p:nvPicPr>
        <p:blipFill>
          <a:blip r:embed="rId13"/>
          <a:stretch>
            <a:fillRect/>
          </a:stretch>
        </p:blipFill>
        <p:spPr>
          <a:xfrm>
            <a:off x="8229600" y="2374265"/>
            <a:ext cx="2438400" cy="2581910"/>
          </a:xfrm>
          <a:prstGeom prst="rect">
            <a:avLst/>
          </a:prstGeom>
        </p:spPr>
      </p:pic>
      <p:sp>
        <p:nvSpPr>
          <p:cNvPr id="6" name="文本框 5"/>
          <p:cNvSpPr txBox="1"/>
          <p:nvPr>
            <p:custDataLst>
              <p:tags r:id="rId10"/>
            </p:custDataLst>
          </p:nvPr>
        </p:nvSpPr>
        <p:spPr>
          <a:xfrm>
            <a:off x="875030" y="4463415"/>
            <a:ext cx="964565" cy="561340"/>
          </a:xfrm>
          <a:prstGeom prst="rect">
            <a:avLst/>
          </a:prstGeom>
          <a:noFill/>
        </p:spPr>
        <p:txBody>
          <a:bodyPr wrap="square" rtlCol="0" anchor="ctr" anchorCtr="0">
            <a:noAutofit/>
          </a:bodyPr>
          <a:lstStyle/>
          <a:p>
            <a:pPr>
              <a:lnSpc>
                <a:spcPct val="100000"/>
              </a:lnSpc>
            </a:pPr>
            <a:r>
              <a:rPr lang="en-US" altLang="zh-CN" sz="3200" b="1" dirty="0">
                <a:solidFill>
                  <a:srgbClr val="0070C0"/>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04.</a:t>
            </a:r>
          </a:p>
        </p:txBody>
      </p:sp>
      <p:sp>
        <p:nvSpPr>
          <p:cNvPr id="10" name="文本框 9"/>
          <p:cNvSpPr txBox="1"/>
          <p:nvPr>
            <p:custDataLst>
              <p:tags r:id="rId11"/>
            </p:custDataLst>
          </p:nvPr>
        </p:nvSpPr>
        <p:spPr>
          <a:xfrm>
            <a:off x="1583055" y="4426585"/>
            <a:ext cx="4305300" cy="529590"/>
          </a:xfrm>
          <a:prstGeom prst="rect">
            <a:avLst/>
          </a:prstGeom>
          <a:noFill/>
        </p:spPr>
        <p:txBody>
          <a:bodyPr wrap="square" rtlCol="0" anchor="ctr" anchorCtr="0">
            <a:noAutofit/>
          </a:bodyPr>
          <a:lstStyle/>
          <a:p>
            <a:pPr>
              <a:lnSpc>
                <a:spcPct val="120000"/>
              </a:lnSpc>
            </a:pPr>
            <a:r>
              <a:rPr lang="zh-CN" altLang="en-US" sz="2400" b="1" spc="200">
                <a:solidFill>
                  <a:srgbClr val="0070C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防跌落</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3" name="标题 2"/>
          <p:cNvSpPr>
            <a:spLocks noGrp="1"/>
          </p:cNvSpPr>
          <p:nvPr>
            <p:ph type="ctrTitle" idx="14"/>
            <p:custDataLst>
              <p:tags r:id="rId2"/>
            </p:custDataLst>
          </p:nvPr>
        </p:nvSpPr>
        <p:spPr>
          <a:xfrm>
            <a:off x="4493260" y="2824480"/>
            <a:ext cx="5438775" cy="1350010"/>
          </a:xfrm>
        </p:spPr>
        <p:txBody>
          <a:bodyPr>
            <a:normAutofit/>
          </a:bodyPr>
          <a:lstStyle/>
          <a:p>
            <a:r>
              <a:rPr lang="en-US" altLang="zh-CN" b="1" spc="200">
                <a:solidFill>
                  <a:srgbClr val="0070C0"/>
                </a:solidFill>
                <a:ea typeface="微软雅黑" panose="020B0503020204020204" pitchFamily="34" charset="-122"/>
                <a:cs typeface="微软雅黑" panose="020B0503020204020204" pitchFamily="34" charset="-122"/>
                <a:sym typeface="Arial" panose="020B0604020202020204" pitchFamily="34" charset="0"/>
              </a:rPr>
              <a:t>WiFi</a:t>
            </a:r>
            <a:r>
              <a:rPr lang="zh-CN" altLang="en-US" b="1" spc="200">
                <a:solidFill>
                  <a:srgbClr val="0070C0"/>
                </a:solidFill>
                <a:ea typeface="微软雅黑" panose="020B0503020204020204" pitchFamily="34" charset="-122"/>
                <a:cs typeface="微软雅黑" panose="020B0503020204020204" pitchFamily="34" charset="-122"/>
                <a:sym typeface="Arial" panose="020B0604020202020204" pitchFamily="34" charset="0"/>
              </a:rPr>
              <a:t>控制机器人运动</a:t>
            </a:r>
            <a:r>
              <a:rPr lang="zh-CN" altLang="en-US" b="1" spc="200">
                <a:solidFill>
                  <a:srgbClr val="0070C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
            </a:r>
            <a:br>
              <a:rPr lang="zh-CN" altLang="en-US" b="1" spc="200">
                <a:solidFill>
                  <a:srgbClr val="0070C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br>
            <a:endParaRPr lang="zh-CN" altLang="en-US"/>
          </a:p>
        </p:txBody>
      </p:sp>
      <p:sp>
        <p:nvSpPr>
          <p:cNvPr id="8" name="文本框 7"/>
          <p:cNvSpPr txBox="1"/>
          <p:nvPr>
            <p:custDataLst>
              <p:tags r:id="rId3"/>
            </p:custDataLst>
          </p:nvPr>
        </p:nvSpPr>
        <p:spPr>
          <a:xfrm>
            <a:off x="2395795" y="2419256"/>
            <a:ext cx="1960245" cy="1755436"/>
          </a:xfrm>
          <a:prstGeom prst="rect">
            <a:avLst/>
          </a:prstGeom>
          <a:noFill/>
        </p:spPr>
        <p:txBody>
          <a:bodyPr wrap="square" lIns="36000" rtlCol="0" anchor="ctr" anchorCtr="0">
            <a:normAutofit lnSpcReduction="10000"/>
          </a:bodyPr>
          <a:lstStyle/>
          <a:p>
            <a:pPr algn="ctr"/>
            <a:r>
              <a:rPr lang="en-US" altLang="zh-CN" sz="11500" b="1" spc="200">
                <a:solidFill>
                  <a:srgbClr val="0070C0"/>
                </a:solidFill>
                <a:latin typeface="Arial" panose="020B0604020202020204" pitchFamily="34" charset="0"/>
                <a:ea typeface="微软雅黑" panose="020B0503020204020204" pitchFamily="34" charset="-122"/>
                <a:cs typeface="Arial" panose="020B0604020202020204" pitchFamily="34" charset="0"/>
              </a:rPr>
              <a:t>01</a:t>
            </a:r>
          </a:p>
        </p:txBody>
      </p:sp>
      <p:sp>
        <p:nvSpPr>
          <p:cNvPr id="9" name="矩形 8"/>
          <p:cNvSpPr/>
          <p:nvPr>
            <p:custDataLst>
              <p:tags r:id="rId4"/>
            </p:custDataLst>
          </p:nvPr>
        </p:nvSpPr>
        <p:spPr>
          <a:xfrm>
            <a:off x="2582424" y="4048328"/>
            <a:ext cx="1341876"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700" b="0" i="0" spc="20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61B116C-5022-40D8-9F0E-23C14AE232C0}" type="slidenum">
              <a:rPr kumimoji="0" lang="zh-CN" altLang="en-US" sz="14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t>4</a:t>
            </a:fld>
            <a:endParaRPr kumimoji="0" lang="zh-CN" altLang="en-US" sz="14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3" name="文本框 2"/>
          <p:cNvSpPr txBox="1"/>
          <p:nvPr/>
        </p:nvSpPr>
        <p:spPr>
          <a:xfrm>
            <a:off x="111721" y="1702168"/>
            <a:ext cx="6570786" cy="4428163"/>
          </a:xfrm>
          <a:prstGeom prst="rect">
            <a:avLst/>
          </a:prstGeom>
          <a:noFill/>
        </p:spPr>
        <p:txBody>
          <a:bodyPr wrap="square" rtlCol="0">
            <a:noAutofit/>
          </a:bodyPr>
          <a:lstStyle/>
          <a:p>
            <a:pPr marL="285750" indent="-285750">
              <a:lnSpc>
                <a:spcPct val="150000"/>
              </a:lnSpc>
              <a:buClr>
                <a:srgbClr val="00B0F0"/>
              </a:buClr>
              <a:buSzPct val="120000"/>
              <a:buFont typeface="Wingdings" panose="05000000000000000000" pitchFamily="2" charset="2"/>
              <a:buChar char="p"/>
            </a:pPr>
            <a:r>
              <a:rPr lang="zh-CN" altLang="en-US" sz="2400" b="1" dirty="0">
                <a:latin typeface="Times New Roman" panose="02020603050405020304" pitchFamily="18" charset="0"/>
                <a:ea typeface="华文仿宋" panose="02010600040101010101" pitchFamily="2" charset="-122"/>
              </a:rPr>
              <a:t>实验目的及意义</a:t>
            </a:r>
          </a:p>
          <a:p>
            <a:pPr marL="742950" lvl="1" indent="-285750">
              <a:lnSpc>
                <a:spcPct val="150000"/>
              </a:lnSpc>
              <a:buClr>
                <a:srgbClr val="00B0F0"/>
              </a:buClr>
              <a:buSzPct val="120000"/>
              <a:buFont typeface="Wingdings" panose="05000000000000000000" pitchFamily="2" charset="2"/>
              <a:buChar char="p"/>
            </a:pPr>
            <a:r>
              <a:rPr lang="zh-CN" altLang="en-US" sz="2000" b="1" dirty="0">
                <a:latin typeface="Times New Roman" panose="02020603050405020304" pitchFamily="18" charset="0"/>
                <a:ea typeface="华文仿宋" panose="02010600040101010101" pitchFamily="2" charset="-122"/>
              </a:rPr>
              <a:t>掌握Aimibot教育机器人键盘控制运动工作原理</a:t>
            </a:r>
          </a:p>
          <a:p>
            <a:pPr marL="742950" lvl="1" indent="-285750">
              <a:lnSpc>
                <a:spcPct val="150000"/>
              </a:lnSpc>
              <a:buClr>
                <a:srgbClr val="00B0F0"/>
              </a:buClr>
              <a:buSzPct val="120000"/>
              <a:buFont typeface="Wingdings" panose="05000000000000000000" pitchFamily="2" charset="2"/>
              <a:buChar char="p"/>
            </a:pPr>
            <a:r>
              <a:rPr lang="zh-CN" altLang="en-US" sz="2000" b="1" dirty="0">
                <a:latin typeface="Times New Roman" panose="02020603050405020304" pitchFamily="18" charset="0"/>
                <a:ea typeface="华文仿宋" panose="02010600040101010101" pitchFamily="2" charset="-122"/>
              </a:rPr>
              <a:t>熟练编写机器人键盘控制运动程序，实现</a:t>
            </a:r>
            <a:r>
              <a:rPr lang="en-US" altLang="zh-CN" sz="2000" b="1" dirty="0">
                <a:latin typeface="Times New Roman" panose="02020603050405020304" pitchFamily="18" charset="0"/>
                <a:ea typeface="华文仿宋" panose="02010600040101010101" pitchFamily="2" charset="-122"/>
              </a:rPr>
              <a:t>wifi</a:t>
            </a:r>
            <a:r>
              <a:rPr lang="zh-CN" altLang="en-US" sz="2000" b="1" dirty="0">
                <a:latin typeface="Times New Roman" panose="02020603050405020304" pitchFamily="18" charset="0"/>
                <a:ea typeface="华文仿宋" panose="02010600040101010101" pitchFamily="2" charset="-122"/>
              </a:rPr>
              <a:t>控制机器人运动</a:t>
            </a:r>
          </a:p>
          <a:p>
            <a:pPr marL="285750" indent="-285750">
              <a:lnSpc>
                <a:spcPct val="150000"/>
              </a:lnSpc>
              <a:buClr>
                <a:srgbClr val="00B0F0"/>
              </a:buClr>
              <a:buSzPct val="120000"/>
              <a:buFont typeface="Wingdings" panose="05000000000000000000" pitchFamily="2" charset="2"/>
              <a:buChar char="p"/>
            </a:pPr>
            <a:r>
              <a:rPr lang="zh-CN" altLang="en-US" sz="2400" b="1" dirty="0">
                <a:latin typeface="Times New Roman" panose="02020603050405020304" pitchFamily="18" charset="0"/>
                <a:ea typeface="华文仿宋" panose="02010600040101010101" pitchFamily="2" charset="-122"/>
              </a:rPr>
              <a:t>实验设备</a:t>
            </a:r>
            <a:endParaRPr lang="en-US" altLang="zh-CN" sz="2400" b="1" dirty="0">
              <a:latin typeface="Times New Roman" panose="02020603050405020304" pitchFamily="18" charset="0"/>
              <a:ea typeface="华文仿宋" panose="02010600040101010101" pitchFamily="2" charset="-122"/>
            </a:endParaRPr>
          </a:p>
          <a:p>
            <a:pPr marL="742950" lvl="1" indent="-285750">
              <a:lnSpc>
                <a:spcPct val="150000"/>
              </a:lnSpc>
              <a:buClr>
                <a:srgbClr val="00B0F0"/>
              </a:buClr>
              <a:buSzPct val="90000"/>
              <a:buFont typeface="Wingdings" panose="05000000000000000000" pitchFamily="2" charset="2"/>
              <a:buChar char="p"/>
            </a:pPr>
            <a:r>
              <a:rPr lang="zh-CN" altLang="en-US" sz="2000" b="1" dirty="0">
                <a:latin typeface="Times New Roman" panose="02020603050405020304" pitchFamily="18" charset="0"/>
                <a:ea typeface="华文仿宋" panose="02010600040101010101" pitchFamily="2" charset="-122"/>
              </a:rPr>
              <a:t>硬件设备：</a:t>
            </a:r>
            <a:r>
              <a:rPr lang="en-US" altLang="zh-CN" sz="2000" b="1" dirty="0" err="1">
                <a:latin typeface="Times New Roman" panose="02020603050405020304" pitchFamily="18" charset="0"/>
                <a:ea typeface="华文仿宋" panose="02010600040101010101" pitchFamily="2" charset="-122"/>
              </a:rPr>
              <a:t>Aimibot</a:t>
            </a:r>
            <a:r>
              <a:rPr lang="zh-CN" altLang="en-US" sz="2000" b="1" dirty="0">
                <a:latin typeface="Times New Roman" panose="02020603050405020304" pitchFamily="18" charset="0"/>
                <a:ea typeface="华文仿宋" panose="02010600040101010101" pitchFamily="2" charset="-122"/>
              </a:rPr>
              <a:t>移动机器人主体、键盘、鼠标；</a:t>
            </a:r>
            <a:endParaRPr lang="en-US" altLang="zh-CN" sz="2000" b="1" dirty="0">
              <a:latin typeface="Times New Roman" panose="02020603050405020304" pitchFamily="18" charset="0"/>
              <a:ea typeface="华文仿宋" panose="02010600040101010101" pitchFamily="2" charset="-122"/>
            </a:endParaRPr>
          </a:p>
          <a:p>
            <a:pPr marL="742950" lvl="1" indent="-285750">
              <a:lnSpc>
                <a:spcPct val="150000"/>
              </a:lnSpc>
              <a:buClr>
                <a:srgbClr val="00B0F0"/>
              </a:buClr>
              <a:buSzPct val="90000"/>
              <a:buFont typeface="Wingdings" panose="05000000000000000000" pitchFamily="2" charset="2"/>
              <a:buChar char="p"/>
            </a:pPr>
            <a:r>
              <a:rPr lang="zh-CN" altLang="en-US" sz="2000" b="1" dirty="0">
                <a:latin typeface="Times New Roman" panose="02020603050405020304" pitchFamily="18" charset="0"/>
                <a:ea typeface="华文仿宋" panose="02010600040101010101" pitchFamily="2" charset="-122"/>
              </a:rPr>
              <a:t>软件设备：</a:t>
            </a:r>
            <a:r>
              <a:rPr lang="en-US" altLang="zh-CN" sz="2000" b="1" dirty="0">
                <a:latin typeface="Times New Roman" panose="02020603050405020304" pitchFamily="18" charset="0"/>
                <a:ea typeface="华文仿宋" panose="02010600040101010101" pitchFamily="2" charset="-122"/>
              </a:rPr>
              <a:t>Ubuntu</a:t>
            </a:r>
            <a:r>
              <a:rPr lang="zh-CN" altLang="en-US" sz="2000" b="1" dirty="0">
                <a:latin typeface="Times New Roman" panose="02020603050405020304" pitchFamily="18" charset="0"/>
                <a:ea typeface="华文仿宋" panose="02010600040101010101" pitchFamily="2" charset="-122"/>
              </a:rPr>
              <a:t>系统、</a:t>
            </a:r>
            <a:r>
              <a:rPr lang="en-US" sz="2000" b="1" dirty="0" err="1">
                <a:latin typeface="Times New Roman" panose="02020603050405020304" pitchFamily="18" charset="0"/>
                <a:ea typeface="华文仿宋" panose="02010600040101010101" pitchFamily="2" charset="-122"/>
              </a:rPr>
              <a:t>Windows</a:t>
            </a:r>
            <a:r>
              <a:rPr lang="zh-CN" altLang="en-US" sz="2000" b="1" dirty="0" err="1">
                <a:latin typeface="Times New Roman" panose="02020603050405020304" pitchFamily="18" charset="0"/>
                <a:ea typeface="华文仿宋" panose="02010600040101010101" pitchFamily="2" charset="-122"/>
              </a:rPr>
              <a:t>系统、</a:t>
            </a:r>
            <a:r>
              <a:rPr lang="en-US" altLang="zh-CN" sz="2000" b="1" dirty="0" err="1">
                <a:latin typeface="Times New Roman" panose="02020603050405020304" pitchFamily="18" charset="0"/>
                <a:ea typeface="华文仿宋" panose="02010600040101010101" pitchFamily="2" charset="-122"/>
              </a:rPr>
              <a:t>labview</a:t>
            </a:r>
            <a:r>
              <a:rPr lang="zh-CN" altLang="en-US" sz="2000" b="1" dirty="0" err="1">
                <a:latin typeface="Times New Roman" panose="02020603050405020304" pitchFamily="18" charset="0"/>
                <a:ea typeface="华文仿宋" panose="02010600040101010101" pitchFamily="2" charset="-122"/>
              </a:rPr>
              <a:t>软件</a:t>
            </a:r>
            <a:r>
              <a:rPr lang="zh-CN" altLang="en-US" sz="2000" b="1" dirty="0">
                <a:latin typeface="Times New Roman" panose="02020603050405020304" pitchFamily="18" charset="0"/>
                <a:ea typeface="华文仿宋" panose="02010600040101010101" pitchFamily="2" charset="-122"/>
              </a:rPr>
              <a:t>。</a:t>
            </a:r>
            <a:endParaRPr lang="en-US" altLang="zh-CN" b="1" dirty="0">
              <a:latin typeface="Times New Roman" panose="02020603050405020304" pitchFamily="18" charset="0"/>
              <a:ea typeface="华文仿宋" panose="02010600040101010101" pitchFamily="2" charset="-122"/>
            </a:endParaRPr>
          </a:p>
        </p:txBody>
      </p:sp>
      <p:grpSp>
        <p:nvGrpSpPr>
          <p:cNvPr id="11" name="组合 10"/>
          <p:cNvGrpSpPr/>
          <p:nvPr/>
        </p:nvGrpSpPr>
        <p:grpSpPr>
          <a:xfrm>
            <a:off x="6842590" y="2120166"/>
            <a:ext cx="4890498" cy="3890215"/>
            <a:chOff x="6842590" y="2120166"/>
            <a:chExt cx="4890498" cy="3890215"/>
          </a:xfrm>
        </p:grpSpPr>
        <p:sp>
          <p:nvSpPr>
            <p:cNvPr id="6" name="矩形 5"/>
            <p:cNvSpPr/>
            <p:nvPr/>
          </p:nvSpPr>
          <p:spPr>
            <a:xfrm>
              <a:off x="6842590" y="2120166"/>
              <a:ext cx="4890498" cy="3890215"/>
            </a:xfrm>
            <a:prstGeom prst="rect">
              <a:avLst/>
            </a:prstGeom>
            <a:ln w="19050">
              <a:solidFill>
                <a:srgbClr val="00B0F0"/>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pic>
          <p:nvPicPr>
            <p:cNvPr id="4" name="Picture 11"/>
            <p:cNvPicPr>
              <a:picLocks noChangeAspect="1"/>
            </p:cNvPicPr>
            <p:nvPr/>
          </p:nvPicPr>
          <p:blipFill rotWithShape="1">
            <a:blip r:embed="rId2" cstate="print">
              <a:extLst>
                <a:ext uri="{BEBA8EAE-BF5A-486C-A8C5-ECC9F3942E4B}">
                  <a14:imgProps xmlns:a14="http://schemas.microsoft.com/office/drawing/2010/main">
                    <a14:imgLayer r:embed="rId3">
                      <a14:imgEffect>
                        <a14:backgroundRemoval t="4643" b="92612" l="9924" r="89822">
                          <a14:foregroundMark x1="21947" y1="5168" x2="28817" y2="13605"/>
                          <a14:foregroundMark x1="28817" y1="13605" x2="58206" y2="17683"/>
                          <a14:foregroundMark x1="58206" y1="17683" x2="72583" y2="18167"/>
                          <a14:foregroundMark x1="72583" y1="18167" x2="66412" y2="9487"/>
                          <a14:foregroundMark x1="66412" y1="9487" x2="35941" y2="8761"/>
                          <a14:foregroundMark x1="35941" y1="8761" x2="25318" y2="6419"/>
                          <a14:foregroundMark x1="24427" y1="90190" x2="54262" y2="92652"/>
                          <a14:foregroundMark x1="54262" y1="92652" x2="75127" y2="91239"/>
                          <a14:foregroundMark x1="52608" y1="6782" x2="66667" y2="8195"/>
                          <a14:foregroundMark x1="66667" y1="8195" x2="79326" y2="18046"/>
                          <a14:foregroundMark x1="51463" y1="6944" x2="32061" y2="4643"/>
                          <a14:foregroundMark x1="62294" y1="26041" x2="65020" y2="24465"/>
                          <a14:foregroundMark x1="58524" y1="28220" x2="59509" y2="27651"/>
                          <a14:foregroundMark x1="69211" y1="22043" x2="69211" y2="21760"/>
                          <a14:backgroundMark x1="12913" y1="76948" x2="15458" y2="84457"/>
                          <a14:backgroundMark x1="66412" y1="21599" x2="66412" y2="23375"/>
                          <a14:backgroundMark x1="65840" y1="24465" x2="65840" y2="24465"/>
                          <a14:backgroundMark x1="65522" y1="24828" x2="66094" y2="24263"/>
                          <a14:backgroundMark x1="67812" y1="23214" x2="67812" y2="22487"/>
                          <a14:backgroundMark x1="65267" y1="25717" x2="68066" y2="23375"/>
                          <a14:backgroundMark x1="68639" y1="22689" x2="66412" y2="23214"/>
                          <a14:backgroundMark x1="61896" y1="25878" x2="60178" y2="27331"/>
                          <a14:backgroundMark x1="68066" y1="22325" x2="68639" y2="23577"/>
                          <a14:backgroundMark x1="64695" y1="24828" x2="65522" y2="26080"/>
                          <a14:backgroundMark x1="62468" y1="25515" x2="62150" y2="26403"/>
                          <a14:backgroundMark x1="60178" y1="27493" x2="59351" y2="27493"/>
                        </a14:backgroundRemoval>
                      </a14:imgEffect>
                    </a14:imgLayer>
                  </a14:imgProps>
                </a:ext>
                <a:ext uri="{28A0092B-C50C-407E-A947-70E740481C1C}">
                  <a14:useLocalDpi xmlns:a14="http://schemas.microsoft.com/office/drawing/2010/main" val="0"/>
                </a:ext>
              </a:extLst>
            </a:blip>
            <a:srcRect l="12897" t="3154" r="11149" b="3395"/>
            <a:stretch>
              <a:fillRect/>
            </a:stretch>
          </p:blipFill>
          <p:spPr>
            <a:xfrm>
              <a:off x="6999435" y="2548791"/>
              <a:ext cx="1568450" cy="3042285"/>
            </a:xfrm>
            <a:prstGeom prst="rect">
              <a:avLst/>
            </a:prstGeom>
          </p:spPr>
        </p:pic>
      </p:grpSp>
      <p:sp>
        <p:nvSpPr>
          <p:cNvPr id="8" name="Title 1"/>
          <p:cNvSpPr txBox="1"/>
          <p:nvPr/>
        </p:nvSpPr>
        <p:spPr>
          <a:xfrm>
            <a:off x="344285" y="727669"/>
            <a:ext cx="10515600" cy="8300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solidFill>
                  <a:schemeClr val="accent1"/>
                </a:solidFill>
                <a:latin typeface="华文仿宋" panose="02010600040101010101" pitchFamily="2" charset="-122"/>
                <a:ea typeface="华文仿宋" panose="02010600040101010101" pitchFamily="2" charset="-122"/>
              </a:rPr>
              <a:t>实验简介</a:t>
            </a:r>
            <a:r>
              <a:rPr lang="zh-CN" altLang="en-US" dirty="0">
                <a:solidFill>
                  <a:schemeClr val="accent1"/>
                </a:solidFill>
                <a:latin typeface="微软雅黑" panose="020B0503020204020204" pitchFamily="34" charset="-122"/>
                <a:ea typeface="微软雅黑" panose="020B0503020204020204" pitchFamily="34" charset="-122"/>
              </a:rPr>
              <a:t>：</a:t>
            </a:r>
          </a:p>
        </p:txBody>
      </p:sp>
      <p:pic>
        <p:nvPicPr>
          <p:cNvPr id="9" name="图片 9"/>
          <p:cNvPicPr>
            <a:picLocks noChangeAspect="1"/>
          </p:cNvPicPr>
          <p:nvPr/>
        </p:nvPicPr>
        <p:blipFill>
          <a:blip r:embed="rId4"/>
          <a:stretch>
            <a:fillRect/>
          </a:stretch>
        </p:blipFill>
        <p:spPr>
          <a:xfrm>
            <a:off x="8883650" y="2322195"/>
            <a:ext cx="2653030" cy="1685925"/>
          </a:xfrm>
          <a:prstGeom prst="rect">
            <a:avLst/>
          </a:prstGeom>
          <a:noFill/>
          <a:ln>
            <a:noFill/>
          </a:ln>
        </p:spPr>
      </p:pic>
      <p:pic>
        <p:nvPicPr>
          <p:cNvPr id="15" name="Picture 2"/>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131" b="15964"/>
          <a:stretch>
            <a:fillRect/>
          </a:stretch>
        </p:blipFill>
        <p:spPr bwMode="auto">
          <a:xfrm>
            <a:off x="9055219" y="4195429"/>
            <a:ext cx="2310141" cy="16611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661B116C-5022-40D8-9F0E-23C14AE232C0}" type="slidenum">
              <a:rPr lang="zh-CN" altLang="en-US" smtClean="0"/>
              <a:t>5</a:t>
            </a:fld>
            <a:endParaRPr lang="zh-CN" altLang="en-US"/>
          </a:p>
        </p:txBody>
      </p:sp>
      <p:sp>
        <p:nvSpPr>
          <p:cNvPr id="3" name="文本框 2"/>
          <p:cNvSpPr txBox="1"/>
          <p:nvPr/>
        </p:nvSpPr>
        <p:spPr>
          <a:xfrm>
            <a:off x="126365" y="447040"/>
            <a:ext cx="7999095" cy="2181225"/>
          </a:xfrm>
          <a:prstGeom prst="rect">
            <a:avLst/>
          </a:prstGeom>
          <a:noFill/>
        </p:spPr>
        <p:txBody>
          <a:bodyPr wrap="square" rtlCol="0">
            <a:noAutofit/>
          </a:bodyPr>
          <a:lstStyle/>
          <a:p>
            <a:pPr indent="0">
              <a:lnSpc>
                <a:spcPct val="150000"/>
              </a:lnSpc>
              <a:buClr>
                <a:srgbClr val="00B0F0"/>
              </a:buClr>
              <a:buSzPct val="120000"/>
              <a:buFont typeface="Wingdings" panose="05000000000000000000" pitchFamily="2" charset="2"/>
              <a:buNone/>
            </a:pPr>
            <a:r>
              <a:rPr lang="zh-CN" altLang="en-US" sz="4400" dirty="0">
                <a:solidFill>
                  <a:schemeClr val="accent1"/>
                </a:solidFill>
                <a:latin typeface="华文仿宋" panose="02010600040101010101" pitchFamily="2" charset="-122"/>
                <a:ea typeface="华文仿宋" panose="02010600040101010101" pitchFamily="2" charset="-122"/>
                <a:cs typeface="+mj-cs"/>
              </a:rPr>
              <a:t>编写labview程序：</a:t>
            </a:r>
            <a:r>
              <a:rPr lang="zh-CN" altLang="en-US" sz="4400" dirty="0">
                <a:solidFill>
                  <a:schemeClr val="accent1"/>
                </a:solidFill>
                <a:latin typeface="华文仿宋" panose="02010600040101010101" pitchFamily="2" charset="-122"/>
                <a:ea typeface="华文仿宋" panose="02010600040101010101" pitchFamily="2" charset="-122"/>
                <a:cs typeface="+mj-cs"/>
                <a:sym typeface="+mn-ea"/>
              </a:rPr>
              <a:t>接收端</a:t>
            </a:r>
            <a:endParaRPr lang="zh-CN" altLang="en-US" sz="4400" b="1" dirty="0">
              <a:solidFill>
                <a:srgbClr val="00B0F0"/>
              </a:solidFill>
              <a:latin typeface="华文仿宋" panose="02010600040101010101" pitchFamily="2" charset="-122"/>
              <a:ea typeface="华文仿宋" panose="02010600040101010101" pitchFamily="2" charset="-122"/>
            </a:endParaRPr>
          </a:p>
          <a:p>
            <a:pPr indent="0">
              <a:lnSpc>
                <a:spcPct val="150000"/>
              </a:lnSpc>
              <a:buClr>
                <a:srgbClr val="00B0F0"/>
              </a:buClr>
              <a:buSzPct val="120000"/>
              <a:buFont typeface="Wingdings" panose="05000000000000000000" pitchFamily="2" charset="2"/>
              <a:buNone/>
            </a:pPr>
            <a:endParaRPr lang="zh-CN" altLang="en-US" sz="4400" dirty="0">
              <a:solidFill>
                <a:schemeClr val="accent1"/>
              </a:solidFill>
              <a:latin typeface="华文仿宋" panose="02010600040101010101" pitchFamily="2" charset="-122"/>
              <a:ea typeface="华文仿宋" panose="02010600040101010101" pitchFamily="2" charset="-122"/>
              <a:cs typeface="+mj-cs"/>
            </a:endParaRPr>
          </a:p>
          <a:p>
            <a:pPr indent="0">
              <a:lnSpc>
                <a:spcPct val="150000"/>
              </a:lnSpc>
              <a:buClr>
                <a:srgbClr val="00B0F0"/>
              </a:buClr>
              <a:buSzPct val="120000"/>
              <a:buFont typeface="Wingdings" panose="05000000000000000000" pitchFamily="2" charset="2"/>
              <a:buNone/>
            </a:pPr>
            <a:r>
              <a:rPr lang="en-US" altLang="zh-CN" sz="3200" b="1" dirty="0">
                <a:solidFill>
                  <a:schemeClr val="tx1"/>
                </a:solidFill>
                <a:latin typeface="华文仿宋" panose="02010600040101010101" pitchFamily="2" charset="-122"/>
                <a:ea typeface="华文仿宋" panose="02010600040101010101" pitchFamily="2" charset="-122"/>
              </a:rPr>
              <a:t>	</a:t>
            </a:r>
            <a:endParaRPr lang="zh-CN" altLang="en-US" sz="3200" b="1" dirty="0">
              <a:solidFill>
                <a:schemeClr val="tx1"/>
              </a:solidFill>
              <a:latin typeface="华文仿宋" panose="02010600040101010101" pitchFamily="2" charset="-122"/>
              <a:ea typeface="华文仿宋" panose="02010600040101010101" pitchFamily="2" charset="-122"/>
            </a:endParaRPr>
          </a:p>
        </p:txBody>
      </p:sp>
      <p:pic>
        <p:nvPicPr>
          <p:cNvPr id="6" name="图片 2"/>
          <p:cNvPicPr>
            <a:picLocks noChangeAspect="1"/>
          </p:cNvPicPr>
          <p:nvPr/>
        </p:nvPicPr>
        <p:blipFill>
          <a:blip r:embed="rId2"/>
          <a:srcRect l="6269" t="21001" r="4027" b="5551"/>
          <a:stretch>
            <a:fillRect/>
          </a:stretch>
        </p:blipFill>
        <p:spPr>
          <a:xfrm>
            <a:off x="1157605" y="2909570"/>
            <a:ext cx="8992235" cy="243014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661B116C-5022-40D8-9F0E-23C14AE232C0}" type="slidenum">
              <a:rPr lang="zh-CN" altLang="en-US" smtClean="0"/>
              <a:t>6</a:t>
            </a:fld>
            <a:endParaRPr lang="zh-CN" altLang="en-US"/>
          </a:p>
        </p:txBody>
      </p:sp>
      <p:sp>
        <p:nvSpPr>
          <p:cNvPr id="3" name="文本框 2"/>
          <p:cNvSpPr txBox="1"/>
          <p:nvPr/>
        </p:nvSpPr>
        <p:spPr>
          <a:xfrm>
            <a:off x="126365" y="447040"/>
            <a:ext cx="7999095" cy="2181225"/>
          </a:xfrm>
          <a:prstGeom prst="rect">
            <a:avLst/>
          </a:prstGeom>
          <a:noFill/>
        </p:spPr>
        <p:txBody>
          <a:bodyPr wrap="square" rtlCol="0">
            <a:noAutofit/>
          </a:bodyPr>
          <a:lstStyle/>
          <a:p>
            <a:pPr indent="0">
              <a:lnSpc>
                <a:spcPct val="150000"/>
              </a:lnSpc>
              <a:buClr>
                <a:srgbClr val="00B0F0"/>
              </a:buClr>
              <a:buSzPct val="120000"/>
              <a:buFont typeface="Wingdings" panose="05000000000000000000" pitchFamily="2" charset="2"/>
              <a:buNone/>
            </a:pPr>
            <a:r>
              <a:rPr lang="zh-CN" altLang="en-US" sz="4400" dirty="0">
                <a:solidFill>
                  <a:schemeClr val="accent1"/>
                </a:solidFill>
                <a:latin typeface="华文仿宋" panose="02010600040101010101" pitchFamily="2" charset="-122"/>
                <a:ea typeface="华文仿宋" panose="02010600040101010101" pitchFamily="2" charset="-122"/>
                <a:cs typeface="+mj-cs"/>
              </a:rPr>
              <a:t>编写labview程序：</a:t>
            </a:r>
            <a:r>
              <a:rPr lang="zh-CN" altLang="en-US" sz="4400" dirty="0">
                <a:solidFill>
                  <a:schemeClr val="accent1"/>
                </a:solidFill>
                <a:latin typeface="华文仿宋" panose="02010600040101010101" pitchFamily="2" charset="-122"/>
                <a:ea typeface="华文仿宋" panose="02010600040101010101" pitchFamily="2" charset="-122"/>
                <a:cs typeface="+mj-cs"/>
                <a:sym typeface="+mn-ea"/>
              </a:rPr>
              <a:t>发送端</a:t>
            </a:r>
            <a:endParaRPr lang="zh-CN" altLang="en-US" sz="4400" b="1" dirty="0">
              <a:solidFill>
                <a:srgbClr val="00B0F0"/>
              </a:solidFill>
              <a:latin typeface="华文仿宋" panose="02010600040101010101" pitchFamily="2" charset="-122"/>
              <a:ea typeface="华文仿宋" panose="02010600040101010101" pitchFamily="2" charset="-122"/>
            </a:endParaRPr>
          </a:p>
          <a:p>
            <a:pPr indent="0">
              <a:lnSpc>
                <a:spcPct val="150000"/>
              </a:lnSpc>
              <a:buClr>
                <a:srgbClr val="00B0F0"/>
              </a:buClr>
              <a:buSzPct val="120000"/>
              <a:buFont typeface="Wingdings" panose="05000000000000000000" pitchFamily="2" charset="2"/>
              <a:buNone/>
            </a:pPr>
            <a:endParaRPr lang="zh-CN" altLang="en-US" sz="4400" dirty="0">
              <a:solidFill>
                <a:schemeClr val="accent1"/>
              </a:solidFill>
              <a:latin typeface="华文仿宋" panose="02010600040101010101" pitchFamily="2" charset="-122"/>
              <a:ea typeface="华文仿宋" panose="02010600040101010101" pitchFamily="2" charset="-122"/>
              <a:cs typeface="+mj-cs"/>
            </a:endParaRPr>
          </a:p>
          <a:p>
            <a:pPr indent="0">
              <a:lnSpc>
                <a:spcPct val="150000"/>
              </a:lnSpc>
              <a:buClr>
                <a:srgbClr val="00B0F0"/>
              </a:buClr>
              <a:buSzPct val="120000"/>
              <a:buFont typeface="Wingdings" panose="05000000000000000000" pitchFamily="2" charset="2"/>
              <a:buNone/>
            </a:pPr>
            <a:r>
              <a:rPr lang="en-US" altLang="zh-CN" sz="3200" b="1" dirty="0">
                <a:solidFill>
                  <a:schemeClr val="tx1"/>
                </a:solidFill>
                <a:latin typeface="华文仿宋" panose="02010600040101010101" pitchFamily="2" charset="-122"/>
                <a:ea typeface="华文仿宋" panose="02010600040101010101" pitchFamily="2" charset="-122"/>
              </a:rPr>
              <a:t>	</a:t>
            </a:r>
            <a:endParaRPr lang="zh-CN" altLang="en-US" sz="3200" b="1" dirty="0">
              <a:solidFill>
                <a:schemeClr val="tx1"/>
              </a:solidFill>
              <a:latin typeface="华文仿宋" panose="02010600040101010101" pitchFamily="2" charset="-122"/>
              <a:ea typeface="华文仿宋" panose="02010600040101010101" pitchFamily="2" charset="-122"/>
            </a:endParaRPr>
          </a:p>
        </p:txBody>
      </p:sp>
      <p:pic>
        <p:nvPicPr>
          <p:cNvPr id="4" name="图片 1"/>
          <p:cNvPicPr>
            <a:picLocks noChangeAspect="1"/>
          </p:cNvPicPr>
          <p:nvPr/>
        </p:nvPicPr>
        <p:blipFill>
          <a:blip r:embed="rId2"/>
          <a:srcRect l="6566" t="7523" r="5386" b="15978"/>
          <a:stretch>
            <a:fillRect/>
          </a:stretch>
        </p:blipFill>
        <p:spPr>
          <a:xfrm>
            <a:off x="1455420" y="2045970"/>
            <a:ext cx="9280525" cy="4067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661B116C-5022-40D8-9F0E-23C14AE232C0}" type="slidenum">
              <a:rPr lang="zh-CN" altLang="en-US" smtClean="0"/>
              <a:t>7</a:t>
            </a:fld>
            <a:endParaRPr lang="zh-CN" altLang="en-US"/>
          </a:p>
        </p:txBody>
      </p:sp>
      <p:sp>
        <p:nvSpPr>
          <p:cNvPr id="3" name="文本框 2"/>
          <p:cNvSpPr txBox="1"/>
          <p:nvPr/>
        </p:nvSpPr>
        <p:spPr>
          <a:xfrm>
            <a:off x="126365" y="447040"/>
            <a:ext cx="11721465" cy="1243965"/>
          </a:xfrm>
          <a:prstGeom prst="rect">
            <a:avLst/>
          </a:prstGeom>
          <a:noFill/>
        </p:spPr>
        <p:txBody>
          <a:bodyPr wrap="square" rtlCol="0">
            <a:noAutofit/>
          </a:bodyPr>
          <a:lstStyle/>
          <a:p>
            <a:pPr indent="0">
              <a:lnSpc>
                <a:spcPct val="150000"/>
              </a:lnSpc>
              <a:buClr>
                <a:srgbClr val="00B0F0"/>
              </a:buClr>
              <a:buSzPct val="120000"/>
              <a:buFont typeface="Wingdings" panose="05000000000000000000" pitchFamily="2" charset="2"/>
              <a:buNone/>
            </a:pPr>
            <a:r>
              <a:rPr lang="zh-CN" altLang="en-US" sz="4400" dirty="0">
                <a:solidFill>
                  <a:schemeClr val="accent1"/>
                </a:solidFill>
                <a:latin typeface="华文仿宋" panose="02010600040101010101" pitchFamily="2" charset="-122"/>
                <a:ea typeface="华文仿宋" panose="02010600040101010101" pitchFamily="2" charset="-122"/>
                <a:cs typeface="+mj-cs"/>
              </a:rPr>
              <a:t>编写labview程序：</a:t>
            </a:r>
            <a:r>
              <a:rPr lang="zh-CN" altLang="en-US" sz="4400" dirty="0">
                <a:solidFill>
                  <a:schemeClr val="accent1"/>
                </a:solidFill>
                <a:latin typeface="华文仿宋" panose="02010600040101010101" pitchFamily="2" charset="-122"/>
                <a:ea typeface="华文仿宋" panose="02010600040101010101" pitchFamily="2" charset="-122"/>
                <a:cs typeface="+mj-cs"/>
                <a:sym typeface="+mn-ea"/>
              </a:rPr>
              <a:t>键盘控制与鼠标控制</a:t>
            </a:r>
            <a:endParaRPr lang="zh-CN" altLang="en-US" sz="4400" b="1" dirty="0">
              <a:solidFill>
                <a:srgbClr val="00B0F0"/>
              </a:solidFill>
              <a:latin typeface="华文仿宋" panose="02010600040101010101" pitchFamily="2" charset="-122"/>
              <a:ea typeface="华文仿宋" panose="02010600040101010101" pitchFamily="2" charset="-122"/>
            </a:endParaRPr>
          </a:p>
          <a:p>
            <a:pPr indent="0">
              <a:lnSpc>
                <a:spcPct val="150000"/>
              </a:lnSpc>
              <a:buClr>
                <a:srgbClr val="00B0F0"/>
              </a:buClr>
              <a:buSzPct val="120000"/>
              <a:buFont typeface="Wingdings" panose="05000000000000000000" pitchFamily="2" charset="2"/>
              <a:buNone/>
            </a:pPr>
            <a:endParaRPr lang="zh-CN" altLang="en-US" sz="4400" dirty="0">
              <a:solidFill>
                <a:schemeClr val="accent1"/>
              </a:solidFill>
              <a:latin typeface="华文仿宋" panose="02010600040101010101" pitchFamily="2" charset="-122"/>
              <a:ea typeface="华文仿宋" panose="02010600040101010101" pitchFamily="2" charset="-122"/>
              <a:cs typeface="+mj-cs"/>
            </a:endParaRPr>
          </a:p>
          <a:p>
            <a:pPr indent="0">
              <a:lnSpc>
                <a:spcPct val="150000"/>
              </a:lnSpc>
              <a:buClr>
                <a:srgbClr val="00B0F0"/>
              </a:buClr>
              <a:buSzPct val="120000"/>
              <a:buFont typeface="Wingdings" panose="05000000000000000000" pitchFamily="2" charset="2"/>
              <a:buNone/>
            </a:pPr>
            <a:r>
              <a:rPr lang="en-US" altLang="zh-CN" sz="3200" b="1" dirty="0">
                <a:solidFill>
                  <a:schemeClr val="tx1"/>
                </a:solidFill>
                <a:latin typeface="华文仿宋" panose="02010600040101010101" pitchFamily="2" charset="-122"/>
                <a:ea typeface="华文仿宋" panose="02010600040101010101" pitchFamily="2" charset="-122"/>
              </a:rPr>
              <a:t>	</a:t>
            </a:r>
            <a:endParaRPr lang="zh-CN" altLang="en-US" sz="3200" b="1" dirty="0">
              <a:solidFill>
                <a:schemeClr val="tx1"/>
              </a:solidFill>
              <a:latin typeface="华文仿宋" panose="02010600040101010101" pitchFamily="2" charset="-122"/>
              <a:ea typeface="华文仿宋" panose="02010600040101010101" pitchFamily="2" charset="-122"/>
            </a:endParaRPr>
          </a:p>
        </p:txBody>
      </p:sp>
      <p:pic>
        <p:nvPicPr>
          <p:cNvPr id="5" name="图片 5"/>
          <p:cNvPicPr>
            <a:picLocks noChangeAspect="1"/>
          </p:cNvPicPr>
          <p:nvPr/>
        </p:nvPicPr>
        <p:blipFill>
          <a:blip r:embed="rId2"/>
          <a:srcRect r="614" b="3658"/>
          <a:stretch>
            <a:fillRect/>
          </a:stretch>
        </p:blipFill>
        <p:spPr>
          <a:xfrm>
            <a:off x="252730" y="1624965"/>
            <a:ext cx="5078730" cy="4489450"/>
          </a:xfrm>
          <a:prstGeom prst="rect">
            <a:avLst/>
          </a:prstGeom>
          <a:noFill/>
          <a:ln>
            <a:noFill/>
          </a:ln>
        </p:spPr>
      </p:pic>
      <p:pic>
        <p:nvPicPr>
          <p:cNvPr id="7" name="图片 7"/>
          <p:cNvPicPr>
            <a:picLocks noChangeAspect="1"/>
          </p:cNvPicPr>
          <p:nvPr/>
        </p:nvPicPr>
        <p:blipFill>
          <a:blip r:embed="rId3"/>
          <a:stretch>
            <a:fillRect/>
          </a:stretch>
        </p:blipFill>
        <p:spPr>
          <a:xfrm>
            <a:off x="6810375" y="1829435"/>
            <a:ext cx="4785995" cy="435800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661B116C-5022-40D8-9F0E-23C14AE232C0}" type="slidenum">
              <a:rPr lang="zh-CN" altLang="en-US" smtClean="0"/>
              <a:t>8</a:t>
            </a:fld>
            <a:endParaRPr lang="zh-CN" altLang="en-US"/>
          </a:p>
        </p:txBody>
      </p:sp>
      <p:sp>
        <p:nvSpPr>
          <p:cNvPr id="3" name="文本框 2"/>
          <p:cNvSpPr txBox="1"/>
          <p:nvPr/>
        </p:nvSpPr>
        <p:spPr>
          <a:xfrm>
            <a:off x="126365" y="447040"/>
            <a:ext cx="7999095" cy="2181225"/>
          </a:xfrm>
          <a:prstGeom prst="rect">
            <a:avLst/>
          </a:prstGeom>
          <a:noFill/>
        </p:spPr>
        <p:txBody>
          <a:bodyPr wrap="square" rtlCol="0">
            <a:noAutofit/>
          </a:bodyPr>
          <a:lstStyle/>
          <a:p>
            <a:pPr indent="0">
              <a:lnSpc>
                <a:spcPct val="150000"/>
              </a:lnSpc>
              <a:buClr>
                <a:srgbClr val="00B0F0"/>
              </a:buClr>
              <a:buSzPct val="120000"/>
              <a:buFont typeface="Wingdings" panose="05000000000000000000" pitchFamily="2" charset="2"/>
              <a:buNone/>
            </a:pPr>
            <a:r>
              <a:rPr lang="zh-CN" altLang="en-US" sz="4400" dirty="0">
                <a:solidFill>
                  <a:schemeClr val="accent1"/>
                </a:solidFill>
                <a:latin typeface="华文仿宋" panose="02010600040101010101" pitchFamily="2" charset="-122"/>
                <a:ea typeface="华文仿宋" panose="02010600040101010101" pitchFamily="2" charset="-122"/>
                <a:cs typeface="+mj-cs"/>
              </a:rPr>
              <a:t>编写labview程序：</a:t>
            </a:r>
            <a:r>
              <a:rPr lang="zh-CN" altLang="en-US" sz="4400" dirty="0">
                <a:solidFill>
                  <a:schemeClr val="accent1"/>
                </a:solidFill>
                <a:latin typeface="华文仿宋" panose="02010600040101010101" pitchFamily="2" charset="-122"/>
                <a:ea typeface="华文仿宋" panose="02010600040101010101" pitchFamily="2" charset="-122"/>
                <a:cs typeface="+mj-cs"/>
                <a:sym typeface="+mn-ea"/>
              </a:rPr>
              <a:t>控制模式切换</a:t>
            </a:r>
            <a:endParaRPr lang="zh-CN" altLang="en-US" sz="4400" dirty="0">
              <a:solidFill>
                <a:schemeClr val="accent1"/>
              </a:solidFill>
              <a:latin typeface="华文仿宋" panose="02010600040101010101" pitchFamily="2" charset="-122"/>
              <a:ea typeface="华文仿宋" panose="02010600040101010101" pitchFamily="2" charset="-122"/>
              <a:cs typeface="+mj-cs"/>
            </a:endParaRPr>
          </a:p>
          <a:p>
            <a:pPr indent="0">
              <a:lnSpc>
                <a:spcPct val="150000"/>
              </a:lnSpc>
              <a:buClr>
                <a:srgbClr val="00B0F0"/>
              </a:buClr>
              <a:buSzPct val="120000"/>
              <a:buFont typeface="Wingdings" panose="05000000000000000000" pitchFamily="2" charset="2"/>
              <a:buNone/>
            </a:pPr>
            <a:r>
              <a:rPr lang="en-US" altLang="zh-CN" sz="3200" b="1" dirty="0">
                <a:solidFill>
                  <a:schemeClr val="tx1"/>
                </a:solidFill>
                <a:latin typeface="华文仿宋" panose="02010600040101010101" pitchFamily="2" charset="-122"/>
                <a:ea typeface="华文仿宋" panose="02010600040101010101" pitchFamily="2" charset="-122"/>
              </a:rPr>
              <a:t>	</a:t>
            </a:r>
            <a:endParaRPr lang="zh-CN" altLang="en-US" sz="3200" b="1" dirty="0">
              <a:solidFill>
                <a:schemeClr val="tx1"/>
              </a:solidFill>
              <a:latin typeface="华文仿宋" panose="02010600040101010101" pitchFamily="2" charset="-122"/>
              <a:ea typeface="华文仿宋" panose="02010600040101010101" pitchFamily="2" charset="-122"/>
            </a:endParaRPr>
          </a:p>
        </p:txBody>
      </p:sp>
      <p:pic>
        <p:nvPicPr>
          <p:cNvPr id="8" name="图片 8"/>
          <p:cNvPicPr>
            <a:picLocks noChangeAspect="1"/>
          </p:cNvPicPr>
          <p:nvPr/>
        </p:nvPicPr>
        <p:blipFill>
          <a:blip r:embed="rId2"/>
          <a:stretch>
            <a:fillRect/>
          </a:stretch>
        </p:blipFill>
        <p:spPr>
          <a:xfrm>
            <a:off x="2479675" y="1506855"/>
            <a:ext cx="7665720" cy="505714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661B116C-5022-40D8-9F0E-23C14AE232C0}" type="slidenum">
              <a:rPr lang="zh-CN" altLang="en-US" smtClean="0"/>
              <a:t>9</a:t>
            </a:fld>
            <a:endParaRPr lang="zh-CN" altLang="en-US"/>
          </a:p>
        </p:txBody>
      </p:sp>
      <p:sp>
        <p:nvSpPr>
          <p:cNvPr id="3" name="文本框 2"/>
          <p:cNvSpPr txBox="1"/>
          <p:nvPr/>
        </p:nvSpPr>
        <p:spPr>
          <a:xfrm>
            <a:off x="126365" y="447040"/>
            <a:ext cx="7999095" cy="2181225"/>
          </a:xfrm>
          <a:prstGeom prst="rect">
            <a:avLst/>
          </a:prstGeom>
          <a:noFill/>
        </p:spPr>
        <p:txBody>
          <a:bodyPr wrap="square" rtlCol="0">
            <a:noAutofit/>
          </a:bodyPr>
          <a:lstStyle/>
          <a:p>
            <a:pPr indent="0">
              <a:lnSpc>
                <a:spcPct val="150000"/>
              </a:lnSpc>
              <a:buClr>
                <a:srgbClr val="00B0F0"/>
              </a:buClr>
              <a:buSzPct val="120000"/>
              <a:buFont typeface="Wingdings" panose="05000000000000000000" pitchFamily="2" charset="2"/>
              <a:buNone/>
            </a:pPr>
            <a:r>
              <a:rPr lang="zh-CN" altLang="en-US" sz="4400" dirty="0">
                <a:solidFill>
                  <a:schemeClr val="accent1"/>
                </a:solidFill>
                <a:latin typeface="华文仿宋" panose="02010600040101010101" pitchFamily="2" charset="-122"/>
                <a:ea typeface="华文仿宋" panose="02010600040101010101" pitchFamily="2" charset="-122"/>
                <a:cs typeface="+mj-cs"/>
              </a:rPr>
              <a:t>编写labview程序：</a:t>
            </a:r>
            <a:r>
              <a:rPr lang="zh-CN" altLang="en-US" sz="4400" dirty="0">
                <a:solidFill>
                  <a:schemeClr val="accent1"/>
                </a:solidFill>
                <a:latin typeface="华文仿宋" panose="02010600040101010101" pitchFamily="2" charset="-122"/>
                <a:ea typeface="华文仿宋" panose="02010600040101010101" pitchFamily="2" charset="-122"/>
                <a:cs typeface="+mj-cs"/>
                <a:sym typeface="+mn-ea"/>
              </a:rPr>
              <a:t>前面板</a:t>
            </a:r>
            <a:endParaRPr lang="zh-CN" altLang="en-US" sz="4400" dirty="0">
              <a:solidFill>
                <a:schemeClr val="accent1"/>
              </a:solidFill>
              <a:latin typeface="华文仿宋" panose="02010600040101010101" pitchFamily="2" charset="-122"/>
              <a:ea typeface="华文仿宋" panose="02010600040101010101" pitchFamily="2" charset="-122"/>
              <a:cs typeface="+mj-cs"/>
            </a:endParaRPr>
          </a:p>
          <a:p>
            <a:pPr indent="0">
              <a:lnSpc>
                <a:spcPct val="150000"/>
              </a:lnSpc>
              <a:buClr>
                <a:srgbClr val="00B0F0"/>
              </a:buClr>
              <a:buSzPct val="120000"/>
              <a:buFont typeface="Wingdings" panose="05000000000000000000" pitchFamily="2" charset="2"/>
              <a:buNone/>
            </a:pPr>
            <a:r>
              <a:rPr lang="en-US" altLang="zh-CN" sz="3200" b="1" dirty="0">
                <a:solidFill>
                  <a:schemeClr val="tx1"/>
                </a:solidFill>
                <a:latin typeface="华文仿宋" panose="02010600040101010101" pitchFamily="2" charset="-122"/>
                <a:ea typeface="华文仿宋" panose="02010600040101010101" pitchFamily="2" charset="-122"/>
              </a:rPr>
              <a:t>	</a:t>
            </a:r>
            <a:endParaRPr lang="zh-CN" altLang="en-US" sz="3200" b="1" dirty="0">
              <a:solidFill>
                <a:schemeClr val="tx1"/>
              </a:solidFill>
              <a:latin typeface="华文仿宋" panose="02010600040101010101" pitchFamily="2" charset="-122"/>
              <a:ea typeface="华文仿宋" panose="02010600040101010101" pitchFamily="2" charset="-122"/>
            </a:endParaRPr>
          </a:p>
        </p:txBody>
      </p:sp>
      <p:pic>
        <p:nvPicPr>
          <p:cNvPr id="9" name="图片 9"/>
          <p:cNvPicPr>
            <a:picLocks noChangeAspect="1"/>
          </p:cNvPicPr>
          <p:nvPr/>
        </p:nvPicPr>
        <p:blipFill>
          <a:blip r:embed="rId2"/>
          <a:stretch>
            <a:fillRect/>
          </a:stretch>
        </p:blipFill>
        <p:spPr>
          <a:xfrm>
            <a:off x="1098550" y="1778000"/>
            <a:ext cx="9760585" cy="4514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661B116C-5022-40D8-9F0E-23C14AE232C0}" type="slidenum">
              <a:rPr lang="zh-CN" altLang="en-US" smtClean="0"/>
              <a:t>10</a:t>
            </a:fld>
            <a:endParaRPr lang="zh-CN" altLang="en-US"/>
          </a:p>
        </p:txBody>
      </p:sp>
      <p:sp>
        <p:nvSpPr>
          <p:cNvPr id="3" name="文本框 2"/>
          <p:cNvSpPr txBox="1"/>
          <p:nvPr/>
        </p:nvSpPr>
        <p:spPr>
          <a:xfrm>
            <a:off x="126365" y="447040"/>
            <a:ext cx="7999095" cy="1038225"/>
          </a:xfrm>
          <a:prstGeom prst="rect">
            <a:avLst/>
          </a:prstGeom>
          <a:noFill/>
        </p:spPr>
        <p:txBody>
          <a:bodyPr wrap="square" rtlCol="0">
            <a:noAutofit/>
          </a:bodyPr>
          <a:lstStyle/>
          <a:p>
            <a:pPr indent="0">
              <a:lnSpc>
                <a:spcPct val="150000"/>
              </a:lnSpc>
              <a:buClr>
                <a:srgbClr val="00B0F0"/>
              </a:buClr>
              <a:buSzPct val="120000"/>
              <a:buFont typeface="Wingdings" panose="05000000000000000000" pitchFamily="2" charset="2"/>
              <a:buNone/>
            </a:pPr>
            <a:r>
              <a:rPr lang="zh-CN" altLang="en-US" sz="4400" dirty="0">
                <a:solidFill>
                  <a:schemeClr val="accent1"/>
                </a:solidFill>
                <a:latin typeface="华文仿宋" panose="02010600040101010101" pitchFamily="2" charset="-122"/>
                <a:ea typeface="华文仿宋" panose="02010600040101010101" pitchFamily="2" charset="-122"/>
                <a:cs typeface="+mj-cs"/>
              </a:rPr>
              <a:t>编写</a:t>
            </a:r>
            <a:r>
              <a:rPr lang="en-US" altLang="zh-CN" sz="4400" dirty="0">
                <a:solidFill>
                  <a:schemeClr val="accent1"/>
                </a:solidFill>
                <a:latin typeface="华文仿宋" panose="02010600040101010101" pitchFamily="2" charset="-122"/>
                <a:ea typeface="华文仿宋" panose="02010600040101010101" pitchFamily="2" charset="-122"/>
                <a:cs typeface="+mj-cs"/>
              </a:rPr>
              <a:t>ROS</a:t>
            </a:r>
            <a:r>
              <a:rPr lang="zh-CN" altLang="en-US" sz="4400" dirty="0">
                <a:solidFill>
                  <a:schemeClr val="accent1"/>
                </a:solidFill>
                <a:latin typeface="华文仿宋" panose="02010600040101010101" pitchFamily="2" charset="-122"/>
                <a:ea typeface="华文仿宋" panose="02010600040101010101" pitchFamily="2" charset="-122"/>
                <a:cs typeface="+mj-cs"/>
              </a:rPr>
              <a:t>程序：</a:t>
            </a:r>
            <a:r>
              <a:rPr lang="zh-CN" altLang="en-US" sz="4400" dirty="0">
                <a:solidFill>
                  <a:schemeClr val="accent1"/>
                </a:solidFill>
                <a:latin typeface="华文仿宋" panose="02010600040101010101" pitchFamily="2" charset="-122"/>
                <a:ea typeface="华文仿宋" panose="02010600040101010101" pitchFamily="2" charset="-122"/>
                <a:cs typeface="+mj-cs"/>
                <a:sym typeface="+mn-ea"/>
              </a:rPr>
              <a:t>核心代码</a:t>
            </a:r>
            <a:r>
              <a:rPr lang="en-US" altLang="zh-CN" sz="3200" b="1" dirty="0">
                <a:solidFill>
                  <a:schemeClr val="tx1"/>
                </a:solidFill>
                <a:latin typeface="华文仿宋" panose="02010600040101010101" pitchFamily="2" charset="-122"/>
                <a:ea typeface="华文仿宋" panose="02010600040101010101" pitchFamily="2" charset="-122"/>
              </a:rPr>
              <a:t>	</a:t>
            </a:r>
            <a:endParaRPr lang="zh-CN" altLang="en-US" sz="3200" b="1" dirty="0">
              <a:solidFill>
                <a:schemeClr val="tx1"/>
              </a:solidFill>
              <a:latin typeface="华文仿宋" panose="02010600040101010101" pitchFamily="2" charset="-122"/>
              <a:ea typeface="华文仿宋" panose="02010600040101010101" pitchFamily="2" charset="-122"/>
            </a:endParaRPr>
          </a:p>
        </p:txBody>
      </p:sp>
      <p:pic>
        <p:nvPicPr>
          <p:cNvPr id="5" name="图片 4"/>
          <p:cNvPicPr>
            <a:picLocks noChangeAspect="1"/>
          </p:cNvPicPr>
          <p:nvPr/>
        </p:nvPicPr>
        <p:blipFill>
          <a:blip r:embed="rId2"/>
          <a:stretch>
            <a:fillRect/>
          </a:stretch>
        </p:blipFill>
        <p:spPr>
          <a:xfrm>
            <a:off x="1228090" y="1485265"/>
            <a:ext cx="9736455" cy="4187190"/>
          </a:xfrm>
          <a:prstGeom prst="rect">
            <a:avLst/>
          </a:prstGeom>
        </p:spPr>
      </p:pic>
      <p:sp>
        <p:nvSpPr>
          <p:cNvPr id="7" name="文本框 6"/>
          <p:cNvSpPr txBox="1"/>
          <p:nvPr/>
        </p:nvSpPr>
        <p:spPr>
          <a:xfrm>
            <a:off x="1303655" y="5832475"/>
            <a:ext cx="9841865" cy="521970"/>
          </a:xfrm>
          <a:prstGeom prst="rect">
            <a:avLst/>
          </a:prstGeom>
          <a:noFill/>
        </p:spPr>
        <p:txBody>
          <a:bodyPr wrap="square" rtlCol="0">
            <a:spAutoFit/>
          </a:bodyPr>
          <a:lstStyle/>
          <a:p>
            <a:r>
              <a:rPr lang="zh-CN" altLang="en-US" sz="2800"/>
              <a:t>使用起始与结束标志位</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661B116C-5022-40D8-9F0E-23C14AE232C0}" type="slidenum">
              <a:rPr lang="zh-CN" altLang="en-US" smtClean="0"/>
              <a:t>11</a:t>
            </a:fld>
            <a:endParaRPr lang="zh-CN" altLang="en-US"/>
          </a:p>
        </p:txBody>
      </p:sp>
      <p:sp>
        <p:nvSpPr>
          <p:cNvPr id="3" name="文本框 2"/>
          <p:cNvSpPr txBox="1"/>
          <p:nvPr/>
        </p:nvSpPr>
        <p:spPr>
          <a:xfrm>
            <a:off x="160962" y="1463282"/>
            <a:ext cx="12031038" cy="4966465"/>
          </a:xfrm>
          <a:prstGeom prst="rect">
            <a:avLst/>
          </a:prstGeom>
          <a:noFill/>
        </p:spPr>
        <p:txBody>
          <a:bodyPr wrap="square" rtlCol="0">
            <a:noAutofit/>
          </a:bodyPr>
          <a:lstStyle/>
          <a:p>
            <a:pPr marL="285750" indent="-285750">
              <a:lnSpc>
                <a:spcPct val="150000"/>
              </a:lnSpc>
              <a:buClr>
                <a:srgbClr val="00B0F0"/>
              </a:buClr>
              <a:buSzPct val="120000"/>
              <a:buFont typeface="Wingdings" panose="05000000000000000000" pitchFamily="2" charset="2"/>
              <a:buChar char="p"/>
            </a:pPr>
            <a:r>
              <a:rPr lang="zh-CN" altLang="en-US" sz="2400" b="1" dirty="0">
                <a:latin typeface="Times New Roman" panose="02020603050405020304" pitchFamily="18" charset="0"/>
                <a:ea typeface="华文仿宋" panose="02010600040101010101" pitchFamily="2" charset="-122"/>
              </a:rPr>
              <a:t>结果与分析</a:t>
            </a:r>
            <a:endParaRPr lang="en-US" altLang="zh-CN" sz="2400" b="1" dirty="0">
              <a:latin typeface="Times New Roman" panose="02020603050405020304" pitchFamily="18" charset="0"/>
              <a:ea typeface="华文仿宋" panose="02010600040101010101" pitchFamily="2" charset="-122"/>
            </a:endParaRPr>
          </a:p>
          <a:p>
            <a:pPr marL="800100" lvl="1" indent="-342900">
              <a:lnSpc>
                <a:spcPct val="150000"/>
              </a:lnSpc>
              <a:buClr>
                <a:srgbClr val="00B0F0"/>
              </a:buClr>
              <a:buSzPct val="90000"/>
              <a:buFont typeface="Wingdings" panose="05000000000000000000" pitchFamily="2" charset="2"/>
              <a:buChar char="p"/>
            </a:pPr>
            <a:r>
              <a:rPr lang="zh-CN" altLang="en-US" sz="2000" b="1" dirty="0">
                <a:latin typeface="Times New Roman" panose="02020603050405020304" pitchFamily="18" charset="0"/>
                <a:ea typeface="华文仿宋" panose="02010600040101010101" pitchFamily="2" charset="-122"/>
              </a:rPr>
              <a:t>机器人可通过蓝牙键盘控制运动，也可切换成通过</a:t>
            </a:r>
            <a:r>
              <a:rPr lang="en-US" altLang="zh-CN" sz="2000" b="1" dirty="0">
                <a:latin typeface="Times New Roman" panose="02020603050405020304" pitchFamily="18" charset="0"/>
                <a:ea typeface="华文仿宋" panose="02010600040101010101" pitchFamily="2" charset="-122"/>
              </a:rPr>
              <a:t>WiFi</a:t>
            </a:r>
            <a:r>
              <a:rPr lang="zh-CN" altLang="en-US" sz="2000" b="1" dirty="0">
                <a:latin typeface="Times New Roman" panose="02020603050405020304" pitchFamily="18" charset="0"/>
                <a:ea typeface="华文仿宋" panose="02010600040101010101" pitchFamily="2" charset="-122"/>
              </a:rPr>
              <a:t>使用</a:t>
            </a:r>
            <a:r>
              <a:rPr lang="en-US" altLang="zh-CN" sz="2000" b="1" dirty="0">
                <a:latin typeface="Times New Roman" panose="02020603050405020304" pitchFamily="18" charset="0"/>
                <a:ea typeface="华文仿宋" panose="02010600040101010101" pitchFamily="2" charset="-122"/>
              </a:rPr>
              <a:t>Windows</a:t>
            </a:r>
            <a:r>
              <a:rPr lang="zh-CN" altLang="en-US" sz="2000" b="1" dirty="0">
                <a:latin typeface="Times New Roman" panose="02020603050405020304" pitchFamily="18" charset="0"/>
                <a:ea typeface="华文仿宋" panose="02010600040101010101" pitchFamily="2" charset="-122"/>
              </a:rPr>
              <a:t>端系统进行控制，</a:t>
            </a:r>
            <a:r>
              <a:rPr lang="en-US" altLang="zh-CN" sz="2000" b="1" dirty="0">
                <a:latin typeface="Times New Roman" panose="02020603050405020304" pitchFamily="18" charset="0"/>
                <a:ea typeface="华文仿宋" panose="02010600040101010101" pitchFamily="2" charset="-122"/>
              </a:rPr>
              <a:t>Windows</a:t>
            </a:r>
            <a:r>
              <a:rPr lang="zh-CN" altLang="en-US" sz="2000" b="1" dirty="0">
                <a:latin typeface="Times New Roman" panose="02020603050405020304" pitchFamily="18" charset="0"/>
                <a:ea typeface="华文仿宋" panose="02010600040101010101" pitchFamily="2" charset="-122"/>
              </a:rPr>
              <a:t>端可使用键盘控制与点击方向按钮进行控制。</a:t>
            </a:r>
          </a:p>
          <a:p>
            <a:pPr marL="800100" lvl="1" indent="-342900">
              <a:lnSpc>
                <a:spcPct val="150000"/>
              </a:lnSpc>
              <a:buClr>
                <a:srgbClr val="00B0F0"/>
              </a:buClr>
              <a:buSzPct val="90000"/>
              <a:buFont typeface="Wingdings" panose="05000000000000000000" pitchFamily="2" charset="2"/>
              <a:buChar char="p"/>
            </a:pPr>
            <a:r>
              <a:rPr lang="zh-CN" altLang="en-US" sz="2000" b="1" dirty="0">
                <a:latin typeface="Times New Roman" panose="02020603050405020304" pitchFamily="18" charset="0"/>
                <a:ea typeface="华文仿宋" panose="02010600040101010101" pitchFamily="2" charset="-122"/>
              </a:rPr>
              <a:t>由于接收数据函数data = s.recvfrom(1024)[0]在没有接收到WiFi数据时会一直等待数据，如果上位机一直发送空字符给机器人，而不是每次主函数循环到来时发送数据，上位机发送的空字符会一直堆叠在WiFi数据里，导致机器人接收不到有效的WiFi数据，造成程序卡死；如果不发送空字符，每次主函数循环时，WiFi接收函数会一直等待数据到来，同样导致程序卡死。主函数里每次循环时，在接收WiFi数据前发送一个开始标志位给上位机，表示上位机可以发送WiFi数据了，上位机在接收到发送数据标志位时，发送一个数据给机器人，机器人接收到WiFi数据后再发送一个停止标志位给上位机，上位机停止发送数据。</a:t>
            </a:r>
          </a:p>
        </p:txBody>
      </p:sp>
      <p:sp>
        <p:nvSpPr>
          <p:cNvPr id="4" name="Title 1"/>
          <p:cNvSpPr txBox="1"/>
          <p:nvPr/>
        </p:nvSpPr>
        <p:spPr>
          <a:xfrm>
            <a:off x="344285" y="727669"/>
            <a:ext cx="10515600" cy="8300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solidFill>
                  <a:schemeClr val="accent1"/>
                </a:solidFill>
                <a:latin typeface="华文仿宋" panose="02010600040101010101" pitchFamily="2" charset="-122"/>
                <a:ea typeface="华文仿宋" panose="02010600040101010101" pitchFamily="2" charset="-122"/>
              </a:rPr>
              <a:t>实验总结</a:t>
            </a:r>
            <a:r>
              <a:rPr lang="zh-CN" altLang="en-US" dirty="0">
                <a:solidFill>
                  <a:schemeClr val="accent1"/>
                </a:solidFill>
                <a:latin typeface="微软雅黑" panose="020B0503020204020204" pitchFamily="34" charset="-122"/>
                <a:ea typeface="微软雅黑" panose="020B0503020204020204" pitchFamily="34" charset="-122"/>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3" name="标题 2"/>
          <p:cNvSpPr>
            <a:spLocks noGrp="1"/>
          </p:cNvSpPr>
          <p:nvPr>
            <p:ph type="ctrTitle" idx="14"/>
            <p:custDataLst>
              <p:tags r:id="rId2"/>
            </p:custDataLst>
          </p:nvPr>
        </p:nvSpPr>
        <p:spPr>
          <a:xfrm>
            <a:off x="4493260" y="2824480"/>
            <a:ext cx="5438775" cy="1350010"/>
          </a:xfrm>
        </p:spPr>
        <p:txBody>
          <a:bodyPr>
            <a:normAutofit/>
          </a:bodyPr>
          <a:lstStyle/>
          <a:p>
            <a:r>
              <a:rPr lang="zh-CN" b="1" spc="200">
                <a:solidFill>
                  <a:srgbClr val="0070C0"/>
                </a:solidFill>
                <a:ea typeface="微软雅黑" panose="020B0503020204020204" pitchFamily="34" charset="-122"/>
                <a:cs typeface="微软雅黑" panose="020B0503020204020204" pitchFamily="34" charset="-122"/>
                <a:sym typeface="Arial" panose="020B0604020202020204" pitchFamily="34" charset="0"/>
              </a:rPr>
              <a:t>超声波跟随</a:t>
            </a:r>
            <a:r>
              <a:rPr lang="zh-CN" altLang="en-US" b="1" spc="200">
                <a:solidFill>
                  <a:srgbClr val="0070C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
            </a:r>
            <a:br>
              <a:rPr lang="zh-CN" altLang="en-US" b="1" spc="200">
                <a:solidFill>
                  <a:srgbClr val="0070C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br>
            <a:endParaRPr lang="zh-CN" altLang="en-US"/>
          </a:p>
        </p:txBody>
      </p:sp>
      <p:sp>
        <p:nvSpPr>
          <p:cNvPr id="8" name="文本框 7"/>
          <p:cNvSpPr txBox="1"/>
          <p:nvPr>
            <p:custDataLst>
              <p:tags r:id="rId3"/>
            </p:custDataLst>
          </p:nvPr>
        </p:nvSpPr>
        <p:spPr>
          <a:xfrm>
            <a:off x="2395795" y="2419256"/>
            <a:ext cx="1960245" cy="1755436"/>
          </a:xfrm>
          <a:prstGeom prst="rect">
            <a:avLst/>
          </a:prstGeom>
          <a:noFill/>
        </p:spPr>
        <p:txBody>
          <a:bodyPr wrap="square" lIns="36000" rtlCol="0" anchor="ctr" anchorCtr="0">
            <a:normAutofit lnSpcReduction="10000"/>
          </a:bodyPr>
          <a:lstStyle/>
          <a:p>
            <a:pPr algn="ctr"/>
            <a:r>
              <a:rPr lang="en-US" altLang="zh-CN" sz="11500" b="1" spc="200">
                <a:solidFill>
                  <a:srgbClr val="0070C0"/>
                </a:solidFill>
                <a:latin typeface="Arial" panose="020B0604020202020204" pitchFamily="34" charset="0"/>
                <a:ea typeface="微软雅黑" panose="020B0503020204020204" pitchFamily="34" charset="-122"/>
                <a:cs typeface="Arial" panose="020B0604020202020204" pitchFamily="34" charset="0"/>
              </a:rPr>
              <a:t>02</a:t>
            </a:r>
          </a:p>
        </p:txBody>
      </p:sp>
      <p:sp>
        <p:nvSpPr>
          <p:cNvPr id="9" name="矩形 8"/>
          <p:cNvSpPr/>
          <p:nvPr>
            <p:custDataLst>
              <p:tags r:id="rId4"/>
            </p:custDataLst>
          </p:nvPr>
        </p:nvSpPr>
        <p:spPr>
          <a:xfrm>
            <a:off x="2582424" y="4048328"/>
            <a:ext cx="1341876"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700" b="0" i="0" spc="20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61B116C-5022-40D8-9F0E-23C14AE232C0}" type="slidenum">
              <a:rPr kumimoji="0" lang="zh-CN" altLang="en-US" sz="14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t>13</a:t>
            </a:fld>
            <a:endParaRPr kumimoji="0" lang="zh-CN" altLang="en-US" sz="14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文本框 7"/>
          <p:cNvSpPr txBox="1"/>
          <p:nvPr/>
        </p:nvSpPr>
        <p:spPr>
          <a:xfrm>
            <a:off x="74654" y="1557745"/>
            <a:ext cx="6468520" cy="4428164"/>
          </a:xfrm>
          <a:prstGeom prst="rect">
            <a:avLst/>
          </a:prstGeom>
          <a:noFill/>
        </p:spPr>
        <p:txBody>
          <a:bodyPr wrap="square" rtlCol="0">
            <a:noAutofit/>
          </a:bodyPr>
          <a:lstStyle/>
          <a:p>
            <a:pPr marL="285750" indent="-285750">
              <a:lnSpc>
                <a:spcPct val="150000"/>
              </a:lnSpc>
              <a:buClr>
                <a:srgbClr val="00B0F0"/>
              </a:buClr>
              <a:buSzPct val="120000"/>
              <a:buFont typeface="Wingdings" panose="05000000000000000000" pitchFamily="2" charset="2"/>
              <a:buChar char="p"/>
            </a:pPr>
            <a:r>
              <a:rPr lang="zh-CN" altLang="en-US" sz="2400" b="1" dirty="0">
                <a:latin typeface="Times New Roman" panose="02020603050405020304" pitchFamily="18" charset="0"/>
                <a:ea typeface="华文仿宋" panose="02010600040101010101" pitchFamily="2" charset="-122"/>
              </a:rPr>
              <a:t>实验目的及意义</a:t>
            </a:r>
            <a:endParaRPr lang="en-US" altLang="zh-CN" sz="2400" b="1" dirty="0">
              <a:latin typeface="Times New Roman" panose="02020603050405020304" pitchFamily="18" charset="0"/>
              <a:ea typeface="华文仿宋" panose="02010600040101010101" pitchFamily="2" charset="-122"/>
            </a:endParaRPr>
          </a:p>
          <a:p>
            <a:pPr marL="800100" lvl="1" indent="-342900">
              <a:lnSpc>
                <a:spcPct val="150000"/>
              </a:lnSpc>
              <a:buClr>
                <a:srgbClr val="00B0F0"/>
              </a:buClr>
              <a:buSzPct val="90000"/>
              <a:buFont typeface="Wingdings" panose="05000000000000000000" pitchFamily="2" charset="2"/>
              <a:buChar char="p"/>
            </a:pPr>
            <a:r>
              <a:rPr sz="2000" b="1" dirty="0">
                <a:latin typeface="Times New Roman" panose="02020603050405020304" pitchFamily="18" charset="0"/>
                <a:ea typeface="华文仿宋" panose="02010600040101010101" pitchFamily="2" charset="-122"/>
              </a:rPr>
              <a:t>掌握Aimibot教育机器人超声波工作原理</a:t>
            </a:r>
          </a:p>
          <a:p>
            <a:pPr marL="800100" lvl="1" indent="-342900">
              <a:lnSpc>
                <a:spcPct val="150000"/>
              </a:lnSpc>
              <a:buClr>
                <a:srgbClr val="00B0F0"/>
              </a:buClr>
              <a:buSzPct val="90000"/>
              <a:buFont typeface="Wingdings" panose="05000000000000000000" pitchFamily="2" charset="2"/>
              <a:buChar char="p"/>
            </a:pPr>
            <a:r>
              <a:rPr sz="2000" b="1" dirty="0">
                <a:latin typeface="Times New Roman" panose="02020603050405020304" pitchFamily="18" charset="0"/>
                <a:ea typeface="华文仿宋" panose="02010600040101010101" pitchFamily="2" charset="-122"/>
              </a:rPr>
              <a:t>熟练编写机器人超声波</a:t>
            </a:r>
            <a:r>
              <a:rPr lang="zh-CN" sz="2000" b="1" dirty="0">
                <a:latin typeface="Times New Roman" panose="02020603050405020304" pitchFamily="18" charset="0"/>
                <a:ea typeface="华文仿宋" panose="02010600040101010101" pitchFamily="2" charset="-122"/>
              </a:rPr>
              <a:t>跟随</a:t>
            </a:r>
            <a:r>
              <a:rPr sz="2000" b="1" dirty="0">
                <a:latin typeface="Times New Roman" panose="02020603050405020304" pitchFamily="18" charset="0"/>
                <a:ea typeface="华文仿宋" panose="02010600040101010101" pitchFamily="2" charset="-122"/>
              </a:rPr>
              <a:t>控制程序，实现机器人超声波</a:t>
            </a:r>
            <a:r>
              <a:rPr lang="zh-CN" sz="2000" b="1" dirty="0">
                <a:latin typeface="Times New Roman" panose="02020603050405020304" pitchFamily="18" charset="0"/>
                <a:ea typeface="华文仿宋" panose="02010600040101010101" pitchFamily="2" charset="-122"/>
              </a:rPr>
              <a:t>跟随</a:t>
            </a:r>
          </a:p>
          <a:p>
            <a:pPr marL="800100" lvl="1" indent="-342900">
              <a:lnSpc>
                <a:spcPct val="150000"/>
              </a:lnSpc>
              <a:buClr>
                <a:srgbClr val="00B0F0"/>
              </a:buClr>
              <a:buSzPct val="90000"/>
              <a:buFont typeface="Wingdings" panose="05000000000000000000" pitchFamily="2" charset="2"/>
              <a:buChar char="p"/>
            </a:pPr>
            <a:r>
              <a:rPr lang="zh-CN" altLang="en-US" sz="2400" b="1" dirty="0">
                <a:latin typeface="Times New Roman" panose="02020603050405020304" pitchFamily="18" charset="0"/>
                <a:ea typeface="华文仿宋" panose="02010600040101010101" pitchFamily="2" charset="-122"/>
              </a:rPr>
              <a:t>实验设备</a:t>
            </a:r>
            <a:endParaRPr lang="en-US" altLang="zh-CN" sz="2400" b="1" dirty="0">
              <a:latin typeface="Times New Roman" panose="02020603050405020304" pitchFamily="18" charset="0"/>
              <a:ea typeface="华文仿宋" panose="02010600040101010101" pitchFamily="2" charset="-122"/>
            </a:endParaRPr>
          </a:p>
          <a:p>
            <a:pPr marL="742950" lvl="1" indent="-285750">
              <a:lnSpc>
                <a:spcPct val="150000"/>
              </a:lnSpc>
              <a:buClr>
                <a:srgbClr val="00B0F0"/>
              </a:buClr>
              <a:buSzPct val="90000"/>
              <a:buFont typeface="Wingdings" panose="05000000000000000000" pitchFamily="2" charset="2"/>
              <a:buChar char="p"/>
            </a:pPr>
            <a:r>
              <a:rPr lang="zh-CN" altLang="en-US" sz="2000" b="1" dirty="0">
                <a:latin typeface="Times New Roman" panose="02020603050405020304" pitchFamily="18" charset="0"/>
                <a:ea typeface="华文仿宋" panose="02010600040101010101" pitchFamily="2" charset="-122"/>
              </a:rPr>
              <a:t>硬件设备：</a:t>
            </a:r>
            <a:r>
              <a:rPr lang="en-US" altLang="zh-CN" sz="2000" b="1" dirty="0" err="1">
                <a:latin typeface="Times New Roman" panose="02020603050405020304" pitchFamily="18" charset="0"/>
                <a:ea typeface="华文仿宋" panose="02010600040101010101" pitchFamily="2" charset="-122"/>
              </a:rPr>
              <a:t>Aimibot</a:t>
            </a:r>
            <a:r>
              <a:rPr lang="zh-CN" altLang="en-US" sz="2000" b="1" dirty="0">
                <a:latin typeface="Times New Roman" panose="02020603050405020304" pitchFamily="18" charset="0"/>
                <a:ea typeface="华文仿宋" panose="02010600040101010101" pitchFamily="2" charset="-122"/>
              </a:rPr>
              <a:t>教育机器人主体、键盘、鼠标；</a:t>
            </a:r>
            <a:endParaRPr lang="en-US" altLang="zh-CN" sz="2000" b="1" dirty="0">
              <a:latin typeface="Times New Roman" panose="02020603050405020304" pitchFamily="18" charset="0"/>
              <a:ea typeface="华文仿宋" panose="02010600040101010101" pitchFamily="2" charset="-122"/>
            </a:endParaRPr>
          </a:p>
          <a:p>
            <a:pPr marL="742950" lvl="1" indent="-285750">
              <a:lnSpc>
                <a:spcPct val="150000"/>
              </a:lnSpc>
              <a:buClr>
                <a:srgbClr val="00B0F0"/>
              </a:buClr>
              <a:buSzPct val="90000"/>
              <a:buFont typeface="Wingdings" panose="05000000000000000000" pitchFamily="2" charset="2"/>
              <a:buChar char="p"/>
            </a:pPr>
            <a:r>
              <a:rPr lang="zh-CN" altLang="en-US" sz="2000" b="1" dirty="0">
                <a:latin typeface="Times New Roman" panose="02020603050405020304" pitchFamily="18" charset="0"/>
                <a:ea typeface="华文仿宋" panose="02010600040101010101" pitchFamily="2" charset="-122"/>
              </a:rPr>
              <a:t>软件设备：</a:t>
            </a:r>
            <a:r>
              <a:rPr lang="en-US" altLang="zh-CN" sz="2000" b="1" dirty="0">
                <a:latin typeface="Times New Roman" panose="02020603050405020304" pitchFamily="18" charset="0"/>
                <a:ea typeface="华文仿宋" panose="02010600040101010101" pitchFamily="2" charset="-122"/>
              </a:rPr>
              <a:t>Ubuntu</a:t>
            </a:r>
            <a:r>
              <a:rPr lang="zh-CN" altLang="en-US" sz="2000" b="1" dirty="0">
                <a:latin typeface="Times New Roman" panose="02020603050405020304" pitchFamily="18" charset="0"/>
                <a:ea typeface="华文仿宋" panose="02010600040101010101" pitchFamily="2" charset="-122"/>
              </a:rPr>
              <a:t>系统、</a:t>
            </a:r>
            <a:r>
              <a:rPr lang="en-US" altLang="zh-CN" sz="2000" b="1" dirty="0">
                <a:latin typeface="Times New Roman" panose="02020603050405020304" pitchFamily="18" charset="0"/>
                <a:ea typeface="华文仿宋" panose="02010600040101010101" pitchFamily="2" charset="-122"/>
              </a:rPr>
              <a:t>ROS</a:t>
            </a:r>
            <a:r>
              <a:rPr lang="zh-CN" altLang="en-US" sz="2000" b="1" dirty="0">
                <a:latin typeface="Times New Roman" panose="02020603050405020304" pitchFamily="18" charset="0"/>
                <a:ea typeface="华文仿宋" panose="02010600040101010101" pitchFamily="2" charset="-122"/>
              </a:rPr>
              <a:t>操作系统</a:t>
            </a:r>
            <a:endParaRPr lang="en-US" altLang="zh-CN" b="1" dirty="0">
              <a:latin typeface="Times New Roman" panose="02020603050405020304" pitchFamily="18" charset="0"/>
              <a:ea typeface="华文仿宋" panose="02010600040101010101" pitchFamily="2" charset="-122"/>
            </a:endParaRPr>
          </a:p>
        </p:txBody>
      </p:sp>
      <p:sp>
        <p:nvSpPr>
          <p:cNvPr id="9" name="Title 1"/>
          <p:cNvSpPr txBox="1"/>
          <p:nvPr/>
        </p:nvSpPr>
        <p:spPr>
          <a:xfrm>
            <a:off x="344285" y="727669"/>
            <a:ext cx="10515600" cy="8300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solidFill>
                  <a:schemeClr val="accent1"/>
                </a:solidFill>
                <a:latin typeface="华文仿宋" panose="02010600040101010101" pitchFamily="2" charset="-122"/>
                <a:ea typeface="华文仿宋" panose="02010600040101010101" pitchFamily="2" charset="-122"/>
              </a:rPr>
              <a:t>实验简介</a:t>
            </a:r>
            <a:r>
              <a:rPr lang="zh-CN" altLang="en-US" dirty="0">
                <a:solidFill>
                  <a:schemeClr val="accent1"/>
                </a:solidFill>
                <a:latin typeface="微软雅黑" panose="020B0503020204020204" pitchFamily="34" charset="-122"/>
                <a:ea typeface="微软雅黑" panose="020B0503020204020204" pitchFamily="34" charset="-122"/>
              </a:rPr>
              <a:t>：</a:t>
            </a:r>
          </a:p>
        </p:txBody>
      </p:sp>
      <p:grpSp>
        <p:nvGrpSpPr>
          <p:cNvPr id="7" name="组合 6"/>
          <p:cNvGrpSpPr/>
          <p:nvPr/>
        </p:nvGrpSpPr>
        <p:grpSpPr>
          <a:xfrm>
            <a:off x="6842590" y="2013734"/>
            <a:ext cx="4900772" cy="3996648"/>
            <a:chOff x="6842590" y="2013734"/>
            <a:chExt cx="4900772" cy="3996648"/>
          </a:xfrm>
        </p:grpSpPr>
        <p:sp>
          <p:nvSpPr>
            <p:cNvPr id="12" name="矩形 11"/>
            <p:cNvSpPr/>
            <p:nvPr/>
          </p:nvSpPr>
          <p:spPr>
            <a:xfrm>
              <a:off x="6842590" y="2013734"/>
              <a:ext cx="4900772" cy="3996647"/>
            </a:xfrm>
            <a:prstGeom prst="rect">
              <a:avLst/>
            </a:prstGeom>
            <a:ln w="19050">
              <a:solidFill>
                <a:srgbClr val="00B0F0"/>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pic>
          <p:nvPicPr>
            <p:cNvPr id="13" name="Picture 11"/>
            <p:cNvPicPr>
              <a:picLocks noChangeAspect="1"/>
            </p:cNvPicPr>
            <p:nvPr/>
          </p:nvPicPr>
          <p:blipFill rotWithShape="1">
            <a:blip r:embed="rId2" cstate="print">
              <a:extLst>
                <a:ext uri="{BEBA8EAE-BF5A-486C-A8C5-ECC9F3942E4B}">
                  <a14:imgProps xmlns:a14="http://schemas.microsoft.com/office/drawing/2010/main">
                    <a14:imgLayer r:embed="rId3">
                      <a14:imgEffect>
                        <a14:backgroundRemoval t="4643" b="92612" l="9924" r="89822">
                          <a14:foregroundMark x1="21947" y1="5168" x2="28817" y2="13605"/>
                          <a14:foregroundMark x1="28817" y1="13605" x2="58206" y2="17683"/>
                          <a14:foregroundMark x1="58206" y1="17683" x2="72583" y2="18167"/>
                          <a14:foregroundMark x1="72583" y1="18167" x2="66412" y2="9487"/>
                          <a14:foregroundMark x1="66412" y1="9487" x2="35941" y2="8761"/>
                          <a14:foregroundMark x1="35941" y1="8761" x2="25318" y2="6419"/>
                          <a14:foregroundMark x1="24427" y1="90190" x2="54262" y2="92652"/>
                          <a14:foregroundMark x1="54262" y1="92652" x2="75127" y2="91239"/>
                          <a14:foregroundMark x1="52608" y1="6782" x2="66667" y2="8195"/>
                          <a14:foregroundMark x1="66667" y1="8195" x2="79326" y2="18046"/>
                          <a14:foregroundMark x1="51463" y1="6944" x2="32061" y2="4643"/>
                          <a14:foregroundMark x1="62294" y1="26041" x2="65020" y2="24465"/>
                          <a14:foregroundMark x1="58524" y1="28220" x2="59509" y2="27651"/>
                          <a14:foregroundMark x1="69211" y1="22043" x2="69211" y2="21760"/>
                          <a14:backgroundMark x1="12913" y1="76948" x2="15458" y2="84457"/>
                          <a14:backgroundMark x1="66412" y1="21599" x2="66412" y2="23375"/>
                          <a14:backgroundMark x1="65840" y1="24465" x2="65840" y2="24465"/>
                          <a14:backgroundMark x1="65522" y1="24828" x2="66094" y2="24263"/>
                          <a14:backgroundMark x1="67812" y1="23214" x2="67812" y2="22487"/>
                          <a14:backgroundMark x1="65267" y1="25717" x2="68066" y2="23375"/>
                          <a14:backgroundMark x1="68639" y1="22689" x2="66412" y2="23214"/>
                          <a14:backgroundMark x1="61896" y1="25878" x2="60178" y2="27331"/>
                          <a14:backgroundMark x1="68066" y1="22325" x2="68639" y2="23577"/>
                          <a14:backgroundMark x1="64695" y1="24828" x2="65522" y2="26080"/>
                          <a14:backgroundMark x1="62468" y1="25515" x2="62150" y2="26403"/>
                          <a14:backgroundMark x1="60178" y1="27493" x2="59351" y2="27493"/>
                        </a14:backgroundRemoval>
                      </a14:imgEffect>
                    </a14:imgLayer>
                  </a14:imgProps>
                </a:ext>
                <a:ext uri="{28A0092B-C50C-407E-A947-70E740481C1C}">
                  <a14:useLocalDpi xmlns:a14="http://schemas.microsoft.com/office/drawing/2010/main" val="0"/>
                </a:ext>
              </a:extLst>
            </a:blip>
            <a:srcRect l="12897" t="3154" r="11149" b="3395"/>
            <a:stretch>
              <a:fillRect/>
            </a:stretch>
          </p:blipFill>
          <p:spPr>
            <a:xfrm>
              <a:off x="6908524" y="2279622"/>
              <a:ext cx="1924224" cy="3730760"/>
            </a:xfrm>
            <a:prstGeom prst="rect">
              <a:avLst/>
            </a:prstGeom>
          </p:spPr>
        </p:pic>
        <p:pic>
          <p:nvPicPr>
            <p:cNvPr id="15"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2131" b="15964"/>
            <a:stretch>
              <a:fillRect/>
            </a:stretch>
          </p:blipFill>
          <p:spPr bwMode="auto">
            <a:xfrm>
              <a:off x="9262864" y="4206224"/>
              <a:ext cx="2310141" cy="1661101"/>
            </a:xfrm>
            <a:prstGeom prst="rect">
              <a:avLst/>
            </a:prstGeom>
            <a:noFill/>
            <a:extLst>
              <a:ext uri="{909E8E84-426E-40DD-AFC4-6F175D3DCCD1}">
                <a14:hiddenFill xmlns:a14="http://schemas.microsoft.com/office/drawing/2010/main">
                  <a:solidFill>
                    <a:srgbClr val="FFFFFF"/>
                  </a:solidFill>
                </a14:hiddenFill>
              </a:ext>
            </a:extLst>
          </p:spPr>
        </p:pic>
      </p:grpSp>
      <p:pic>
        <p:nvPicPr>
          <p:cNvPr id="3" name="图片 2"/>
          <p:cNvPicPr>
            <a:picLocks noChangeAspect="1"/>
          </p:cNvPicPr>
          <p:nvPr/>
        </p:nvPicPr>
        <p:blipFill>
          <a:blip r:embed="rId5"/>
          <a:stretch>
            <a:fillRect/>
          </a:stretch>
        </p:blipFill>
        <p:spPr>
          <a:xfrm>
            <a:off x="9098915" y="2279650"/>
            <a:ext cx="2208530" cy="14363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61B116C-5022-40D8-9F0E-23C14AE232C0}" type="slidenum">
              <a:rPr kumimoji="0" lang="zh-CN" altLang="en-US" sz="14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t>14</a:t>
            </a:fld>
            <a:endParaRPr kumimoji="0" lang="zh-CN" altLang="en-US" sz="14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5" name="Title 1"/>
          <p:cNvSpPr txBox="1"/>
          <p:nvPr/>
        </p:nvSpPr>
        <p:spPr>
          <a:xfrm>
            <a:off x="344285" y="738464"/>
            <a:ext cx="10515600" cy="8300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solidFill>
                  <a:schemeClr val="accent1"/>
                </a:solidFill>
                <a:latin typeface="华文仿宋" panose="02010600040101010101" pitchFamily="2" charset="-122"/>
                <a:ea typeface="华文仿宋" panose="02010600040101010101" pitchFamily="2" charset="-122"/>
              </a:rPr>
              <a:t>编写</a:t>
            </a:r>
            <a:r>
              <a:rPr lang="en-US" altLang="zh-CN" dirty="0">
                <a:solidFill>
                  <a:schemeClr val="accent1"/>
                </a:solidFill>
                <a:latin typeface="华文仿宋" panose="02010600040101010101" pitchFamily="2" charset="-122"/>
                <a:ea typeface="华文仿宋" panose="02010600040101010101" pitchFamily="2" charset="-122"/>
              </a:rPr>
              <a:t>ROS</a:t>
            </a:r>
            <a:r>
              <a:rPr lang="zh-CN" altLang="en-US" dirty="0">
                <a:solidFill>
                  <a:schemeClr val="accent1"/>
                </a:solidFill>
                <a:latin typeface="华文仿宋" panose="02010600040101010101" pitchFamily="2" charset="-122"/>
                <a:ea typeface="华文仿宋" panose="02010600040101010101" pitchFamily="2" charset="-122"/>
              </a:rPr>
              <a:t>程序：核心代码（回调函数）</a:t>
            </a:r>
          </a:p>
        </p:txBody>
      </p:sp>
      <p:pic>
        <p:nvPicPr>
          <p:cNvPr id="3" name="图片 2"/>
          <p:cNvPicPr>
            <a:picLocks noChangeAspect="1"/>
          </p:cNvPicPr>
          <p:nvPr/>
        </p:nvPicPr>
        <p:blipFill>
          <a:blip r:embed="rId2"/>
          <a:stretch>
            <a:fillRect/>
          </a:stretch>
        </p:blipFill>
        <p:spPr>
          <a:xfrm>
            <a:off x="215900" y="2126615"/>
            <a:ext cx="11760835" cy="340169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661B116C-5022-40D8-9F0E-23C14AE232C0}" type="slidenum">
              <a:rPr lang="zh-CN" altLang="en-US" smtClean="0"/>
              <a:t>15</a:t>
            </a:fld>
            <a:endParaRPr lang="zh-CN" altLang="en-US"/>
          </a:p>
        </p:txBody>
      </p:sp>
      <p:sp>
        <p:nvSpPr>
          <p:cNvPr id="3" name="文本框 2"/>
          <p:cNvSpPr txBox="1"/>
          <p:nvPr/>
        </p:nvSpPr>
        <p:spPr>
          <a:xfrm>
            <a:off x="160962" y="1463917"/>
            <a:ext cx="12031038" cy="4966465"/>
          </a:xfrm>
          <a:prstGeom prst="rect">
            <a:avLst/>
          </a:prstGeom>
          <a:noFill/>
        </p:spPr>
        <p:txBody>
          <a:bodyPr wrap="square" rtlCol="0">
            <a:noAutofit/>
          </a:bodyPr>
          <a:lstStyle/>
          <a:p>
            <a:pPr marL="285750" indent="-285750">
              <a:lnSpc>
                <a:spcPct val="150000"/>
              </a:lnSpc>
              <a:buClr>
                <a:srgbClr val="00B0F0"/>
              </a:buClr>
              <a:buSzPct val="120000"/>
              <a:buFont typeface="Wingdings" panose="05000000000000000000" pitchFamily="2" charset="2"/>
              <a:buChar char="p"/>
            </a:pPr>
            <a:r>
              <a:rPr lang="zh-CN" altLang="en-US" sz="2400" b="1" dirty="0">
                <a:latin typeface="Times New Roman" panose="02020603050405020304" pitchFamily="18" charset="0"/>
                <a:ea typeface="华文仿宋" panose="02010600040101010101" pitchFamily="2" charset="-122"/>
              </a:rPr>
              <a:t>结果与分析</a:t>
            </a:r>
            <a:endParaRPr lang="en-US" altLang="zh-CN" sz="2400" b="1" dirty="0">
              <a:latin typeface="Times New Roman" panose="02020603050405020304" pitchFamily="18" charset="0"/>
              <a:ea typeface="华文仿宋" panose="02010600040101010101" pitchFamily="2" charset="-122"/>
            </a:endParaRPr>
          </a:p>
          <a:p>
            <a:pPr marL="800100" lvl="1" indent="-342900">
              <a:lnSpc>
                <a:spcPct val="150000"/>
              </a:lnSpc>
              <a:buClr>
                <a:srgbClr val="00B0F0"/>
              </a:buClr>
              <a:buSzPct val="90000"/>
              <a:buFont typeface="Wingdings" panose="05000000000000000000" pitchFamily="2" charset="2"/>
              <a:buChar char="p"/>
            </a:pPr>
            <a:r>
              <a:rPr lang="zh-CN" sz="2400" b="1" dirty="0">
                <a:latin typeface="Times New Roman" panose="02020603050405020304" pitchFamily="18" charset="0"/>
                <a:ea typeface="华文仿宋" panose="02010600040101010101" pitchFamily="2" charset="-122"/>
              </a:rPr>
              <a:t>机器人可跟随前方的物体运动，但是不能有多个物体，如出现多个物体会导致机器人找不到跟随目标。</a:t>
            </a:r>
          </a:p>
          <a:p>
            <a:pPr marL="800100" lvl="1" indent="-342900">
              <a:lnSpc>
                <a:spcPct val="150000"/>
              </a:lnSpc>
              <a:buClr>
                <a:srgbClr val="00B0F0"/>
              </a:buClr>
              <a:buSzPct val="90000"/>
              <a:buFont typeface="Wingdings" panose="05000000000000000000" pitchFamily="2" charset="2"/>
              <a:buChar char="p"/>
            </a:pPr>
            <a:r>
              <a:rPr lang="zh-CN" altLang="en-US" sz="2400" b="1" dirty="0">
                <a:latin typeface="Times New Roman" panose="02020603050405020304" pitchFamily="18" charset="0"/>
                <a:ea typeface="华文仿宋" panose="02010600040101010101" pitchFamily="2" charset="-122"/>
              </a:rPr>
              <a:t>本次实验</a:t>
            </a:r>
            <a:r>
              <a:rPr lang="zh-CN" sz="2400" b="1" dirty="0">
                <a:latin typeface="Times New Roman" panose="02020603050405020304" pitchFamily="18" charset="0"/>
                <a:ea typeface="华文仿宋" panose="02010600040101010101" pitchFamily="2" charset="-122"/>
              </a:rPr>
              <a:t>主要是编写超声波数据的回调函数，根据五个超声波传感器的距离数据控制机器人运动，使跟随目标保持在中间超声波传感器的跟随距离内。</a:t>
            </a:r>
          </a:p>
        </p:txBody>
      </p:sp>
      <p:sp>
        <p:nvSpPr>
          <p:cNvPr id="4" name="Title 1"/>
          <p:cNvSpPr txBox="1"/>
          <p:nvPr/>
        </p:nvSpPr>
        <p:spPr>
          <a:xfrm>
            <a:off x="344285" y="727669"/>
            <a:ext cx="10515600" cy="8300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solidFill>
                  <a:schemeClr val="accent1"/>
                </a:solidFill>
                <a:latin typeface="华文仿宋" panose="02010600040101010101" pitchFamily="2" charset="-122"/>
                <a:ea typeface="华文仿宋" panose="02010600040101010101" pitchFamily="2" charset="-122"/>
              </a:rPr>
              <a:t>实验总结</a:t>
            </a:r>
            <a:r>
              <a:rPr lang="zh-CN" altLang="en-US" dirty="0">
                <a:solidFill>
                  <a:schemeClr val="accent1"/>
                </a:solidFill>
                <a:latin typeface="微软雅黑" panose="020B0503020204020204" pitchFamily="34" charset="-122"/>
                <a:ea typeface="微软雅黑" panose="020B0503020204020204" pitchFamily="34" charset="-122"/>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3" name="标题 2"/>
          <p:cNvSpPr>
            <a:spLocks noGrp="1"/>
          </p:cNvSpPr>
          <p:nvPr>
            <p:ph type="ctrTitle" idx="14"/>
            <p:custDataLst>
              <p:tags r:id="rId2"/>
            </p:custDataLst>
          </p:nvPr>
        </p:nvSpPr>
        <p:spPr>
          <a:xfrm>
            <a:off x="4493260" y="2824480"/>
            <a:ext cx="5438775" cy="1350010"/>
          </a:xfrm>
        </p:spPr>
        <p:txBody>
          <a:bodyPr>
            <a:normAutofit/>
          </a:bodyPr>
          <a:lstStyle/>
          <a:p>
            <a:r>
              <a:rPr lang="zh-CN" b="1" spc="200">
                <a:solidFill>
                  <a:srgbClr val="0070C0"/>
                </a:solidFill>
                <a:ea typeface="微软雅黑" panose="020B0503020204020204" pitchFamily="34" charset="-122"/>
                <a:cs typeface="微软雅黑" panose="020B0503020204020204" pitchFamily="34" charset="-122"/>
                <a:sym typeface="Arial" panose="020B0604020202020204" pitchFamily="34" charset="0"/>
              </a:rPr>
              <a:t>矩形运动</a:t>
            </a:r>
            <a:r>
              <a:rPr lang="zh-CN" altLang="en-US" b="1" spc="200">
                <a:solidFill>
                  <a:srgbClr val="0070C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
            </a:r>
            <a:br>
              <a:rPr lang="zh-CN" altLang="en-US" b="1" spc="200">
                <a:solidFill>
                  <a:srgbClr val="0070C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br>
            <a:endParaRPr lang="zh-CN" altLang="en-US"/>
          </a:p>
        </p:txBody>
      </p:sp>
      <p:sp>
        <p:nvSpPr>
          <p:cNvPr id="8" name="文本框 7"/>
          <p:cNvSpPr txBox="1"/>
          <p:nvPr>
            <p:custDataLst>
              <p:tags r:id="rId3"/>
            </p:custDataLst>
          </p:nvPr>
        </p:nvSpPr>
        <p:spPr>
          <a:xfrm>
            <a:off x="2395795" y="2419256"/>
            <a:ext cx="1960245" cy="1755436"/>
          </a:xfrm>
          <a:prstGeom prst="rect">
            <a:avLst/>
          </a:prstGeom>
          <a:noFill/>
        </p:spPr>
        <p:txBody>
          <a:bodyPr wrap="square" lIns="36000" rtlCol="0" anchor="ctr" anchorCtr="0">
            <a:normAutofit lnSpcReduction="10000"/>
          </a:bodyPr>
          <a:lstStyle/>
          <a:p>
            <a:pPr algn="ctr"/>
            <a:r>
              <a:rPr lang="en-US" altLang="zh-CN" sz="11500" b="1" spc="200">
                <a:solidFill>
                  <a:srgbClr val="0070C0"/>
                </a:solidFill>
                <a:latin typeface="Arial" panose="020B0604020202020204" pitchFamily="34" charset="0"/>
                <a:ea typeface="微软雅黑" panose="020B0503020204020204" pitchFamily="34" charset="-122"/>
                <a:cs typeface="Arial" panose="020B0604020202020204" pitchFamily="34" charset="0"/>
              </a:rPr>
              <a:t>03</a:t>
            </a:r>
          </a:p>
        </p:txBody>
      </p:sp>
      <p:sp>
        <p:nvSpPr>
          <p:cNvPr id="9" name="矩形 8"/>
          <p:cNvSpPr/>
          <p:nvPr>
            <p:custDataLst>
              <p:tags r:id="rId4"/>
            </p:custDataLst>
          </p:nvPr>
        </p:nvSpPr>
        <p:spPr>
          <a:xfrm>
            <a:off x="2582424" y="4048328"/>
            <a:ext cx="1341876"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700" b="0" i="0" spc="20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61B116C-5022-40D8-9F0E-23C14AE232C0}" type="slidenum">
              <a:rPr kumimoji="0" lang="zh-CN" altLang="en-US" sz="14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t>17</a:t>
            </a:fld>
            <a:endParaRPr kumimoji="0" lang="zh-CN" altLang="en-US" sz="14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文本框 7"/>
          <p:cNvSpPr txBox="1"/>
          <p:nvPr/>
        </p:nvSpPr>
        <p:spPr>
          <a:xfrm>
            <a:off x="74654" y="1557745"/>
            <a:ext cx="6468520" cy="4428164"/>
          </a:xfrm>
          <a:prstGeom prst="rect">
            <a:avLst/>
          </a:prstGeom>
          <a:noFill/>
        </p:spPr>
        <p:txBody>
          <a:bodyPr wrap="square" rtlCol="0">
            <a:noAutofit/>
          </a:bodyPr>
          <a:lstStyle/>
          <a:p>
            <a:pPr marL="285750" indent="-285750">
              <a:lnSpc>
                <a:spcPct val="150000"/>
              </a:lnSpc>
              <a:buClr>
                <a:srgbClr val="00B0F0"/>
              </a:buClr>
              <a:buSzPct val="120000"/>
              <a:buFont typeface="Wingdings" panose="05000000000000000000" pitchFamily="2" charset="2"/>
              <a:buChar char="p"/>
            </a:pPr>
            <a:r>
              <a:rPr lang="zh-CN" altLang="en-US" sz="2400" b="1" dirty="0">
                <a:latin typeface="Times New Roman" panose="02020603050405020304" pitchFamily="18" charset="0"/>
                <a:ea typeface="华文仿宋" panose="02010600040101010101" pitchFamily="2" charset="-122"/>
              </a:rPr>
              <a:t>实验目的及意义</a:t>
            </a:r>
            <a:endParaRPr lang="en-US" altLang="zh-CN" sz="2400" b="1" dirty="0">
              <a:latin typeface="Times New Roman" panose="02020603050405020304" pitchFamily="18" charset="0"/>
              <a:ea typeface="华文仿宋" panose="02010600040101010101" pitchFamily="2" charset="-122"/>
            </a:endParaRPr>
          </a:p>
          <a:p>
            <a:pPr marL="800100" lvl="1" indent="-342900">
              <a:lnSpc>
                <a:spcPct val="150000"/>
              </a:lnSpc>
              <a:buClr>
                <a:srgbClr val="00B0F0"/>
              </a:buClr>
              <a:buSzPct val="90000"/>
              <a:buFont typeface="Wingdings" panose="05000000000000000000" pitchFamily="2" charset="2"/>
              <a:buChar char="p"/>
            </a:pPr>
            <a:r>
              <a:rPr sz="2000" b="1" dirty="0">
                <a:latin typeface="Times New Roman" panose="02020603050405020304" pitchFamily="18" charset="0"/>
                <a:ea typeface="华文仿宋" panose="02010600040101010101" pitchFamily="2" charset="-122"/>
              </a:rPr>
              <a:t>掌握Aimibot教育机器人运动工作原理</a:t>
            </a:r>
          </a:p>
          <a:p>
            <a:pPr marL="800100" lvl="1" indent="-342900">
              <a:lnSpc>
                <a:spcPct val="150000"/>
              </a:lnSpc>
              <a:buClr>
                <a:srgbClr val="00B0F0"/>
              </a:buClr>
              <a:buSzPct val="90000"/>
              <a:buFont typeface="Wingdings" panose="05000000000000000000" pitchFamily="2" charset="2"/>
              <a:buChar char="p"/>
            </a:pPr>
            <a:r>
              <a:rPr sz="2000" b="1" dirty="0">
                <a:latin typeface="Times New Roman" panose="02020603050405020304" pitchFamily="18" charset="0"/>
                <a:ea typeface="华文仿宋" panose="02010600040101010101" pitchFamily="2" charset="-122"/>
              </a:rPr>
              <a:t>熟练编写机器人</a:t>
            </a:r>
            <a:r>
              <a:rPr lang="zh-CN" sz="2000" b="1" dirty="0">
                <a:latin typeface="Times New Roman" panose="02020603050405020304" pitchFamily="18" charset="0"/>
                <a:ea typeface="华文仿宋" panose="02010600040101010101" pitchFamily="2" charset="-122"/>
              </a:rPr>
              <a:t>矩</a:t>
            </a:r>
            <a:r>
              <a:rPr sz="2000" b="1" dirty="0">
                <a:latin typeface="Times New Roman" panose="02020603050405020304" pitchFamily="18" charset="0"/>
                <a:ea typeface="华文仿宋" panose="02010600040101010101" pitchFamily="2" charset="-122"/>
              </a:rPr>
              <a:t>形轨迹运动程序，实现机器人</a:t>
            </a:r>
            <a:r>
              <a:rPr lang="zh-CN" sz="2000" b="1" dirty="0">
                <a:latin typeface="Times New Roman" panose="02020603050405020304" pitchFamily="18" charset="0"/>
                <a:ea typeface="华文仿宋" panose="02010600040101010101" pitchFamily="2" charset="-122"/>
              </a:rPr>
              <a:t>矩形</a:t>
            </a:r>
            <a:r>
              <a:rPr sz="2000" b="1" dirty="0">
                <a:latin typeface="Times New Roman" panose="02020603050405020304" pitchFamily="18" charset="0"/>
                <a:ea typeface="华文仿宋" panose="02010600040101010101" pitchFamily="2" charset="-122"/>
              </a:rPr>
              <a:t>轨迹运动</a:t>
            </a:r>
          </a:p>
          <a:p>
            <a:pPr marL="800100" lvl="1" indent="-342900">
              <a:lnSpc>
                <a:spcPct val="150000"/>
              </a:lnSpc>
              <a:buClr>
                <a:srgbClr val="00B0F0"/>
              </a:buClr>
              <a:buSzPct val="90000"/>
              <a:buFont typeface="Wingdings" panose="05000000000000000000" pitchFamily="2" charset="2"/>
              <a:buChar char="p"/>
            </a:pPr>
            <a:r>
              <a:rPr lang="zh-CN" altLang="en-US" sz="2400" b="1" dirty="0">
                <a:latin typeface="Times New Roman" panose="02020603050405020304" pitchFamily="18" charset="0"/>
                <a:ea typeface="华文仿宋" panose="02010600040101010101" pitchFamily="2" charset="-122"/>
              </a:rPr>
              <a:t>实验设备</a:t>
            </a:r>
            <a:endParaRPr lang="en-US" altLang="zh-CN" sz="2400" b="1" dirty="0">
              <a:latin typeface="Times New Roman" panose="02020603050405020304" pitchFamily="18" charset="0"/>
              <a:ea typeface="华文仿宋" panose="02010600040101010101" pitchFamily="2" charset="-122"/>
            </a:endParaRPr>
          </a:p>
          <a:p>
            <a:pPr marL="742950" lvl="1" indent="-285750">
              <a:lnSpc>
                <a:spcPct val="150000"/>
              </a:lnSpc>
              <a:buClr>
                <a:srgbClr val="00B0F0"/>
              </a:buClr>
              <a:buSzPct val="90000"/>
              <a:buFont typeface="Wingdings" panose="05000000000000000000" pitchFamily="2" charset="2"/>
              <a:buChar char="p"/>
            </a:pPr>
            <a:r>
              <a:rPr lang="zh-CN" altLang="en-US" sz="2000" b="1" dirty="0">
                <a:latin typeface="Times New Roman" panose="02020603050405020304" pitchFamily="18" charset="0"/>
                <a:ea typeface="华文仿宋" panose="02010600040101010101" pitchFamily="2" charset="-122"/>
              </a:rPr>
              <a:t>硬件设备：</a:t>
            </a:r>
            <a:r>
              <a:rPr lang="en-US" altLang="zh-CN" sz="2000" b="1" dirty="0" err="1">
                <a:latin typeface="Times New Roman" panose="02020603050405020304" pitchFamily="18" charset="0"/>
                <a:ea typeface="华文仿宋" panose="02010600040101010101" pitchFamily="2" charset="-122"/>
              </a:rPr>
              <a:t>Aimibot</a:t>
            </a:r>
            <a:r>
              <a:rPr lang="zh-CN" altLang="en-US" sz="2000" b="1" dirty="0">
                <a:latin typeface="Times New Roman" panose="02020603050405020304" pitchFamily="18" charset="0"/>
                <a:ea typeface="华文仿宋" panose="02010600040101010101" pitchFamily="2" charset="-122"/>
              </a:rPr>
              <a:t>教育机器人主体、键盘、鼠标；</a:t>
            </a:r>
            <a:endParaRPr lang="en-US" altLang="zh-CN" sz="2000" b="1" dirty="0">
              <a:latin typeface="Times New Roman" panose="02020603050405020304" pitchFamily="18" charset="0"/>
              <a:ea typeface="华文仿宋" panose="02010600040101010101" pitchFamily="2" charset="-122"/>
            </a:endParaRPr>
          </a:p>
          <a:p>
            <a:pPr marL="742950" lvl="1" indent="-285750">
              <a:lnSpc>
                <a:spcPct val="150000"/>
              </a:lnSpc>
              <a:buClr>
                <a:srgbClr val="00B0F0"/>
              </a:buClr>
              <a:buSzPct val="90000"/>
              <a:buFont typeface="Wingdings" panose="05000000000000000000" pitchFamily="2" charset="2"/>
              <a:buChar char="p"/>
            </a:pPr>
            <a:r>
              <a:rPr lang="zh-CN" altLang="en-US" sz="2000" b="1" dirty="0">
                <a:latin typeface="Times New Roman" panose="02020603050405020304" pitchFamily="18" charset="0"/>
                <a:ea typeface="华文仿宋" panose="02010600040101010101" pitchFamily="2" charset="-122"/>
              </a:rPr>
              <a:t>软件设备：</a:t>
            </a:r>
            <a:r>
              <a:rPr lang="en-US" altLang="zh-CN" sz="2000" b="1" dirty="0">
                <a:latin typeface="Times New Roman" panose="02020603050405020304" pitchFamily="18" charset="0"/>
                <a:ea typeface="华文仿宋" panose="02010600040101010101" pitchFamily="2" charset="-122"/>
              </a:rPr>
              <a:t>Ubuntu</a:t>
            </a:r>
            <a:r>
              <a:rPr lang="zh-CN" altLang="en-US" sz="2000" b="1" dirty="0">
                <a:latin typeface="Times New Roman" panose="02020603050405020304" pitchFamily="18" charset="0"/>
                <a:ea typeface="华文仿宋" panose="02010600040101010101" pitchFamily="2" charset="-122"/>
              </a:rPr>
              <a:t>系统、</a:t>
            </a:r>
            <a:r>
              <a:rPr lang="en-US" altLang="zh-CN" sz="2000" b="1" dirty="0">
                <a:latin typeface="Times New Roman" panose="02020603050405020304" pitchFamily="18" charset="0"/>
                <a:ea typeface="华文仿宋" panose="02010600040101010101" pitchFamily="2" charset="-122"/>
              </a:rPr>
              <a:t>ROS</a:t>
            </a:r>
            <a:r>
              <a:rPr lang="zh-CN" altLang="en-US" sz="2000" b="1" dirty="0">
                <a:latin typeface="Times New Roman" panose="02020603050405020304" pitchFamily="18" charset="0"/>
                <a:ea typeface="华文仿宋" panose="02010600040101010101" pitchFamily="2" charset="-122"/>
              </a:rPr>
              <a:t>操作系统</a:t>
            </a:r>
            <a:endParaRPr lang="en-US" altLang="zh-CN" b="1" dirty="0">
              <a:latin typeface="Times New Roman" panose="02020603050405020304" pitchFamily="18" charset="0"/>
              <a:ea typeface="华文仿宋" panose="02010600040101010101" pitchFamily="2" charset="-122"/>
            </a:endParaRPr>
          </a:p>
        </p:txBody>
      </p:sp>
      <p:sp>
        <p:nvSpPr>
          <p:cNvPr id="9" name="Title 1"/>
          <p:cNvSpPr txBox="1"/>
          <p:nvPr/>
        </p:nvSpPr>
        <p:spPr>
          <a:xfrm>
            <a:off x="344285" y="727669"/>
            <a:ext cx="10515600" cy="8300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solidFill>
                  <a:schemeClr val="accent1"/>
                </a:solidFill>
                <a:latin typeface="华文仿宋" panose="02010600040101010101" pitchFamily="2" charset="-122"/>
                <a:ea typeface="华文仿宋" panose="02010600040101010101" pitchFamily="2" charset="-122"/>
              </a:rPr>
              <a:t>实验简介</a:t>
            </a:r>
            <a:r>
              <a:rPr lang="zh-CN" altLang="en-US" dirty="0">
                <a:solidFill>
                  <a:schemeClr val="accent1"/>
                </a:solidFill>
                <a:latin typeface="微软雅黑" panose="020B0503020204020204" pitchFamily="34" charset="-122"/>
                <a:ea typeface="微软雅黑" panose="020B0503020204020204" pitchFamily="34" charset="-122"/>
              </a:rPr>
              <a:t>：</a:t>
            </a:r>
          </a:p>
        </p:txBody>
      </p:sp>
      <p:grpSp>
        <p:nvGrpSpPr>
          <p:cNvPr id="7" name="组合 6"/>
          <p:cNvGrpSpPr/>
          <p:nvPr/>
        </p:nvGrpSpPr>
        <p:grpSpPr>
          <a:xfrm>
            <a:off x="6842590" y="2013734"/>
            <a:ext cx="4900772" cy="3996648"/>
            <a:chOff x="6842590" y="2013734"/>
            <a:chExt cx="4900772" cy="3996648"/>
          </a:xfrm>
        </p:grpSpPr>
        <p:sp>
          <p:nvSpPr>
            <p:cNvPr id="12" name="矩形 11"/>
            <p:cNvSpPr/>
            <p:nvPr/>
          </p:nvSpPr>
          <p:spPr>
            <a:xfrm>
              <a:off x="6842590" y="2013734"/>
              <a:ext cx="4900772" cy="3996647"/>
            </a:xfrm>
            <a:prstGeom prst="rect">
              <a:avLst/>
            </a:prstGeom>
            <a:ln w="19050">
              <a:solidFill>
                <a:srgbClr val="00B0F0"/>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pic>
          <p:nvPicPr>
            <p:cNvPr id="13" name="Picture 11"/>
            <p:cNvPicPr>
              <a:picLocks noChangeAspect="1"/>
            </p:cNvPicPr>
            <p:nvPr/>
          </p:nvPicPr>
          <p:blipFill rotWithShape="1">
            <a:blip r:embed="rId2" cstate="print">
              <a:extLst>
                <a:ext uri="{BEBA8EAE-BF5A-486C-A8C5-ECC9F3942E4B}">
                  <a14:imgProps xmlns:a14="http://schemas.microsoft.com/office/drawing/2010/main">
                    <a14:imgLayer r:embed="rId3">
                      <a14:imgEffect>
                        <a14:backgroundRemoval t="4643" b="92612" l="9924" r="89822">
                          <a14:foregroundMark x1="21947" y1="5168" x2="28817" y2="13605"/>
                          <a14:foregroundMark x1="28817" y1="13605" x2="58206" y2="17683"/>
                          <a14:foregroundMark x1="58206" y1="17683" x2="72583" y2="18167"/>
                          <a14:foregroundMark x1="72583" y1="18167" x2="66412" y2="9487"/>
                          <a14:foregroundMark x1="66412" y1="9487" x2="35941" y2="8761"/>
                          <a14:foregroundMark x1="35941" y1="8761" x2="25318" y2="6419"/>
                          <a14:foregroundMark x1="24427" y1="90190" x2="54262" y2="92652"/>
                          <a14:foregroundMark x1="54262" y1="92652" x2="75127" y2="91239"/>
                          <a14:foregroundMark x1="52608" y1="6782" x2="66667" y2="8195"/>
                          <a14:foregroundMark x1="66667" y1="8195" x2="79326" y2="18046"/>
                          <a14:foregroundMark x1="51463" y1="6944" x2="32061" y2="4643"/>
                          <a14:foregroundMark x1="62294" y1="26041" x2="65020" y2="24465"/>
                          <a14:foregroundMark x1="58524" y1="28220" x2="59509" y2="27651"/>
                          <a14:foregroundMark x1="69211" y1="22043" x2="69211" y2="21760"/>
                          <a14:backgroundMark x1="12913" y1="76948" x2="15458" y2="84457"/>
                          <a14:backgroundMark x1="66412" y1="21599" x2="66412" y2="23375"/>
                          <a14:backgroundMark x1="65840" y1="24465" x2="65840" y2="24465"/>
                          <a14:backgroundMark x1="65522" y1="24828" x2="66094" y2="24263"/>
                          <a14:backgroundMark x1="67812" y1="23214" x2="67812" y2="22487"/>
                          <a14:backgroundMark x1="65267" y1="25717" x2="68066" y2="23375"/>
                          <a14:backgroundMark x1="68639" y1="22689" x2="66412" y2="23214"/>
                          <a14:backgroundMark x1="61896" y1="25878" x2="60178" y2="27331"/>
                          <a14:backgroundMark x1="68066" y1="22325" x2="68639" y2="23577"/>
                          <a14:backgroundMark x1="64695" y1="24828" x2="65522" y2="26080"/>
                          <a14:backgroundMark x1="62468" y1="25515" x2="62150" y2="26403"/>
                          <a14:backgroundMark x1="60178" y1="27493" x2="59351" y2="27493"/>
                        </a14:backgroundRemoval>
                      </a14:imgEffect>
                    </a14:imgLayer>
                  </a14:imgProps>
                </a:ext>
                <a:ext uri="{28A0092B-C50C-407E-A947-70E740481C1C}">
                  <a14:useLocalDpi xmlns:a14="http://schemas.microsoft.com/office/drawing/2010/main" val="0"/>
                </a:ext>
              </a:extLst>
            </a:blip>
            <a:srcRect l="12897" t="3154" r="11149" b="3395"/>
            <a:stretch>
              <a:fillRect/>
            </a:stretch>
          </p:blipFill>
          <p:spPr>
            <a:xfrm>
              <a:off x="6908524" y="2279622"/>
              <a:ext cx="1924224" cy="3730760"/>
            </a:xfrm>
            <a:prstGeom prst="rect">
              <a:avLst/>
            </a:prstGeom>
          </p:spPr>
        </p:pic>
        <p:pic>
          <p:nvPicPr>
            <p:cNvPr id="15"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2131" b="15964"/>
            <a:stretch>
              <a:fillRect/>
            </a:stretch>
          </p:blipFill>
          <p:spPr bwMode="auto">
            <a:xfrm>
              <a:off x="9262864" y="4206224"/>
              <a:ext cx="2310141" cy="1661101"/>
            </a:xfrm>
            <a:prstGeom prst="rect">
              <a:avLst/>
            </a:prstGeom>
            <a:noFill/>
            <a:extLst>
              <a:ext uri="{909E8E84-426E-40DD-AFC4-6F175D3DCCD1}">
                <a14:hiddenFill xmlns:a14="http://schemas.microsoft.com/office/drawing/2010/main">
                  <a:solidFill>
                    <a:srgbClr val="FFFFFF"/>
                  </a:solidFill>
                </a14:hiddenFill>
              </a:ext>
            </a:extLst>
          </p:spPr>
        </p:pic>
      </p:grpSp>
      <p:pic>
        <p:nvPicPr>
          <p:cNvPr id="10"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324178" y="2279621"/>
            <a:ext cx="2248827" cy="1816345"/>
          </a:xfrm>
          <a:prstGeom prst="rect">
            <a:avLst/>
          </a:prstGeom>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61B116C-5022-40D8-9F0E-23C14AE232C0}" type="slidenum">
              <a:rPr kumimoji="0" lang="zh-CN" altLang="en-US" sz="14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t>18</a:t>
            </a:fld>
            <a:endParaRPr kumimoji="0" lang="zh-CN" altLang="en-US" sz="14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5" name="Title 1"/>
          <p:cNvSpPr txBox="1"/>
          <p:nvPr/>
        </p:nvSpPr>
        <p:spPr>
          <a:xfrm>
            <a:off x="344285" y="738464"/>
            <a:ext cx="10515600" cy="8300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solidFill>
                  <a:schemeClr val="accent1"/>
                </a:solidFill>
                <a:latin typeface="华文仿宋" panose="02010600040101010101" pitchFamily="2" charset="-122"/>
                <a:ea typeface="华文仿宋" panose="02010600040101010101" pitchFamily="2" charset="-122"/>
              </a:rPr>
              <a:t>编写</a:t>
            </a:r>
            <a:r>
              <a:rPr lang="en-US" altLang="zh-CN" dirty="0">
                <a:solidFill>
                  <a:schemeClr val="accent1"/>
                </a:solidFill>
                <a:latin typeface="华文仿宋" panose="02010600040101010101" pitchFamily="2" charset="-122"/>
                <a:ea typeface="华文仿宋" panose="02010600040101010101" pitchFamily="2" charset="-122"/>
              </a:rPr>
              <a:t>ROS</a:t>
            </a:r>
            <a:r>
              <a:rPr lang="zh-CN" altLang="en-US" dirty="0">
                <a:solidFill>
                  <a:schemeClr val="accent1"/>
                </a:solidFill>
                <a:latin typeface="华文仿宋" panose="02010600040101010101" pitchFamily="2" charset="-122"/>
                <a:ea typeface="华文仿宋" panose="02010600040101010101" pitchFamily="2" charset="-122"/>
              </a:rPr>
              <a:t>程序：控制方式</a:t>
            </a:r>
          </a:p>
        </p:txBody>
      </p:sp>
      <p:sp>
        <p:nvSpPr>
          <p:cNvPr id="6" name="文本框 5"/>
          <p:cNvSpPr txBox="1"/>
          <p:nvPr/>
        </p:nvSpPr>
        <p:spPr>
          <a:xfrm>
            <a:off x="269875" y="1337310"/>
            <a:ext cx="11221085" cy="5077460"/>
          </a:xfrm>
          <a:prstGeom prst="rect">
            <a:avLst/>
          </a:prstGeom>
          <a:noFill/>
        </p:spPr>
        <p:txBody>
          <a:bodyPr wrap="square" rtlCol="0">
            <a:spAutoFit/>
          </a:bodyPr>
          <a:lstStyle/>
          <a:p>
            <a:pPr>
              <a:lnSpc>
                <a:spcPct val="150000"/>
              </a:lnSpc>
            </a:pPr>
            <a:r>
              <a:rPr lang="zh-CN" altLang="en-US" sz="2400">
                <a:latin typeface="黑体" panose="02010609060101010101" pitchFamily="49" charset="-122"/>
                <a:ea typeface="黑体" panose="02010609060101010101" pitchFamily="49" charset="-122"/>
                <a:cs typeface="黑体" panose="02010609060101010101" pitchFamily="49" charset="-122"/>
              </a:rPr>
              <a:t>1、使用里程计：利用里程计获得机器人Z轴的旋转角，即机器人改变方向时转过的角度，当旋转角为90的倍数时，使角速度为0，控制机器人直线行驶；再利用里程计获得机器人X方向前进的距离，当距离为某一固定值的倍数时，使线速度为0，控制机器人转向，即可实现机器人进行矩形轨迹运动。</a:t>
            </a:r>
          </a:p>
          <a:p>
            <a:pPr>
              <a:lnSpc>
                <a:spcPct val="150000"/>
              </a:lnSpc>
            </a:pPr>
            <a:r>
              <a:rPr lang="zh-CN" altLang="en-US" sz="2400">
                <a:latin typeface="黑体" panose="02010609060101010101" pitchFamily="49" charset="-122"/>
                <a:ea typeface="黑体" panose="02010609060101010101" pitchFamily="49" charset="-122"/>
                <a:cs typeface="黑体" panose="02010609060101010101" pitchFamily="49" charset="-122"/>
              </a:rPr>
              <a:t>2、使用定时器：利用函数创建一个定时器，每隔一定时间在回调函数里改变一次线速度与角速度的值，即可实现机器人进行矩形轨迹运动。</a:t>
            </a:r>
          </a:p>
          <a:p>
            <a:pPr>
              <a:lnSpc>
                <a:spcPct val="150000"/>
              </a:lnSpc>
            </a:pPr>
            <a:r>
              <a:rPr lang="zh-CN" altLang="en-US" sz="2400">
                <a:latin typeface="黑体" panose="02010609060101010101" pitchFamily="49" charset="-122"/>
                <a:ea typeface="黑体" panose="02010609060101010101" pitchFamily="49" charset="-122"/>
                <a:cs typeface="黑体" panose="02010609060101010101" pitchFamily="49" charset="-122"/>
              </a:rPr>
              <a:t>3、使用循环标志位：在main函数里循环调用发布机器人速度的函数，但在发布机器人速度的函数里增加一个循环标志位，即每调用一次发布机器人速度的函数该标志位加一，每调用到一定次数时，改变线速度与角速度的值。</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61B116C-5022-40D8-9F0E-23C14AE232C0}" type="slidenum">
              <a:rPr kumimoji="0" lang="zh-CN" altLang="en-US" sz="14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t>19</a:t>
            </a:fld>
            <a:endParaRPr kumimoji="0" lang="zh-CN" altLang="en-US" sz="14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5" name="Title 1"/>
          <p:cNvSpPr txBox="1"/>
          <p:nvPr/>
        </p:nvSpPr>
        <p:spPr>
          <a:xfrm>
            <a:off x="344285" y="738464"/>
            <a:ext cx="10515600" cy="8300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solidFill>
                  <a:schemeClr val="accent1"/>
                </a:solidFill>
                <a:latin typeface="华文仿宋" panose="02010600040101010101" pitchFamily="2" charset="-122"/>
                <a:ea typeface="华文仿宋" panose="02010600040101010101" pitchFamily="2" charset="-122"/>
              </a:rPr>
              <a:t>编写</a:t>
            </a:r>
            <a:r>
              <a:rPr lang="en-US" altLang="zh-CN" dirty="0">
                <a:solidFill>
                  <a:schemeClr val="accent1"/>
                </a:solidFill>
                <a:latin typeface="华文仿宋" panose="02010600040101010101" pitchFamily="2" charset="-122"/>
                <a:ea typeface="华文仿宋" panose="02010600040101010101" pitchFamily="2" charset="-122"/>
              </a:rPr>
              <a:t>ROS</a:t>
            </a:r>
            <a:r>
              <a:rPr lang="zh-CN" altLang="en-US" dirty="0">
                <a:solidFill>
                  <a:schemeClr val="accent1"/>
                </a:solidFill>
                <a:latin typeface="华文仿宋" panose="02010600040101010101" pitchFamily="2" charset="-122"/>
                <a:ea typeface="华文仿宋" panose="02010600040101010101" pitchFamily="2" charset="-122"/>
              </a:rPr>
              <a:t>程序：核心代码</a:t>
            </a:r>
          </a:p>
        </p:txBody>
      </p:sp>
      <p:pic>
        <p:nvPicPr>
          <p:cNvPr id="4" name="图片 3"/>
          <p:cNvPicPr>
            <a:picLocks noChangeAspect="1"/>
          </p:cNvPicPr>
          <p:nvPr/>
        </p:nvPicPr>
        <p:blipFill>
          <a:blip r:embed="rId2"/>
          <a:stretch>
            <a:fillRect/>
          </a:stretch>
        </p:blipFill>
        <p:spPr>
          <a:xfrm>
            <a:off x="514985" y="1568450"/>
            <a:ext cx="4737100" cy="4657090"/>
          </a:xfrm>
          <a:prstGeom prst="rect">
            <a:avLst/>
          </a:prstGeom>
        </p:spPr>
      </p:pic>
      <p:sp>
        <p:nvSpPr>
          <p:cNvPr id="6" name="文本框 5"/>
          <p:cNvSpPr txBox="1"/>
          <p:nvPr/>
        </p:nvSpPr>
        <p:spPr>
          <a:xfrm>
            <a:off x="6563995" y="3115945"/>
            <a:ext cx="5001895" cy="1383665"/>
          </a:xfrm>
          <a:prstGeom prst="rect">
            <a:avLst/>
          </a:prstGeom>
          <a:noFill/>
        </p:spPr>
        <p:txBody>
          <a:bodyPr wrap="square" rtlCol="0">
            <a:spAutoFit/>
          </a:bodyPr>
          <a:lstStyle/>
          <a:p>
            <a:r>
              <a:rPr lang="zh-CN" altLang="en-US" sz="2800"/>
              <a:t>核心思想是通过设定转向与直线运动话题发布的次数来控制机器人进行矩形运动</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661B116C-5022-40D8-9F0E-23C14AE232C0}" type="slidenum">
              <a:rPr lang="zh-CN" altLang="en-US" smtClean="0"/>
              <a:t>20</a:t>
            </a:fld>
            <a:endParaRPr lang="zh-CN" altLang="en-US"/>
          </a:p>
        </p:txBody>
      </p:sp>
      <p:sp>
        <p:nvSpPr>
          <p:cNvPr id="3" name="文本框 2"/>
          <p:cNvSpPr txBox="1"/>
          <p:nvPr/>
        </p:nvSpPr>
        <p:spPr>
          <a:xfrm>
            <a:off x="160962" y="1463917"/>
            <a:ext cx="12031038" cy="4966465"/>
          </a:xfrm>
          <a:prstGeom prst="rect">
            <a:avLst/>
          </a:prstGeom>
          <a:noFill/>
        </p:spPr>
        <p:txBody>
          <a:bodyPr wrap="square" rtlCol="0">
            <a:noAutofit/>
          </a:bodyPr>
          <a:lstStyle/>
          <a:p>
            <a:pPr marL="285750" indent="-285750">
              <a:lnSpc>
                <a:spcPct val="150000"/>
              </a:lnSpc>
              <a:buClr>
                <a:srgbClr val="00B0F0"/>
              </a:buClr>
              <a:buSzPct val="120000"/>
              <a:buFont typeface="Wingdings" panose="05000000000000000000" pitchFamily="2" charset="2"/>
              <a:buChar char="p"/>
            </a:pPr>
            <a:r>
              <a:rPr lang="zh-CN" altLang="en-US" sz="2400" b="1" dirty="0">
                <a:latin typeface="Times New Roman" panose="02020603050405020304" pitchFamily="18" charset="0"/>
                <a:ea typeface="华文仿宋" panose="02010600040101010101" pitchFamily="2" charset="-122"/>
              </a:rPr>
              <a:t>结果与分析</a:t>
            </a:r>
            <a:endParaRPr lang="en-US" altLang="zh-CN" sz="2400" b="1" dirty="0">
              <a:latin typeface="Times New Roman" panose="02020603050405020304" pitchFamily="18" charset="0"/>
              <a:ea typeface="华文仿宋" panose="02010600040101010101" pitchFamily="2" charset="-122"/>
            </a:endParaRPr>
          </a:p>
          <a:p>
            <a:pPr marL="800100" lvl="1" indent="-342900">
              <a:lnSpc>
                <a:spcPct val="150000"/>
              </a:lnSpc>
              <a:buClr>
                <a:srgbClr val="00B0F0"/>
              </a:buClr>
              <a:buSzPct val="90000"/>
              <a:buFont typeface="Wingdings" panose="05000000000000000000" pitchFamily="2" charset="2"/>
              <a:buChar char="p"/>
            </a:pPr>
            <a:r>
              <a:rPr lang="zh-CN" sz="2400" b="1" dirty="0">
                <a:latin typeface="Times New Roman" panose="02020603050405020304" pitchFamily="18" charset="0"/>
                <a:ea typeface="华文仿宋" panose="02010600040101010101" pitchFamily="2" charset="-122"/>
              </a:rPr>
              <a:t>机器人可进行矩形运动，但在进行七到八圈之后会出现偏差，后期可进行优化。</a:t>
            </a:r>
          </a:p>
          <a:p>
            <a:pPr marL="800100" lvl="1" indent="-342900">
              <a:lnSpc>
                <a:spcPct val="150000"/>
              </a:lnSpc>
              <a:buClr>
                <a:srgbClr val="00B0F0"/>
              </a:buClr>
              <a:buSzPct val="90000"/>
              <a:buFont typeface="Wingdings" panose="05000000000000000000" pitchFamily="2" charset="2"/>
              <a:buChar char="p"/>
            </a:pPr>
            <a:r>
              <a:rPr lang="zh-CN" altLang="en-US" sz="2400" b="1" dirty="0">
                <a:latin typeface="Times New Roman" panose="02020603050405020304" pitchFamily="18" charset="0"/>
                <a:ea typeface="华文仿宋" panose="02010600040101010101" pitchFamily="2" charset="-122"/>
              </a:rPr>
              <a:t>本次实验主要是控制方式的实现，对于之前所述的前两种方式，通过实验发现结果并不理想，里程计的硬件数据不精确导致无法获取准确的转向角度，定时器的回调函数较难实现。</a:t>
            </a:r>
          </a:p>
          <a:p>
            <a:pPr marL="800100" lvl="1" indent="-342900">
              <a:lnSpc>
                <a:spcPct val="150000"/>
              </a:lnSpc>
              <a:buClr>
                <a:srgbClr val="00B0F0"/>
              </a:buClr>
              <a:buSzPct val="90000"/>
              <a:buFont typeface="Wingdings" panose="05000000000000000000" pitchFamily="2" charset="2"/>
              <a:buChar char="p"/>
            </a:pPr>
            <a:r>
              <a:rPr lang="zh-CN" altLang="en-US" sz="2400" b="1" dirty="0">
                <a:latin typeface="Times New Roman" panose="02020603050405020304" pitchFamily="18" charset="0"/>
                <a:ea typeface="华文仿宋" panose="02010600040101010101" pitchFamily="2" charset="-122"/>
              </a:rPr>
              <a:t>本次实验</a:t>
            </a:r>
            <a:r>
              <a:rPr lang="en-US" altLang="zh-CN" sz="2400" b="1" dirty="0">
                <a:latin typeface="Times New Roman" panose="02020603050405020304" pitchFamily="18" charset="0"/>
                <a:ea typeface="华文仿宋" panose="02010600040101010101" pitchFamily="2" charset="-122"/>
              </a:rPr>
              <a:t>由于程序简单，执行速度快，且线速度与角速度都有为0的时候，所以需要增加一个延时函数，否则会导致速度数据溢出，订阅者只能处理最后到来的数据，最终机器人不进行运动。</a:t>
            </a:r>
          </a:p>
        </p:txBody>
      </p:sp>
      <p:sp>
        <p:nvSpPr>
          <p:cNvPr id="4" name="Title 1"/>
          <p:cNvSpPr txBox="1"/>
          <p:nvPr/>
        </p:nvSpPr>
        <p:spPr>
          <a:xfrm>
            <a:off x="344285" y="727669"/>
            <a:ext cx="10515600" cy="8300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solidFill>
                  <a:schemeClr val="accent1"/>
                </a:solidFill>
                <a:latin typeface="华文仿宋" panose="02010600040101010101" pitchFamily="2" charset="-122"/>
                <a:ea typeface="华文仿宋" panose="02010600040101010101" pitchFamily="2" charset="-122"/>
              </a:rPr>
              <a:t>实验总结</a:t>
            </a:r>
            <a:r>
              <a:rPr lang="zh-CN" altLang="en-US" dirty="0">
                <a:solidFill>
                  <a:schemeClr val="accent1"/>
                </a:solidFill>
                <a:latin typeface="微软雅黑" panose="020B0503020204020204" pitchFamily="34" charset="-122"/>
                <a:ea typeface="微软雅黑" panose="020B0503020204020204" pitchFamily="34" charset="-122"/>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3" name="标题 2"/>
          <p:cNvSpPr>
            <a:spLocks noGrp="1"/>
          </p:cNvSpPr>
          <p:nvPr>
            <p:ph type="ctrTitle" idx="14"/>
            <p:custDataLst>
              <p:tags r:id="rId2"/>
            </p:custDataLst>
          </p:nvPr>
        </p:nvSpPr>
        <p:spPr>
          <a:xfrm>
            <a:off x="4493260" y="2824480"/>
            <a:ext cx="5438775" cy="1350010"/>
          </a:xfrm>
        </p:spPr>
        <p:txBody>
          <a:bodyPr>
            <a:normAutofit/>
          </a:bodyPr>
          <a:lstStyle/>
          <a:p>
            <a:r>
              <a:rPr lang="zh-CN" b="1" spc="200">
                <a:solidFill>
                  <a:srgbClr val="0070C0"/>
                </a:solidFill>
                <a:ea typeface="微软雅黑" panose="020B0503020204020204" pitchFamily="34" charset="-122"/>
                <a:cs typeface="微软雅黑" panose="020B0503020204020204" pitchFamily="34" charset="-122"/>
                <a:sym typeface="Arial" panose="020B0604020202020204" pitchFamily="34" charset="0"/>
              </a:rPr>
              <a:t>防跌落</a:t>
            </a:r>
            <a:r>
              <a:rPr lang="zh-CN" altLang="en-US" b="1" spc="200">
                <a:solidFill>
                  <a:srgbClr val="0070C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
            </a:r>
            <a:br>
              <a:rPr lang="zh-CN" altLang="en-US" b="1" spc="200">
                <a:solidFill>
                  <a:srgbClr val="0070C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br>
            <a:endParaRPr lang="zh-CN" altLang="en-US"/>
          </a:p>
        </p:txBody>
      </p:sp>
      <p:sp>
        <p:nvSpPr>
          <p:cNvPr id="8" name="文本框 7"/>
          <p:cNvSpPr txBox="1"/>
          <p:nvPr>
            <p:custDataLst>
              <p:tags r:id="rId3"/>
            </p:custDataLst>
          </p:nvPr>
        </p:nvSpPr>
        <p:spPr>
          <a:xfrm>
            <a:off x="2395795" y="2419256"/>
            <a:ext cx="1960245" cy="1755436"/>
          </a:xfrm>
          <a:prstGeom prst="rect">
            <a:avLst/>
          </a:prstGeom>
          <a:noFill/>
        </p:spPr>
        <p:txBody>
          <a:bodyPr wrap="square" lIns="36000" rtlCol="0" anchor="ctr" anchorCtr="0">
            <a:normAutofit lnSpcReduction="10000"/>
          </a:bodyPr>
          <a:lstStyle/>
          <a:p>
            <a:pPr algn="ctr"/>
            <a:r>
              <a:rPr lang="en-US" altLang="zh-CN" sz="11500" b="1" spc="200">
                <a:solidFill>
                  <a:srgbClr val="0070C0"/>
                </a:solidFill>
                <a:latin typeface="Arial" panose="020B0604020202020204" pitchFamily="34" charset="0"/>
                <a:ea typeface="微软雅黑" panose="020B0503020204020204" pitchFamily="34" charset="-122"/>
                <a:cs typeface="Arial" panose="020B0604020202020204" pitchFamily="34" charset="0"/>
              </a:rPr>
              <a:t>04</a:t>
            </a:r>
          </a:p>
        </p:txBody>
      </p:sp>
      <p:sp>
        <p:nvSpPr>
          <p:cNvPr id="9" name="矩形 8"/>
          <p:cNvSpPr/>
          <p:nvPr>
            <p:custDataLst>
              <p:tags r:id="rId4"/>
            </p:custDataLst>
          </p:nvPr>
        </p:nvSpPr>
        <p:spPr>
          <a:xfrm>
            <a:off x="2582424" y="4048328"/>
            <a:ext cx="1341876"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700" b="0" i="0" spc="20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61B116C-5022-40D8-9F0E-23C14AE232C0}" type="slidenum">
              <a:rPr kumimoji="0" lang="zh-CN" altLang="en-US" sz="14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t>22</a:t>
            </a:fld>
            <a:endParaRPr kumimoji="0" lang="zh-CN" altLang="en-US" sz="14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文本框 7"/>
          <p:cNvSpPr txBox="1"/>
          <p:nvPr/>
        </p:nvSpPr>
        <p:spPr>
          <a:xfrm>
            <a:off x="74654" y="1557745"/>
            <a:ext cx="6468520" cy="4428164"/>
          </a:xfrm>
          <a:prstGeom prst="rect">
            <a:avLst/>
          </a:prstGeom>
          <a:noFill/>
        </p:spPr>
        <p:txBody>
          <a:bodyPr wrap="square" rtlCol="0">
            <a:noAutofit/>
          </a:bodyPr>
          <a:lstStyle/>
          <a:p>
            <a:pPr marL="285750" indent="-285750">
              <a:lnSpc>
                <a:spcPct val="150000"/>
              </a:lnSpc>
              <a:buClr>
                <a:srgbClr val="00B0F0"/>
              </a:buClr>
              <a:buSzPct val="120000"/>
              <a:buFont typeface="Wingdings" panose="05000000000000000000" pitchFamily="2" charset="2"/>
              <a:buChar char="p"/>
            </a:pPr>
            <a:r>
              <a:rPr lang="zh-CN" altLang="en-US" sz="2400" b="1" dirty="0">
                <a:latin typeface="Times New Roman" panose="02020603050405020304" pitchFamily="18" charset="0"/>
                <a:ea typeface="华文仿宋" panose="02010600040101010101" pitchFamily="2" charset="-122"/>
              </a:rPr>
              <a:t>实验目的及意义</a:t>
            </a:r>
            <a:endParaRPr lang="en-US" altLang="zh-CN" sz="2400" b="1" dirty="0">
              <a:latin typeface="Times New Roman" panose="02020603050405020304" pitchFamily="18" charset="0"/>
              <a:ea typeface="华文仿宋" panose="02010600040101010101" pitchFamily="2" charset="-122"/>
            </a:endParaRPr>
          </a:p>
          <a:p>
            <a:pPr marL="800100" lvl="1" indent="-342900">
              <a:lnSpc>
                <a:spcPct val="150000"/>
              </a:lnSpc>
              <a:buClr>
                <a:srgbClr val="00B0F0"/>
              </a:buClr>
              <a:buSzPct val="90000"/>
              <a:buFont typeface="Wingdings" panose="05000000000000000000" pitchFamily="2" charset="2"/>
              <a:buChar char="p"/>
            </a:pPr>
            <a:r>
              <a:rPr sz="2000" b="1" dirty="0">
                <a:latin typeface="Times New Roman" panose="02020603050405020304" pitchFamily="18" charset="0"/>
                <a:ea typeface="华文仿宋" panose="02010600040101010101" pitchFamily="2" charset="-122"/>
              </a:rPr>
              <a:t>掌握Aimibot教育机器人</a:t>
            </a:r>
            <a:r>
              <a:rPr lang="zh-CN" sz="2000" b="1" dirty="0">
                <a:latin typeface="Times New Roman" panose="02020603050405020304" pitchFamily="18" charset="0"/>
                <a:ea typeface="华文仿宋" panose="02010600040101010101" pitchFamily="2" charset="-122"/>
              </a:rPr>
              <a:t>防跌落传感器</a:t>
            </a:r>
            <a:r>
              <a:rPr sz="2000" b="1" dirty="0">
                <a:latin typeface="Times New Roman" panose="02020603050405020304" pitchFamily="18" charset="0"/>
                <a:ea typeface="华文仿宋" panose="02010600040101010101" pitchFamily="2" charset="-122"/>
              </a:rPr>
              <a:t>原理</a:t>
            </a:r>
          </a:p>
          <a:p>
            <a:pPr marL="800100" lvl="1" indent="-342900">
              <a:lnSpc>
                <a:spcPct val="150000"/>
              </a:lnSpc>
              <a:buClr>
                <a:srgbClr val="00B0F0"/>
              </a:buClr>
              <a:buSzPct val="90000"/>
              <a:buFont typeface="Wingdings" panose="05000000000000000000" pitchFamily="2" charset="2"/>
              <a:buChar char="p"/>
            </a:pPr>
            <a:r>
              <a:rPr sz="2000" b="1" dirty="0">
                <a:latin typeface="Times New Roman" panose="02020603050405020304" pitchFamily="18" charset="0"/>
                <a:ea typeface="华文仿宋" panose="02010600040101010101" pitchFamily="2" charset="-122"/>
              </a:rPr>
              <a:t>熟练编写机器人</a:t>
            </a:r>
            <a:r>
              <a:rPr lang="zh-CN" sz="2000" b="1" dirty="0">
                <a:latin typeface="Times New Roman" panose="02020603050405020304" pitchFamily="18" charset="0"/>
                <a:ea typeface="华文仿宋" panose="02010600040101010101" pitchFamily="2" charset="-122"/>
              </a:rPr>
              <a:t>防跌落</a:t>
            </a:r>
            <a:r>
              <a:rPr sz="2000" b="1" dirty="0">
                <a:latin typeface="Times New Roman" panose="02020603050405020304" pitchFamily="18" charset="0"/>
                <a:ea typeface="华文仿宋" panose="02010600040101010101" pitchFamily="2" charset="-122"/>
              </a:rPr>
              <a:t>程序，实现机器人</a:t>
            </a:r>
            <a:r>
              <a:rPr lang="zh-CN" sz="2000" b="1" dirty="0">
                <a:latin typeface="Times New Roman" panose="02020603050405020304" pitchFamily="18" charset="0"/>
                <a:ea typeface="华文仿宋" panose="02010600040101010101" pitchFamily="2" charset="-122"/>
              </a:rPr>
              <a:t>运动过程防跌落功能</a:t>
            </a:r>
          </a:p>
          <a:p>
            <a:pPr marL="800100" lvl="1" indent="-342900">
              <a:lnSpc>
                <a:spcPct val="150000"/>
              </a:lnSpc>
              <a:buClr>
                <a:srgbClr val="00B0F0"/>
              </a:buClr>
              <a:buSzPct val="90000"/>
              <a:buFont typeface="Wingdings" panose="05000000000000000000" pitchFamily="2" charset="2"/>
              <a:buChar char="p"/>
            </a:pPr>
            <a:r>
              <a:rPr lang="zh-CN" altLang="en-US" sz="2400" b="1" dirty="0">
                <a:latin typeface="Times New Roman" panose="02020603050405020304" pitchFamily="18" charset="0"/>
                <a:ea typeface="华文仿宋" panose="02010600040101010101" pitchFamily="2" charset="-122"/>
              </a:rPr>
              <a:t>实验设备</a:t>
            </a:r>
            <a:endParaRPr lang="en-US" altLang="zh-CN" sz="2400" b="1" dirty="0">
              <a:latin typeface="Times New Roman" panose="02020603050405020304" pitchFamily="18" charset="0"/>
              <a:ea typeface="华文仿宋" panose="02010600040101010101" pitchFamily="2" charset="-122"/>
            </a:endParaRPr>
          </a:p>
          <a:p>
            <a:pPr marL="742950" lvl="1" indent="-285750">
              <a:lnSpc>
                <a:spcPct val="150000"/>
              </a:lnSpc>
              <a:buClr>
                <a:srgbClr val="00B0F0"/>
              </a:buClr>
              <a:buSzPct val="90000"/>
              <a:buFont typeface="Wingdings" panose="05000000000000000000" pitchFamily="2" charset="2"/>
              <a:buChar char="p"/>
            </a:pPr>
            <a:r>
              <a:rPr lang="zh-CN" altLang="en-US" sz="2000" b="1" dirty="0">
                <a:latin typeface="Times New Roman" panose="02020603050405020304" pitchFamily="18" charset="0"/>
                <a:ea typeface="华文仿宋" panose="02010600040101010101" pitchFamily="2" charset="-122"/>
              </a:rPr>
              <a:t>硬件设备：</a:t>
            </a:r>
            <a:r>
              <a:rPr lang="en-US" altLang="zh-CN" sz="2000" b="1" dirty="0" err="1">
                <a:latin typeface="Times New Roman" panose="02020603050405020304" pitchFamily="18" charset="0"/>
                <a:ea typeface="华文仿宋" panose="02010600040101010101" pitchFamily="2" charset="-122"/>
              </a:rPr>
              <a:t>Aimibot</a:t>
            </a:r>
            <a:r>
              <a:rPr lang="zh-CN" altLang="en-US" sz="2000" b="1" dirty="0">
                <a:latin typeface="Times New Roman" panose="02020603050405020304" pitchFamily="18" charset="0"/>
                <a:ea typeface="华文仿宋" panose="02010600040101010101" pitchFamily="2" charset="-122"/>
              </a:rPr>
              <a:t>教育机器人主体、键盘、鼠标；</a:t>
            </a:r>
            <a:endParaRPr lang="en-US" altLang="zh-CN" sz="2000" b="1" dirty="0">
              <a:latin typeface="Times New Roman" panose="02020603050405020304" pitchFamily="18" charset="0"/>
              <a:ea typeface="华文仿宋" panose="02010600040101010101" pitchFamily="2" charset="-122"/>
            </a:endParaRPr>
          </a:p>
          <a:p>
            <a:pPr marL="742950" lvl="1" indent="-285750">
              <a:lnSpc>
                <a:spcPct val="150000"/>
              </a:lnSpc>
              <a:buClr>
                <a:srgbClr val="00B0F0"/>
              </a:buClr>
              <a:buSzPct val="90000"/>
              <a:buFont typeface="Wingdings" panose="05000000000000000000" pitchFamily="2" charset="2"/>
              <a:buChar char="p"/>
            </a:pPr>
            <a:r>
              <a:rPr lang="zh-CN" altLang="en-US" sz="2000" b="1" dirty="0">
                <a:latin typeface="Times New Roman" panose="02020603050405020304" pitchFamily="18" charset="0"/>
                <a:ea typeface="华文仿宋" panose="02010600040101010101" pitchFamily="2" charset="-122"/>
              </a:rPr>
              <a:t>软件设备：</a:t>
            </a:r>
            <a:r>
              <a:rPr lang="en-US" altLang="zh-CN" sz="2000" b="1" dirty="0">
                <a:latin typeface="Times New Roman" panose="02020603050405020304" pitchFamily="18" charset="0"/>
                <a:ea typeface="华文仿宋" panose="02010600040101010101" pitchFamily="2" charset="-122"/>
              </a:rPr>
              <a:t>Ubuntu</a:t>
            </a:r>
            <a:r>
              <a:rPr lang="zh-CN" altLang="en-US" sz="2000" b="1" dirty="0">
                <a:latin typeface="Times New Roman" panose="02020603050405020304" pitchFamily="18" charset="0"/>
                <a:ea typeface="华文仿宋" panose="02010600040101010101" pitchFamily="2" charset="-122"/>
              </a:rPr>
              <a:t>系统、</a:t>
            </a:r>
            <a:r>
              <a:rPr lang="en-US" altLang="zh-CN" sz="2000" b="1" dirty="0">
                <a:latin typeface="Times New Roman" panose="02020603050405020304" pitchFamily="18" charset="0"/>
                <a:ea typeface="华文仿宋" panose="02010600040101010101" pitchFamily="2" charset="-122"/>
              </a:rPr>
              <a:t>ROS</a:t>
            </a:r>
            <a:r>
              <a:rPr lang="zh-CN" altLang="en-US" sz="2000" b="1" dirty="0">
                <a:latin typeface="Times New Roman" panose="02020603050405020304" pitchFamily="18" charset="0"/>
                <a:ea typeface="华文仿宋" panose="02010600040101010101" pitchFamily="2" charset="-122"/>
              </a:rPr>
              <a:t>操作系统</a:t>
            </a:r>
            <a:endParaRPr lang="en-US" altLang="zh-CN" b="1" dirty="0">
              <a:latin typeface="Times New Roman" panose="02020603050405020304" pitchFamily="18" charset="0"/>
              <a:ea typeface="华文仿宋" panose="02010600040101010101" pitchFamily="2" charset="-122"/>
            </a:endParaRPr>
          </a:p>
        </p:txBody>
      </p:sp>
      <p:sp>
        <p:nvSpPr>
          <p:cNvPr id="9" name="Title 1"/>
          <p:cNvSpPr txBox="1"/>
          <p:nvPr/>
        </p:nvSpPr>
        <p:spPr>
          <a:xfrm>
            <a:off x="344285" y="727669"/>
            <a:ext cx="10515600" cy="8300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solidFill>
                  <a:schemeClr val="accent1"/>
                </a:solidFill>
                <a:latin typeface="华文仿宋" panose="02010600040101010101" pitchFamily="2" charset="-122"/>
                <a:ea typeface="华文仿宋" panose="02010600040101010101" pitchFamily="2" charset="-122"/>
              </a:rPr>
              <a:t>实验简介</a:t>
            </a:r>
            <a:r>
              <a:rPr lang="zh-CN" altLang="en-US" dirty="0">
                <a:solidFill>
                  <a:schemeClr val="accent1"/>
                </a:solidFill>
                <a:latin typeface="微软雅黑" panose="020B0503020204020204" pitchFamily="34" charset="-122"/>
                <a:ea typeface="微软雅黑" panose="020B0503020204020204" pitchFamily="34" charset="-122"/>
              </a:rPr>
              <a:t>：</a:t>
            </a:r>
          </a:p>
        </p:txBody>
      </p:sp>
      <p:grpSp>
        <p:nvGrpSpPr>
          <p:cNvPr id="7" name="组合 6"/>
          <p:cNvGrpSpPr/>
          <p:nvPr/>
        </p:nvGrpSpPr>
        <p:grpSpPr>
          <a:xfrm>
            <a:off x="6842590" y="2013734"/>
            <a:ext cx="4900772" cy="3996648"/>
            <a:chOff x="6842590" y="2013734"/>
            <a:chExt cx="4900772" cy="3996648"/>
          </a:xfrm>
        </p:grpSpPr>
        <p:sp>
          <p:nvSpPr>
            <p:cNvPr id="12" name="矩形 11"/>
            <p:cNvSpPr/>
            <p:nvPr/>
          </p:nvSpPr>
          <p:spPr>
            <a:xfrm>
              <a:off x="6842590" y="2013734"/>
              <a:ext cx="4900772" cy="3996647"/>
            </a:xfrm>
            <a:prstGeom prst="rect">
              <a:avLst/>
            </a:prstGeom>
            <a:ln w="19050">
              <a:solidFill>
                <a:srgbClr val="00B0F0"/>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pic>
          <p:nvPicPr>
            <p:cNvPr id="13" name="Picture 11"/>
            <p:cNvPicPr>
              <a:picLocks noChangeAspect="1"/>
            </p:cNvPicPr>
            <p:nvPr/>
          </p:nvPicPr>
          <p:blipFill rotWithShape="1">
            <a:blip r:embed="rId2" cstate="print">
              <a:extLst>
                <a:ext uri="{BEBA8EAE-BF5A-486C-A8C5-ECC9F3942E4B}">
                  <a14:imgProps xmlns:a14="http://schemas.microsoft.com/office/drawing/2010/main">
                    <a14:imgLayer r:embed="rId3">
                      <a14:imgEffect>
                        <a14:backgroundRemoval t="4643" b="92612" l="9924" r="89822">
                          <a14:foregroundMark x1="21947" y1="5168" x2="28817" y2="13605"/>
                          <a14:foregroundMark x1="28817" y1="13605" x2="58206" y2="17683"/>
                          <a14:foregroundMark x1="58206" y1="17683" x2="72583" y2="18167"/>
                          <a14:foregroundMark x1="72583" y1="18167" x2="66412" y2="9487"/>
                          <a14:foregroundMark x1="66412" y1="9487" x2="35941" y2="8761"/>
                          <a14:foregroundMark x1="35941" y1="8761" x2="25318" y2="6419"/>
                          <a14:foregroundMark x1="24427" y1="90190" x2="54262" y2="92652"/>
                          <a14:foregroundMark x1="54262" y1="92652" x2="75127" y2="91239"/>
                          <a14:foregroundMark x1="52608" y1="6782" x2="66667" y2="8195"/>
                          <a14:foregroundMark x1="66667" y1="8195" x2="79326" y2="18046"/>
                          <a14:foregroundMark x1="51463" y1="6944" x2="32061" y2="4643"/>
                          <a14:foregroundMark x1="62294" y1="26041" x2="65020" y2="24465"/>
                          <a14:foregroundMark x1="58524" y1="28220" x2="59509" y2="27651"/>
                          <a14:foregroundMark x1="69211" y1="22043" x2="69211" y2="21760"/>
                          <a14:backgroundMark x1="12913" y1="76948" x2="15458" y2="84457"/>
                          <a14:backgroundMark x1="66412" y1="21599" x2="66412" y2="23375"/>
                          <a14:backgroundMark x1="65840" y1="24465" x2="65840" y2="24465"/>
                          <a14:backgroundMark x1="65522" y1="24828" x2="66094" y2="24263"/>
                          <a14:backgroundMark x1="67812" y1="23214" x2="67812" y2="22487"/>
                          <a14:backgroundMark x1="65267" y1="25717" x2="68066" y2="23375"/>
                          <a14:backgroundMark x1="68639" y1="22689" x2="66412" y2="23214"/>
                          <a14:backgroundMark x1="61896" y1="25878" x2="60178" y2="27331"/>
                          <a14:backgroundMark x1="68066" y1="22325" x2="68639" y2="23577"/>
                          <a14:backgroundMark x1="64695" y1="24828" x2="65522" y2="26080"/>
                          <a14:backgroundMark x1="62468" y1="25515" x2="62150" y2="26403"/>
                          <a14:backgroundMark x1="60178" y1="27493" x2="59351" y2="27493"/>
                        </a14:backgroundRemoval>
                      </a14:imgEffect>
                    </a14:imgLayer>
                  </a14:imgProps>
                </a:ext>
                <a:ext uri="{28A0092B-C50C-407E-A947-70E740481C1C}">
                  <a14:useLocalDpi xmlns:a14="http://schemas.microsoft.com/office/drawing/2010/main" val="0"/>
                </a:ext>
              </a:extLst>
            </a:blip>
            <a:srcRect l="12897" t="3154" r="11149" b="3395"/>
            <a:stretch>
              <a:fillRect/>
            </a:stretch>
          </p:blipFill>
          <p:spPr>
            <a:xfrm>
              <a:off x="6908524" y="2279622"/>
              <a:ext cx="1924224" cy="3730760"/>
            </a:xfrm>
            <a:prstGeom prst="rect">
              <a:avLst/>
            </a:prstGeom>
          </p:spPr>
        </p:pic>
        <p:pic>
          <p:nvPicPr>
            <p:cNvPr id="15"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2131" b="15964"/>
            <a:stretch>
              <a:fillRect/>
            </a:stretch>
          </p:blipFill>
          <p:spPr bwMode="auto">
            <a:xfrm>
              <a:off x="9262864" y="4206224"/>
              <a:ext cx="2310141" cy="1661101"/>
            </a:xfrm>
            <a:prstGeom prst="rect">
              <a:avLst/>
            </a:prstGeom>
            <a:noFill/>
            <a:extLst>
              <a:ext uri="{909E8E84-426E-40DD-AFC4-6F175D3DCCD1}">
                <a14:hiddenFill xmlns:a14="http://schemas.microsoft.com/office/drawing/2010/main">
                  <a:solidFill>
                    <a:srgbClr val="FFFFFF"/>
                  </a:solidFill>
                </a14:hiddenFill>
              </a:ext>
            </a:extLst>
          </p:spPr>
        </p:pic>
      </p:grpSp>
      <p:pic>
        <p:nvPicPr>
          <p:cNvPr id="10"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324178" y="2279621"/>
            <a:ext cx="2248827" cy="1816345"/>
          </a:xfrm>
          <a:prstGeom prst="rect">
            <a:avLst/>
          </a:prstGeom>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61B116C-5022-40D8-9F0E-23C14AE232C0}" type="slidenum">
              <a:rPr kumimoji="0" lang="zh-CN" altLang="en-US" sz="14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t>23</a:t>
            </a:fld>
            <a:endParaRPr kumimoji="0" lang="zh-CN" altLang="en-US" sz="14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5" name="Title 1"/>
          <p:cNvSpPr txBox="1"/>
          <p:nvPr/>
        </p:nvSpPr>
        <p:spPr>
          <a:xfrm>
            <a:off x="344285" y="738464"/>
            <a:ext cx="10515600" cy="8300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solidFill>
                  <a:schemeClr val="accent1"/>
                </a:solidFill>
                <a:latin typeface="华文仿宋" panose="02010600040101010101" pitchFamily="2" charset="-122"/>
                <a:ea typeface="华文仿宋" panose="02010600040101010101" pitchFamily="2" charset="-122"/>
              </a:rPr>
              <a:t>编写</a:t>
            </a:r>
            <a:r>
              <a:rPr lang="en-US" altLang="zh-CN" dirty="0">
                <a:solidFill>
                  <a:schemeClr val="accent1"/>
                </a:solidFill>
                <a:latin typeface="华文仿宋" panose="02010600040101010101" pitchFamily="2" charset="-122"/>
                <a:ea typeface="华文仿宋" panose="02010600040101010101" pitchFamily="2" charset="-122"/>
              </a:rPr>
              <a:t>ROS</a:t>
            </a:r>
            <a:r>
              <a:rPr lang="zh-CN" altLang="en-US" dirty="0">
                <a:solidFill>
                  <a:schemeClr val="accent1"/>
                </a:solidFill>
                <a:latin typeface="华文仿宋" panose="02010600040101010101" pitchFamily="2" charset="-122"/>
                <a:ea typeface="华文仿宋" panose="02010600040101010101" pitchFamily="2" charset="-122"/>
              </a:rPr>
              <a:t>程序：核心代码</a:t>
            </a:r>
          </a:p>
        </p:txBody>
      </p:sp>
      <p:sp>
        <p:nvSpPr>
          <p:cNvPr id="6" name="文本框 5"/>
          <p:cNvSpPr txBox="1"/>
          <p:nvPr/>
        </p:nvSpPr>
        <p:spPr>
          <a:xfrm>
            <a:off x="5680075" y="1779270"/>
            <a:ext cx="5875020" cy="3322955"/>
          </a:xfrm>
          <a:prstGeom prst="rect">
            <a:avLst/>
          </a:prstGeom>
          <a:noFill/>
        </p:spPr>
        <p:txBody>
          <a:bodyPr wrap="square" rtlCol="0">
            <a:spAutoFit/>
          </a:bodyPr>
          <a:lstStyle/>
          <a:p>
            <a:pPr>
              <a:lnSpc>
                <a:spcPct val="150000"/>
              </a:lnSpc>
            </a:pPr>
            <a:r>
              <a:rPr lang="zh-CN" altLang="en-US" sz="2800">
                <a:latin typeface="微软雅黑" panose="020B0503020204020204" pitchFamily="34" charset="-122"/>
                <a:ea typeface="微软雅黑" panose="020B0503020204020204" pitchFamily="34" charset="-122"/>
              </a:rPr>
              <a:t>核心思想是在机器人前进过程中，当防跌落传感器检测到有高度落差时控制机器人前进或者后退，完成前进或者后退操作后转向，转向后再执行超声波避障前行操作。</a:t>
            </a:r>
          </a:p>
        </p:txBody>
      </p:sp>
      <p:pic>
        <p:nvPicPr>
          <p:cNvPr id="7" name="图片 6"/>
          <p:cNvPicPr>
            <a:picLocks noChangeAspect="1"/>
          </p:cNvPicPr>
          <p:nvPr/>
        </p:nvPicPr>
        <p:blipFill>
          <a:blip r:embed="rId2"/>
          <a:stretch>
            <a:fillRect/>
          </a:stretch>
        </p:blipFill>
        <p:spPr>
          <a:xfrm>
            <a:off x="344285" y="1425359"/>
            <a:ext cx="3949700" cy="509016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661B116C-5022-40D8-9F0E-23C14AE232C0}" type="slidenum">
              <a:rPr lang="zh-CN" altLang="en-US" smtClean="0"/>
              <a:t>24</a:t>
            </a:fld>
            <a:endParaRPr lang="zh-CN" altLang="en-US"/>
          </a:p>
        </p:txBody>
      </p:sp>
      <p:sp>
        <p:nvSpPr>
          <p:cNvPr id="3" name="文本框 2"/>
          <p:cNvSpPr txBox="1"/>
          <p:nvPr/>
        </p:nvSpPr>
        <p:spPr>
          <a:xfrm>
            <a:off x="160962" y="1463917"/>
            <a:ext cx="12031038" cy="4966465"/>
          </a:xfrm>
          <a:prstGeom prst="rect">
            <a:avLst/>
          </a:prstGeom>
          <a:noFill/>
        </p:spPr>
        <p:txBody>
          <a:bodyPr wrap="square" rtlCol="0">
            <a:noAutofit/>
          </a:bodyPr>
          <a:lstStyle/>
          <a:p>
            <a:pPr marL="285750" indent="-285750">
              <a:lnSpc>
                <a:spcPct val="150000"/>
              </a:lnSpc>
              <a:buClr>
                <a:srgbClr val="00B0F0"/>
              </a:buClr>
              <a:buSzPct val="120000"/>
              <a:buFont typeface="Wingdings" panose="05000000000000000000" pitchFamily="2" charset="2"/>
              <a:buChar char="p"/>
            </a:pPr>
            <a:r>
              <a:rPr lang="zh-CN" altLang="en-US" sz="2400" b="1" dirty="0">
                <a:latin typeface="Times New Roman" panose="02020603050405020304" pitchFamily="18" charset="0"/>
                <a:ea typeface="华文仿宋" panose="02010600040101010101" pitchFamily="2" charset="-122"/>
              </a:rPr>
              <a:t>结果与分析</a:t>
            </a:r>
            <a:endParaRPr lang="en-US" altLang="zh-CN" sz="2400" b="1" dirty="0">
              <a:latin typeface="Times New Roman" panose="02020603050405020304" pitchFamily="18" charset="0"/>
              <a:ea typeface="华文仿宋" panose="02010600040101010101" pitchFamily="2" charset="-122"/>
            </a:endParaRPr>
          </a:p>
          <a:p>
            <a:pPr marL="800100" lvl="1" indent="-342900">
              <a:lnSpc>
                <a:spcPct val="150000"/>
              </a:lnSpc>
              <a:buClr>
                <a:srgbClr val="00B0F0"/>
              </a:buClr>
              <a:buSzPct val="90000"/>
              <a:buFont typeface="Wingdings" panose="05000000000000000000" pitchFamily="2" charset="2"/>
              <a:buChar char="p"/>
            </a:pPr>
            <a:r>
              <a:rPr lang="zh-CN" sz="2400" b="1" dirty="0">
                <a:latin typeface="Times New Roman" panose="02020603050405020304" pitchFamily="18" charset="0"/>
                <a:ea typeface="华文仿宋" panose="02010600040101010101" pitchFamily="2" charset="-122"/>
              </a:rPr>
              <a:t>机器人首先进行超声波避障功能，在发现机器人前方或者后方有高度落差时，倒退或者前进一段距离，再左转一定角度，接着进行超声波避障，实现机器人防跌落功能。</a:t>
            </a:r>
          </a:p>
          <a:p>
            <a:pPr marL="800100" lvl="1" indent="-342900">
              <a:lnSpc>
                <a:spcPct val="150000"/>
              </a:lnSpc>
              <a:buClr>
                <a:srgbClr val="00B0F0"/>
              </a:buClr>
              <a:buSzPct val="90000"/>
              <a:buFont typeface="Wingdings" panose="05000000000000000000" pitchFamily="2" charset="2"/>
              <a:buChar char="p"/>
            </a:pPr>
            <a:r>
              <a:rPr lang="zh-CN" altLang="en-US" sz="2400" b="1" dirty="0">
                <a:latin typeface="Times New Roman" panose="02020603050405020304" pitchFamily="18" charset="0"/>
                <a:ea typeface="华文仿宋" panose="02010600040101010101" pitchFamily="2" charset="-122"/>
              </a:rPr>
              <a:t>本次实验主要是机器人直行与转向控制的实现，实现方式与矩形运动类似，使用循环标志位进行控制，由于一次操作过程包括直行与转向两个控制形式，所以需设置两个循环标志位。</a:t>
            </a:r>
          </a:p>
          <a:p>
            <a:pPr lvl="1" indent="0">
              <a:lnSpc>
                <a:spcPct val="150000"/>
              </a:lnSpc>
              <a:buClr>
                <a:srgbClr val="00B0F0"/>
              </a:buClr>
              <a:buSzPct val="90000"/>
              <a:buFont typeface="Wingdings" panose="05000000000000000000" pitchFamily="2" charset="2"/>
              <a:buNone/>
            </a:pPr>
            <a:endParaRPr lang="en-US" altLang="zh-CN" sz="2400" b="1" dirty="0">
              <a:latin typeface="Times New Roman" panose="02020603050405020304" pitchFamily="18" charset="0"/>
              <a:ea typeface="华文仿宋" panose="02010600040101010101" pitchFamily="2" charset="-122"/>
            </a:endParaRPr>
          </a:p>
        </p:txBody>
      </p:sp>
      <p:sp>
        <p:nvSpPr>
          <p:cNvPr id="4" name="Title 1"/>
          <p:cNvSpPr txBox="1"/>
          <p:nvPr/>
        </p:nvSpPr>
        <p:spPr>
          <a:xfrm>
            <a:off x="344285" y="727669"/>
            <a:ext cx="10515600" cy="8300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solidFill>
                  <a:schemeClr val="accent1"/>
                </a:solidFill>
                <a:latin typeface="华文仿宋" panose="02010600040101010101" pitchFamily="2" charset="-122"/>
                <a:ea typeface="华文仿宋" panose="02010600040101010101" pitchFamily="2" charset="-122"/>
              </a:rPr>
              <a:t>实验总结</a:t>
            </a:r>
            <a:r>
              <a:rPr lang="zh-CN" altLang="en-US" dirty="0">
                <a:solidFill>
                  <a:schemeClr val="accent1"/>
                </a:solidFill>
                <a:latin typeface="微软雅黑" panose="020B0503020204020204" pitchFamily="34" charset="-122"/>
                <a:ea typeface="微软雅黑" panose="020B0503020204020204" pitchFamily="34" charset="-122"/>
              </a:rPr>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3" name="标题 2"/>
          <p:cNvSpPr>
            <a:spLocks noGrp="1"/>
          </p:cNvSpPr>
          <p:nvPr>
            <p:ph type="ctrTitle" idx="14"/>
            <p:custDataLst>
              <p:tags r:id="rId2"/>
            </p:custDataLst>
          </p:nvPr>
        </p:nvSpPr>
        <p:spPr>
          <a:xfrm>
            <a:off x="4493260" y="2824480"/>
            <a:ext cx="5438775" cy="1350010"/>
          </a:xfrm>
        </p:spPr>
        <p:txBody>
          <a:bodyPr>
            <a:normAutofit/>
          </a:bodyPr>
          <a:lstStyle/>
          <a:p>
            <a:r>
              <a:rPr lang="zh-CN" b="1" spc="200">
                <a:solidFill>
                  <a:srgbClr val="0070C0"/>
                </a:solidFill>
                <a:ea typeface="微软雅黑" panose="020B0503020204020204" pitchFamily="34" charset="-122"/>
                <a:cs typeface="微软雅黑" panose="020B0503020204020204" pitchFamily="34" charset="-122"/>
                <a:sym typeface="Arial" panose="020B0604020202020204" pitchFamily="34" charset="0"/>
              </a:rPr>
              <a:t>上位机查看串口数据</a:t>
            </a:r>
            <a:r>
              <a:rPr lang="zh-CN" altLang="en-US" b="1" spc="200">
                <a:solidFill>
                  <a:srgbClr val="0070C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
            </a:r>
            <a:br>
              <a:rPr lang="zh-CN" altLang="en-US" b="1" spc="200">
                <a:solidFill>
                  <a:srgbClr val="0070C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br>
            <a:endParaRPr lang="zh-CN" altLang="en-US"/>
          </a:p>
        </p:txBody>
      </p:sp>
      <p:sp>
        <p:nvSpPr>
          <p:cNvPr id="8" name="文本框 7"/>
          <p:cNvSpPr txBox="1"/>
          <p:nvPr>
            <p:custDataLst>
              <p:tags r:id="rId3"/>
            </p:custDataLst>
          </p:nvPr>
        </p:nvSpPr>
        <p:spPr>
          <a:xfrm>
            <a:off x="2395795" y="2419256"/>
            <a:ext cx="1960245" cy="1755436"/>
          </a:xfrm>
          <a:prstGeom prst="rect">
            <a:avLst/>
          </a:prstGeom>
          <a:noFill/>
        </p:spPr>
        <p:txBody>
          <a:bodyPr wrap="square" lIns="36000" rtlCol="0" anchor="ctr" anchorCtr="0">
            <a:normAutofit lnSpcReduction="10000"/>
          </a:bodyPr>
          <a:lstStyle/>
          <a:p>
            <a:pPr algn="ctr"/>
            <a:r>
              <a:rPr lang="en-US" altLang="zh-CN" sz="11500" b="1" spc="200">
                <a:solidFill>
                  <a:srgbClr val="0070C0"/>
                </a:solidFill>
                <a:latin typeface="Arial" panose="020B0604020202020204" pitchFamily="34" charset="0"/>
                <a:ea typeface="微软雅黑" panose="020B0503020204020204" pitchFamily="34" charset="-122"/>
                <a:cs typeface="Arial" panose="020B0604020202020204" pitchFamily="34" charset="0"/>
              </a:rPr>
              <a:t>05</a:t>
            </a:r>
          </a:p>
        </p:txBody>
      </p:sp>
      <p:sp>
        <p:nvSpPr>
          <p:cNvPr id="9" name="矩形 8"/>
          <p:cNvSpPr/>
          <p:nvPr>
            <p:custDataLst>
              <p:tags r:id="rId4"/>
            </p:custDataLst>
          </p:nvPr>
        </p:nvSpPr>
        <p:spPr>
          <a:xfrm>
            <a:off x="2582424" y="4048328"/>
            <a:ext cx="1341876"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700" b="0" i="0" spc="20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61B116C-5022-40D8-9F0E-23C14AE232C0}" type="slidenum">
              <a:rPr kumimoji="0" lang="zh-CN" altLang="en-US" sz="14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t>26</a:t>
            </a:fld>
            <a:endParaRPr kumimoji="0" lang="zh-CN" altLang="en-US" sz="14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文本框 7"/>
          <p:cNvSpPr txBox="1"/>
          <p:nvPr/>
        </p:nvSpPr>
        <p:spPr>
          <a:xfrm>
            <a:off x="74654" y="1557745"/>
            <a:ext cx="6468520" cy="4428164"/>
          </a:xfrm>
          <a:prstGeom prst="rect">
            <a:avLst/>
          </a:prstGeom>
          <a:noFill/>
        </p:spPr>
        <p:txBody>
          <a:bodyPr wrap="square" rtlCol="0">
            <a:noAutofit/>
          </a:bodyPr>
          <a:lstStyle/>
          <a:p>
            <a:pPr marL="285750" indent="-285750">
              <a:lnSpc>
                <a:spcPct val="150000"/>
              </a:lnSpc>
              <a:buClr>
                <a:srgbClr val="00B0F0"/>
              </a:buClr>
              <a:buSzPct val="120000"/>
              <a:buFont typeface="Wingdings" panose="05000000000000000000" pitchFamily="2" charset="2"/>
              <a:buChar char="p"/>
            </a:pPr>
            <a:r>
              <a:rPr lang="zh-CN" altLang="en-US" sz="2400" b="1" dirty="0">
                <a:latin typeface="Times New Roman" panose="02020603050405020304" pitchFamily="18" charset="0"/>
                <a:ea typeface="华文仿宋" panose="02010600040101010101" pitchFamily="2" charset="-122"/>
              </a:rPr>
              <a:t>实验目的及意义</a:t>
            </a:r>
            <a:endParaRPr lang="en-US" altLang="zh-CN" sz="2400" b="1" dirty="0">
              <a:latin typeface="Times New Roman" panose="02020603050405020304" pitchFamily="18" charset="0"/>
              <a:ea typeface="华文仿宋" panose="02010600040101010101" pitchFamily="2" charset="-122"/>
            </a:endParaRPr>
          </a:p>
          <a:p>
            <a:pPr marL="800100" lvl="1" indent="-342900">
              <a:lnSpc>
                <a:spcPct val="150000"/>
              </a:lnSpc>
              <a:buClr>
                <a:srgbClr val="00B0F0"/>
              </a:buClr>
              <a:buSzPct val="90000"/>
              <a:buFont typeface="Wingdings" panose="05000000000000000000" pitchFamily="2" charset="2"/>
              <a:buChar char="p"/>
            </a:pPr>
            <a:r>
              <a:rPr sz="2000" b="1" dirty="0">
                <a:latin typeface="Times New Roman" panose="02020603050405020304" pitchFamily="18" charset="0"/>
                <a:ea typeface="华文仿宋" panose="02010600040101010101" pitchFamily="2" charset="-122"/>
              </a:rPr>
              <a:t>掌握Aimibot教育机器人串口通信的数据</a:t>
            </a:r>
          </a:p>
          <a:p>
            <a:pPr marL="800100" lvl="1" indent="-342900">
              <a:lnSpc>
                <a:spcPct val="150000"/>
              </a:lnSpc>
              <a:buClr>
                <a:srgbClr val="00B0F0"/>
              </a:buClr>
              <a:buSzPct val="90000"/>
              <a:buFont typeface="Wingdings" panose="05000000000000000000" pitchFamily="2" charset="2"/>
              <a:buChar char="p"/>
            </a:pPr>
            <a:r>
              <a:rPr sz="2000" b="1" dirty="0">
                <a:latin typeface="Times New Roman" panose="02020603050405020304" pitchFamily="18" charset="0"/>
                <a:ea typeface="华文仿宋" panose="02010600040101010101" pitchFamily="2" charset="-122"/>
              </a:rPr>
              <a:t>熟练编写获取机器人串口传输数据的程序，实现用上位机查看串口数据</a:t>
            </a:r>
          </a:p>
          <a:p>
            <a:pPr marL="800100" lvl="1" indent="-342900">
              <a:lnSpc>
                <a:spcPct val="150000"/>
              </a:lnSpc>
              <a:buClr>
                <a:srgbClr val="00B0F0"/>
              </a:buClr>
              <a:buSzPct val="90000"/>
              <a:buFont typeface="Wingdings" panose="05000000000000000000" pitchFamily="2" charset="2"/>
              <a:buChar char="p"/>
            </a:pPr>
            <a:r>
              <a:rPr lang="zh-CN" altLang="en-US" sz="2400" b="1" dirty="0">
                <a:latin typeface="Times New Roman" panose="02020603050405020304" pitchFamily="18" charset="0"/>
                <a:ea typeface="华文仿宋" panose="02010600040101010101" pitchFamily="2" charset="-122"/>
              </a:rPr>
              <a:t>实验设备</a:t>
            </a:r>
            <a:endParaRPr lang="en-US" altLang="zh-CN" sz="2400" b="1" dirty="0">
              <a:latin typeface="Times New Roman" panose="02020603050405020304" pitchFamily="18" charset="0"/>
              <a:ea typeface="华文仿宋" panose="02010600040101010101" pitchFamily="2" charset="-122"/>
            </a:endParaRPr>
          </a:p>
          <a:p>
            <a:pPr marL="742950" lvl="1" indent="-285750">
              <a:lnSpc>
                <a:spcPct val="150000"/>
              </a:lnSpc>
              <a:buClr>
                <a:srgbClr val="00B0F0"/>
              </a:buClr>
              <a:buSzPct val="90000"/>
              <a:buFont typeface="Wingdings" panose="05000000000000000000" pitchFamily="2" charset="2"/>
              <a:buChar char="p"/>
            </a:pPr>
            <a:r>
              <a:rPr lang="zh-CN" altLang="en-US" sz="2000" b="1" dirty="0">
                <a:latin typeface="Times New Roman" panose="02020603050405020304" pitchFamily="18" charset="0"/>
                <a:ea typeface="华文仿宋" panose="02010600040101010101" pitchFamily="2" charset="-122"/>
              </a:rPr>
              <a:t>硬件设备：</a:t>
            </a:r>
            <a:r>
              <a:rPr lang="en-US" altLang="zh-CN" sz="2000" b="1" dirty="0" err="1">
                <a:latin typeface="Times New Roman" panose="02020603050405020304" pitchFamily="18" charset="0"/>
                <a:ea typeface="华文仿宋" panose="02010600040101010101" pitchFamily="2" charset="-122"/>
              </a:rPr>
              <a:t>Aimibot</a:t>
            </a:r>
            <a:r>
              <a:rPr lang="zh-CN" altLang="en-US" sz="2000" b="1" dirty="0">
                <a:latin typeface="Times New Roman" panose="02020603050405020304" pitchFamily="18" charset="0"/>
                <a:ea typeface="华文仿宋" panose="02010600040101010101" pitchFamily="2" charset="-122"/>
              </a:rPr>
              <a:t>教育机器人主体、键盘、鼠标；</a:t>
            </a:r>
            <a:endParaRPr lang="en-US" altLang="zh-CN" sz="2000" b="1" dirty="0">
              <a:latin typeface="Times New Roman" panose="02020603050405020304" pitchFamily="18" charset="0"/>
              <a:ea typeface="华文仿宋" panose="02010600040101010101" pitchFamily="2" charset="-122"/>
            </a:endParaRPr>
          </a:p>
          <a:p>
            <a:pPr marL="742950" lvl="1" indent="-285750">
              <a:lnSpc>
                <a:spcPct val="150000"/>
              </a:lnSpc>
              <a:buClr>
                <a:srgbClr val="00B0F0"/>
              </a:buClr>
              <a:buSzPct val="90000"/>
              <a:buFont typeface="Wingdings" panose="05000000000000000000" pitchFamily="2" charset="2"/>
              <a:buChar char="p"/>
            </a:pPr>
            <a:r>
              <a:rPr lang="zh-CN" altLang="en-US" sz="2000" b="1" dirty="0">
                <a:latin typeface="Times New Roman" panose="02020603050405020304" pitchFamily="18" charset="0"/>
                <a:ea typeface="华文仿宋" panose="02010600040101010101" pitchFamily="2" charset="-122"/>
              </a:rPr>
              <a:t>软件设备：</a:t>
            </a:r>
            <a:r>
              <a:rPr lang="en-US" altLang="zh-CN" sz="2000" b="1" dirty="0">
                <a:latin typeface="Times New Roman" panose="02020603050405020304" pitchFamily="18" charset="0"/>
                <a:ea typeface="华文仿宋" panose="02010600040101010101" pitchFamily="2" charset="-122"/>
              </a:rPr>
              <a:t>Ubuntu</a:t>
            </a:r>
            <a:r>
              <a:rPr lang="zh-CN" altLang="en-US" sz="2000" b="1" dirty="0">
                <a:latin typeface="Times New Roman" panose="02020603050405020304" pitchFamily="18" charset="0"/>
                <a:ea typeface="华文仿宋" panose="02010600040101010101" pitchFamily="2" charset="-122"/>
              </a:rPr>
              <a:t>系统、</a:t>
            </a:r>
            <a:r>
              <a:rPr lang="en-US" altLang="zh-CN" sz="2000" b="1" dirty="0">
                <a:latin typeface="Times New Roman" panose="02020603050405020304" pitchFamily="18" charset="0"/>
                <a:ea typeface="华文仿宋" panose="02010600040101010101" pitchFamily="2" charset="-122"/>
              </a:rPr>
              <a:t>ROS</a:t>
            </a:r>
            <a:r>
              <a:rPr lang="zh-CN" altLang="en-US" sz="2000" b="1" dirty="0">
                <a:latin typeface="Times New Roman" panose="02020603050405020304" pitchFamily="18" charset="0"/>
                <a:ea typeface="华文仿宋" panose="02010600040101010101" pitchFamily="2" charset="-122"/>
              </a:rPr>
              <a:t>操作系统、</a:t>
            </a:r>
            <a:r>
              <a:rPr lang="en-US" altLang="zh-CN" sz="2000" b="1" dirty="0">
                <a:latin typeface="Times New Roman" panose="02020603050405020304" pitchFamily="18" charset="0"/>
                <a:ea typeface="华文仿宋" panose="02010600040101010101" pitchFamily="2" charset="-122"/>
              </a:rPr>
              <a:t>MATLAB</a:t>
            </a:r>
            <a:r>
              <a:rPr lang="zh-CN" altLang="en-US" sz="2000" b="1" dirty="0">
                <a:latin typeface="Times New Roman" panose="02020603050405020304" pitchFamily="18" charset="0"/>
                <a:ea typeface="华文仿宋" panose="02010600040101010101" pitchFamily="2" charset="-122"/>
              </a:rPr>
              <a:t>软件</a:t>
            </a:r>
          </a:p>
        </p:txBody>
      </p:sp>
      <p:sp>
        <p:nvSpPr>
          <p:cNvPr id="9" name="Title 1"/>
          <p:cNvSpPr txBox="1"/>
          <p:nvPr/>
        </p:nvSpPr>
        <p:spPr>
          <a:xfrm>
            <a:off x="344285" y="727669"/>
            <a:ext cx="10515600" cy="8300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solidFill>
                  <a:schemeClr val="accent1"/>
                </a:solidFill>
                <a:latin typeface="华文仿宋" panose="02010600040101010101" pitchFamily="2" charset="-122"/>
                <a:ea typeface="华文仿宋" panose="02010600040101010101" pitchFamily="2" charset="-122"/>
              </a:rPr>
              <a:t>实验简介</a:t>
            </a:r>
            <a:r>
              <a:rPr lang="zh-CN" altLang="en-US" dirty="0">
                <a:solidFill>
                  <a:schemeClr val="accent1"/>
                </a:solidFill>
                <a:latin typeface="微软雅黑" panose="020B0503020204020204" pitchFamily="34" charset="-122"/>
                <a:ea typeface="微软雅黑" panose="020B0503020204020204" pitchFamily="34" charset="-122"/>
              </a:rPr>
              <a:t>：</a:t>
            </a:r>
          </a:p>
        </p:txBody>
      </p:sp>
      <p:grpSp>
        <p:nvGrpSpPr>
          <p:cNvPr id="7" name="组合 6"/>
          <p:cNvGrpSpPr/>
          <p:nvPr/>
        </p:nvGrpSpPr>
        <p:grpSpPr>
          <a:xfrm>
            <a:off x="6842590" y="2013734"/>
            <a:ext cx="4900772" cy="3996648"/>
            <a:chOff x="6842590" y="2013734"/>
            <a:chExt cx="4900772" cy="3996648"/>
          </a:xfrm>
        </p:grpSpPr>
        <p:sp>
          <p:nvSpPr>
            <p:cNvPr id="12" name="矩形 11"/>
            <p:cNvSpPr/>
            <p:nvPr/>
          </p:nvSpPr>
          <p:spPr>
            <a:xfrm>
              <a:off x="6842590" y="2013734"/>
              <a:ext cx="4900772" cy="3996647"/>
            </a:xfrm>
            <a:prstGeom prst="rect">
              <a:avLst/>
            </a:prstGeom>
            <a:ln w="19050">
              <a:solidFill>
                <a:srgbClr val="00B0F0"/>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pic>
          <p:nvPicPr>
            <p:cNvPr id="13" name="Picture 11"/>
            <p:cNvPicPr>
              <a:picLocks noChangeAspect="1"/>
            </p:cNvPicPr>
            <p:nvPr/>
          </p:nvPicPr>
          <p:blipFill rotWithShape="1">
            <a:blip r:embed="rId2" cstate="print">
              <a:extLst>
                <a:ext uri="{BEBA8EAE-BF5A-486C-A8C5-ECC9F3942E4B}">
                  <a14:imgProps xmlns:a14="http://schemas.microsoft.com/office/drawing/2010/main">
                    <a14:imgLayer r:embed="rId3">
                      <a14:imgEffect>
                        <a14:backgroundRemoval t="4643" b="92612" l="9924" r="89822">
                          <a14:foregroundMark x1="21947" y1="5168" x2="28817" y2="13605"/>
                          <a14:foregroundMark x1="28817" y1="13605" x2="58206" y2="17683"/>
                          <a14:foregroundMark x1="58206" y1="17683" x2="72583" y2="18167"/>
                          <a14:foregroundMark x1="72583" y1="18167" x2="66412" y2="9487"/>
                          <a14:foregroundMark x1="66412" y1="9487" x2="35941" y2="8761"/>
                          <a14:foregroundMark x1="35941" y1="8761" x2="25318" y2="6419"/>
                          <a14:foregroundMark x1="24427" y1="90190" x2="54262" y2="92652"/>
                          <a14:foregroundMark x1="54262" y1="92652" x2="75127" y2="91239"/>
                          <a14:foregroundMark x1="52608" y1="6782" x2="66667" y2="8195"/>
                          <a14:foregroundMark x1="66667" y1="8195" x2="79326" y2="18046"/>
                          <a14:foregroundMark x1="51463" y1="6944" x2="32061" y2="4643"/>
                          <a14:foregroundMark x1="62294" y1="26041" x2="65020" y2="24465"/>
                          <a14:foregroundMark x1="58524" y1="28220" x2="59509" y2="27651"/>
                          <a14:foregroundMark x1="69211" y1="22043" x2="69211" y2="21760"/>
                          <a14:backgroundMark x1="12913" y1="76948" x2="15458" y2="84457"/>
                          <a14:backgroundMark x1="66412" y1="21599" x2="66412" y2="23375"/>
                          <a14:backgroundMark x1="65840" y1="24465" x2="65840" y2="24465"/>
                          <a14:backgroundMark x1="65522" y1="24828" x2="66094" y2="24263"/>
                          <a14:backgroundMark x1="67812" y1="23214" x2="67812" y2="22487"/>
                          <a14:backgroundMark x1="65267" y1="25717" x2="68066" y2="23375"/>
                          <a14:backgroundMark x1="68639" y1="22689" x2="66412" y2="23214"/>
                          <a14:backgroundMark x1="61896" y1="25878" x2="60178" y2="27331"/>
                          <a14:backgroundMark x1="68066" y1="22325" x2="68639" y2="23577"/>
                          <a14:backgroundMark x1="64695" y1="24828" x2="65522" y2="26080"/>
                          <a14:backgroundMark x1="62468" y1="25515" x2="62150" y2="26403"/>
                          <a14:backgroundMark x1="60178" y1="27493" x2="59351" y2="27493"/>
                        </a14:backgroundRemoval>
                      </a14:imgEffect>
                    </a14:imgLayer>
                  </a14:imgProps>
                </a:ext>
                <a:ext uri="{28A0092B-C50C-407E-A947-70E740481C1C}">
                  <a14:useLocalDpi xmlns:a14="http://schemas.microsoft.com/office/drawing/2010/main" val="0"/>
                </a:ext>
              </a:extLst>
            </a:blip>
            <a:srcRect l="12897" t="3154" r="11149" b="3395"/>
            <a:stretch>
              <a:fillRect/>
            </a:stretch>
          </p:blipFill>
          <p:spPr>
            <a:xfrm>
              <a:off x="6908524" y="2279622"/>
              <a:ext cx="1924224" cy="3730760"/>
            </a:xfrm>
            <a:prstGeom prst="rect">
              <a:avLst/>
            </a:prstGeom>
          </p:spPr>
        </p:pic>
        <p:pic>
          <p:nvPicPr>
            <p:cNvPr id="15"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2131" b="15964"/>
            <a:stretch>
              <a:fillRect/>
            </a:stretch>
          </p:blipFill>
          <p:spPr bwMode="auto">
            <a:xfrm>
              <a:off x="9262864" y="4206224"/>
              <a:ext cx="2310141" cy="1661101"/>
            </a:xfrm>
            <a:prstGeom prst="rect">
              <a:avLst/>
            </a:prstGeom>
            <a:noFill/>
            <a:extLst>
              <a:ext uri="{909E8E84-426E-40DD-AFC4-6F175D3DCCD1}">
                <a14:hiddenFill xmlns:a14="http://schemas.microsoft.com/office/drawing/2010/main">
                  <a:solidFill>
                    <a:srgbClr val="FFFFFF"/>
                  </a:solidFill>
                </a14:hiddenFill>
              </a:ext>
            </a:extLst>
          </p:spPr>
        </p:pic>
      </p:grpSp>
      <p:pic>
        <p:nvPicPr>
          <p:cNvPr id="4" name="图片 4" descr="2020-08-29 09-46-10屏幕截图"/>
          <p:cNvPicPr>
            <a:picLocks noChangeAspect="1"/>
          </p:cNvPicPr>
          <p:nvPr/>
        </p:nvPicPr>
        <p:blipFill>
          <a:blip r:embed="rId5"/>
          <a:stretch>
            <a:fillRect/>
          </a:stretch>
        </p:blipFill>
        <p:spPr>
          <a:xfrm>
            <a:off x="9224010" y="2279650"/>
            <a:ext cx="2388235" cy="134366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61B116C-5022-40D8-9F0E-23C14AE232C0}" type="slidenum">
              <a:rPr kumimoji="0" lang="zh-CN" altLang="en-US" sz="14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t>27</a:t>
            </a:fld>
            <a:endParaRPr kumimoji="0" lang="zh-CN" altLang="en-US" sz="14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5" name="Title 1"/>
          <p:cNvSpPr txBox="1"/>
          <p:nvPr/>
        </p:nvSpPr>
        <p:spPr>
          <a:xfrm>
            <a:off x="344285" y="738464"/>
            <a:ext cx="10515600" cy="8300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solidFill>
                  <a:schemeClr val="accent1"/>
                </a:solidFill>
                <a:latin typeface="华文仿宋" panose="02010600040101010101" pitchFamily="2" charset="-122"/>
                <a:ea typeface="华文仿宋" panose="02010600040101010101" pitchFamily="2" charset="-122"/>
              </a:rPr>
              <a:t>编写</a:t>
            </a:r>
            <a:r>
              <a:rPr lang="en-US" altLang="zh-CN" dirty="0">
                <a:solidFill>
                  <a:schemeClr val="accent1"/>
                </a:solidFill>
                <a:latin typeface="华文仿宋" panose="02010600040101010101" pitchFamily="2" charset="-122"/>
                <a:ea typeface="华文仿宋" panose="02010600040101010101" pitchFamily="2" charset="-122"/>
              </a:rPr>
              <a:t>MATLAB</a:t>
            </a:r>
            <a:r>
              <a:rPr lang="zh-CN" altLang="en-US" dirty="0">
                <a:solidFill>
                  <a:schemeClr val="accent1"/>
                </a:solidFill>
                <a:latin typeface="华文仿宋" panose="02010600040101010101" pitchFamily="2" charset="-122"/>
                <a:ea typeface="华文仿宋" panose="02010600040101010101" pitchFamily="2" charset="-122"/>
              </a:rPr>
              <a:t>程序：</a:t>
            </a:r>
            <a:r>
              <a:rPr lang="en-US" altLang="zh-CN" dirty="0">
                <a:solidFill>
                  <a:schemeClr val="accent1"/>
                </a:solidFill>
                <a:latin typeface="华文仿宋" panose="02010600040101010101" pitchFamily="2" charset="-122"/>
                <a:ea typeface="华文仿宋" panose="02010600040101010101" pitchFamily="2" charset="-122"/>
              </a:rPr>
              <a:t>GUI</a:t>
            </a:r>
            <a:r>
              <a:rPr lang="zh-CN" altLang="en-US" dirty="0">
                <a:solidFill>
                  <a:schemeClr val="accent1"/>
                </a:solidFill>
                <a:latin typeface="华文仿宋" panose="02010600040101010101" pitchFamily="2" charset="-122"/>
                <a:ea typeface="华文仿宋" panose="02010600040101010101" pitchFamily="2" charset="-122"/>
              </a:rPr>
              <a:t>界面</a:t>
            </a:r>
          </a:p>
        </p:txBody>
      </p:sp>
      <p:pic>
        <p:nvPicPr>
          <p:cNvPr id="7" name="图片 6"/>
          <p:cNvPicPr>
            <a:picLocks noChangeAspect="1"/>
          </p:cNvPicPr>
          <p:nvPr/>
        </p:nvPicPr>
        <p:blipFill>
          <a:blip r:embed="rId2"/>
          <a:stretch>
            <a:fillRect/>
          </a:stretch>
        </p:blipFill>
        <p:spPr>
          <a:xfrm>
            <a:off x="2820035" y="1403350"/>
            <a:ext cx="6497955" cy="502666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61B116C-5022-40D8-9F0E-23C14AE232C0}" type="slidenum">
              <a:rPr kumimoji="0" lang="zh-CN" altLang="en-US" sz="14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t>28</a:t>
            </a:fld>
            <a:endParaRPr kumimoji="0" lang="zh-CN" altLang="en-US" sz="14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5" name="Title 1"/>
          <p:cNvSpPr txBox="1"/>
          <p:nvPr/>
        </p:nvSpPr>
        <p:spPr>
          <a:xfrm>
            <a:off x="344285" y="738464"/>
            <a:ext cx="10515600" cy="8300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solidFill>
                  <a:schemeClr val="accent1"/>
                </a:solidFill>
                <a:latin typeface="华文仿宋" panose="02010600040101010101" pitchFamily="2" charset="-122"/>
                <a:ea typeface="华文仿宋" panose="02010600040101010101" pitchFamily="2" charset="-122"/>
              </a:rPr>
              <a:t>编写</a:t>
            </a:r>
            <a:r>
              <a:rPr lang="en-US" altLang="zh-CN" dirty="0">
                <a:solidFill>
                  <a:schemeClr val="accent1"/>
                </a:solidFill>
                <a:latin typeface="华文仿宋" panose="02010600040101010101" pitchFamily="2" charset="-122"/>
                <a:ea typeface="华文仿宋" panose="02010600040101010101" pitchFamily="2" charset="-122"/>
              </a:rPr>
              <a:t>MATLAB</a:t>
            </a:r>
            <a:r>
              <a:rPr lang="zh-CN" altLang="en-US" dirty="0">
                <a:solidFill>
                  <a:schemeClr val="accent1"/>
                </a:solidFill>
                <a:latin typeface="华文仿宋" panose="02010600040101010101" pitchFamily="2" charset="-122"/>
                <a:ea typeface="华文仿宋" panose="02010600040101010101" pitchFamily="2" charset="-122"/>
              </a:rPr>
              <a:t>程序：核心代码</a:t>
            </a:r>
          </a:p>
        </p:txBody>
      </p:sp>
      <p:pic>
        <p:nvPicPr>
          <p:cNvPr id="3" name="图片 2"/>
          <p:cNvPicPr>
            <a:picLocks noChangeAspect="1"/>
          </p:cNvPicPr>
          <p:nvPr/>
        </p:nvPicPr>
        <p:blipFill>
          <a:blip r:embed="rId2"/>
          <a:stretch>
            <a:fillRect/>
          </a:stretch>
        </p:blipFill>
        <p:spPr>
          <a:xfrm>
            <a:off x="344170" y="2225040"/>
            <a:ext cx="5346065" cy="2138680"/>
          </a:xfrm>
          <a:prstGeom prst="rect">
            <a:avLst/>
          </a:prstGeom>
        </p:spPr>
      </p:pic>
      <p:pic>
        <p:nvPicPr>
          <p:cNvPr id="4" name="图片 3"/>
          <p:cNvPicPr>
            <a:picLocks noChangeAspect="1"/>
          </p:cNvPicPr>
          <p:nvPr/>
        </p:nvPicPr>
        <p:blipFill>
          <a:blip r:embed="rId3"/>
          <a:stretch>
            <a:fillRect/>
          </a:stretch>
        </p:blipFill>
        <p:spPr>
          <a:xfrm>
            <a:off x="6427470" y="1329055"/>
            <a:ext cx="5102860" cy="446722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61B116C-5022-40D8-9F0E-23C14AE232C0}" type="slidenum">
              <a:rPr kumimoji="0" lang="zh-CN" altLang="en-US" sz="14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t>29</a:t>
            </a:fld>
            <a:endParaRPr kumimoji="0" lang="zh-CN" altLang="en-US" sz="14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5" name="Title 1"/>
          <p:cNvSpPr txBox="1"/>
          <p:nvPr/>
        </p:nvSpPr>
        <p:spPr>
          <a:xfrm>
            <a:off x="344285" y="738464"/>
            <a:ext cx="10515600" cy="8300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solidFill>
                  <a:schemeClr val="accent1"/>
                </a:solidFill>
                <a:latin typeface="华文仿宋" panose="02010600040101010101" pitchFamily="2" charset="-122"/>
                <a:ea typeface="华文仿宋" panose="02010600040101010101" pitchFamily="2" charset="-122"/>
              </a:rPr>
              <a:t>编写</a:t>
            </a:r>
            <a:r>
              <a:rPr lang="en-US" altLang="zh-CN" dirty="0">
                <a:solidFill>
                  <a:schemeClr val="accent1"/>
                </a:solidFill>
                <a:latin typeface="华文仿宋" panose="02010600040101010101" pitchFamily="2" charset="-122"/>
                <a:ea typeface="华文仿宋" panose="02010600040101010101" pitchFamily="2" charset="-122"/>
              </a:rPr>
              <a:t>MATLAB</a:t>
            </a:r>
            <a:r>
              <a:rPr lang="zh-CN" altLang="en-US" dirty="0">
                <a:solidFill>
                  <a:schemeClr val="accent1"/>
                </a:solidFill>
                <a:latin typeface="华文仿宋" panose="02010600040101010101" pitchFamily="2" charset="-122"/>
                <a:ea typeface="华文仿宋" panose="02010600040101010101" pitchFamily="2" charset="-122"/>
              </a:rPr>
              <a:t>程序</a:t>
            </a:r>
          </a:p>
        </p:txBody>
      </p:sp>
      <p:pic>
        <p:nvPicPr>
          <p:cNvPr id="6" name="图片 4" descr="2020-08-29 09-46-10屏幕截图"/>
          <p:cNvPicPr>
            <a:picLocks noChangeAspect="1"/>
          </p:cNvPicPr>
          <p:nvPr/>
        </p:nvPicPr>
        <p:blipFill>
          <a:blip r:embed="rId2"/>
          <a:stretch>
            <a:fillRect/>
          </a:stretch>
        </p:blipFill>
        <p:spPr>
          <a:xfrm>
            <a:off x="1591310" y="1568450"/>
            <a:ext cx="8610600" cy="484441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661B116C-5022-40D8-9F0E-23C14AE232C0}" type="slidenum">
              <a:rPr lang="zh-CN" altLang="en-US" smtClean="0"/>
              <a:t>30</a:t>
            </a:fld>
            <a:endParaRPr lang="zh-CN" altLang="en-US"/>
          </a:p>
        </p:txBody>
      </p:sp>
      <p:sp>
        <p:nvSpPr>
          <p:cNvPr id="3" name="文本框 2"/>
          <p:cNvSpPr txBox="1"/>
          <p:nvPr/>
        </p:nvSpPr>
        <p:spPr>
          <a:xfrm>
            <a:off x="160962" y="1463917"/>
            <a:ext cx="12031038" cy="4966465"/>
          </a:xfrm>
          <a:prstGeom prst="rect">
            <a:avLst/>
          </a:prstGeom>
          <a:noFill/>
        </p:spPr>
        <p:txBody>
          <a:bodyPr wrap="square" rtlCol="0">
            <a:noAutofit/>
          </a:bodyPr>
          <a:lstStyle/>
          <a:p>
            <a:pPr marL="285750" indent="-285750">
              <a:lnSpc>
                <a:spcPct val="150000"/>
              </a:lnSpc>
              <a:buClr>
                <a:srgbClr val="00B0F0"/>
              </a:buClr>
              <a:buSzPct val="120000"/>
              <a:buFont typeface="Wingdings" panose="05000000000000000000" pitchFamily="2" charset="2"/>
              <a:buChar char="p"/>
            </a:pPr>
            <a:r>
              <a:rPr lang="zh-CN" altLang="en-US" sz="2400" b="1" dirty="0">
                <a:latin typeface="Times New Roman" panose="02020603050405020304" pitchFamily="18" charset="0"/>
                <a:ea typeface="华文仿宋" panose="02010600040101010101" pitchFamily="2" charset="-122"/>
              </a:rPr>
              <a:t>结果与分析</a:t>
            </a:r>
            <a:endParaRPr lang="en-US" altLang="zh-CN" sz="2400" b="1" dirty="0">
              <a:latin typeface="Times New Roman" panose="02020603050405020304" pitchFamily="18" charset="0"/>
              <a:ea typeface="华文仿宋" panose="02010600040101010101" pitchFamily="2" charset="-122"/>
            </a:endParaRPr>
          </a:p>
          <a:p>
            <a:pPr marL="800100" lvl="1" indent="-342900">
              <a:lnSpc>
                <a:spcPct val="150000"/>
              </a:lnSpc>
              <a:buClr>
                <a:srgbClr val="00B0F0"/>
              </a:buClr>
              <a:buSzPct val="90000"/>
              <a:buFont typeface="Wingdings" panose="05000000000000000000" pitchFamily="2" charset="2"/>
              <a:buChar char="p"/>
            </a:pPr>
            <a:r>
              <a:rPr lang="zh-CN" sz="2400" b="1" dirty="0">
                <a:latin typeface="Times New Roman" panose="02020603050405020304" pitchFamily="18" charset="0"/>
                <a:ea typeface="华文仿宋" panose="02010600040101010101" pitchFamily="2" charset="-122"/>
              </a:rPr>
              <a:t>运行成功后，上位机界面会显示时间戳，左右轮编码器，防跌落传感器与超声波传感器的数据。</a:t>
            </a:r>
          </a:p>
          <a:p>
            <a:pPr marL="800100" lvl="1" indent="-342900">
              <a:lnSpc>
                <a:spcPct val="150000"/>
              </a:lnSpc>
              <a:buClr>
                <a:srgbClr val="00B0F0"/>
              </a:buClr>
              <a:buSzPct val="90000"/>
              <a:buFont typeface="Wingdings" panose="05000000000000000000" pitchFamily="2" charset="2"/>
              <a:buChar char="p"/>
            </a:pPr>
            <a:r>
              <a:rPr lang="zh-CN" altLang="en-US" sz="2400" b="1" dirty="0">
                <a:latin typeface="Times New Roman" panose="02020603050405020304" pitchFamily="18" charset="0"/>
                <a:ea typeface="华文仿宋" panose="02010600040101010101" pitchFamily="2" charset="-122"/>
              </a:rPr>
              <a:t>本次实验主要是了解该机器人的串口通信协议，由于没有实验指导书，只能从</a:t>
            </a:r>
            <a:r>
              <a:rPr lang="en-US" altLang="zh-CN" sz="2400" b="1" dirty="0">
                <a:latin typeface="Times New Roman" panose="02020603050405020304" pitchFamily="18" charset="0"/>
                <a:ea typeface="华文仿宋" panose="02010600040101010101" pitchFamily="2" charset="-122"/>
              </a:rPr>
              <a:t>ROS</a:t>
            </a:r>
            <a:r>
              <a:rPr lang="zh-CN" altLang="en-US" sz="2400" b="1" dirty="0">
                <a:latin typeface="Times New Roman" panose="02020603050405020304" pitchFamily="18" charset="0"/>
                <a:ea typeface="华文仿宋" panose="02010600040101010101" pitchFamily="2" charset="-122"/>
              </a:rPr>
              <a:t>代码中查看机器人是如何获取串口数据的，所以需要读懂</a:t>
            </a:r>
            <a:r>
              <a:rPr lang="en-US" altLang="zh-CN" sz="2400" b="1" dirty="0">
                <a:latin typeface="Times New Roman" panose="02020603050405020304" pitchFamily="18" charset="0"/>
                <a:ea typeface="华文仿宋" panose="02010600040101010101" pitchFamily="2" charset="-122"/>
              </a:rPr>
              <a:t>ROS</a:t>
            </a:r>
            <a:r>
              <a:rPr lang="zh-CN" altLang="en-US" sz="2400" b="1" dirty="0">
                <a:latin typeface="Times New Roman" panose="02020603050405020304" pitchFamily="18" charset="0"/>
                <a:ea typeface="华文仿宋" panose="02010600040101010101" pitchFamily="2" charset="-122"/>
              </a:rPr>
              <a:t>的底层代码，通过这次实验对移动机器人的代码有了充分的理解。</a:t>
            </a:r>
          </a:p>
          <a:p>
            <a:pPr marL="800100" lvl="1" indent="-342900">
              <a:lnSpc>
                <a:spcPct val="150000"/>
              </a:lnSpc>
              <a:buClr>
                <a:srgbClr val="00B0F0"/>
              </a:buClr>
              <a:buSzPct val="90000"/>
              <a:buFont typeface="Wingdings" panose="05000000000000000000" pitchFamily="2" charset="2"/>
              <a:buChar char="p"/>
            </a:pPr>
            <a:r>
              <a:rPr lang="en-US" altLang="zh-CN" sz="2400" b="1" dirty="0">
                <a:latin typeface="Times New Roman" panose="02020603050405020304" pitchFamily="18" charset="0"/>
                <a:ea typeface="华文仿宋" panose="02010600040101010101" pitchFamily="2" charset="-122"/>
              </a:rPr>
              <a:t>3d slam </a:t>
            </a:r>
          </a:p>
        </p:txBody>
      </p:sp>
      <p:sp>
        <p:nvSpPr>
          <p:cNvPr id="4" name="Title 1"/>
          <p:cNvSpPr txBox="1"/>
          <p:nvPr/>
        </p:nvSpPr>
        <p:spPr>
          <a:xfrm>
            <a:off x="344285" y="727669"/>
            <a:ext cx="10515600" cy="8300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solidFill>
                  <a:schemeClr val="accent1"/>
                </a:solidFill>
                <a:latin typeface="华文仿宋" panose="02010600040101010101" pitchFamily="2" charset="-122"/>
                <a:ea typeface="华文仿宋" panose="02010600040101010101" pitchFamily="2" charset="-122"/>
              </a:rPr>
              <a:t>实验总结</a:t>
            </a:r>
            <a:r>
              <a:rPr lang="zh-CN" altLang="en-US" dirty="0">
                <a:solidFill>
                  <a:schemeClr val="accent1"/>
                </a:solidFill>
                <a:latin typeface="微软雅黑" panose="020B0503020204020204" pitchFamily="34" charset="-122"/>
                <a:ea typeface="微软雅黑" panose="020B0503020204020204" pitchFamily="34" charset="-122"/>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3" name="标题 2"/>
          <p:cNvSpPr>
            <a:spLocks noGrp="1"/>
          </p:cNvSpPr>
          <p:nvPr>
            <p:ph type="ctrTitle" idx="14"/>
            <p:custDataLst>
              <p:tags r:id="rId2"/>
            </p:custDataLst>
          </p:nvPr>
        </p:nvSpPr>
        <p:spPr>
          <a:xfrm>
            <a:off x="5506720" y="2753995"/>
            <a:ext cx="1178560" cy="1350010"/>
          </a:xfrm>
        </p:spPr>
        <p:txBody>
          <a:bodyPr>
            <a:normAutofit/>
          </a:bodyPr>
          <a:lstStyle/>
          <a:p>
            <a:r>
              <a:rPr lang="zh-CN" b="1" spc="200">
                <a:solidFill>
                  <a:srgbClr val="0070C0"/>
                </a:solidFill>
                <a:ea typeface="微软雅黑" panose="020B0503020204020204" pitchFamily="34" charset="-122"/>
                <a:cs typeface="微软雅黑" panose="020B0503020204020204" pitchFamily="34" charset="-122"/>
                <a:sym typeface="Arial" panose="020B0604020202020204" pitchFamily="34" charset="0"/>
              </a:rPr>
              <a:t>总结</a:t>
            </a:r>
            <a:r>
              <a:rPr lang="zh-CN" altLang="en-US" b="1" spc="200">
                <a:solidFill>
                  <a:srgbClr val="0070C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
            </a:r>
            <a:br>
              <a:rPr lang="zh-CN" altLang="en-US" b="1" spc="200">
                <a:solidFill>
                  <a:srgbClr val="0070C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br>
            <a:endParaRPr lang="zh-CN" altLang="en-US"/>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661B116C-5022-40D8-9F0E-23C14AE232C0}" type="slidenum">
              <a:rPr lang="zh-CN" altLang="en-US" smtClean="0"/>
              <a:t>32</a:t>
            </a:fld>
            <a:endParaRPr lang="zh-CN" altLang="en-US"/>
          </a:p>
        </p:txBody>
      </p:sp>
      <p:sp>
        <p:nvSpPr>
          <p:cNvPr id="3" name="文本框 2"/>
          <p:cNvSpPr txBox="1"/>
          <p:nvPr/>
        </p:nvSpPr>
        <p:spPr>
          <a:xfrm>
            <a:off x="160962" y="1463917"/>
            <a:ext cx="12031038" cy="4966465"/>
          </a:xfrm>
          <a:prstGeom prst="rect">
            <a:avLst/>
          </a:prstGeom>
          <a:noFill/>
        </p:spPr>
        <p:txBody>
          <a:bodyPr wrap="square" rtlCol="0">
            <a:noAutofit/>
          </a:bodyPr>
          <a:lstStyle/>
          <a:p>
            <a:pPr indent="0">
              <a:lnSpc>
                <a:spcPct val="150000"/>
              </a:lnSpc>
              <a:buClr>
                <a:srgbClr val="00B0F0"/>
              </a:buClr>
              <a:buSzPct val="120000"/>
              <a:buFont typeface="Wingdings" panose="05000000000000000000" pitchFamily="2" charset="2"/>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为了写好这些实验流程以及注释代码，我从ros代码的最底层开始学习，包括ros的初始化，以及从底层开发板通过串口传输来的数据的赋值，然后再创建对应的话题的发布者，将这些话题发布出去；学习了ros如何从底盘获取数据之后，我开始学习在ros中如何使用c</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语言以及python语言编写程序实现不同的功能，其中主要是编写发布者及其数据的赋值，订阅者及其回调函数的编写，通过不同的语言充分了解ros代码的编写模式，在防跌落实验中，学习了如何使用自己定义的消息类型。目前我对移动机器人的代码有了充分的了解，可以在爱米家机器人的基础上，熟练的编写程序，实现不太复杂的小功能。</a:t>
            </a:r>
          </a:p>
        </p:txBody>
      </p:sp>
      <p:sp>
        <p:nvSpPr>
          <p:cNvPr id="4" name="Title 1"/>
          <p:cNvSpPr txBox="1"/>
          <p:nvPr/>
        </p:nvSpPr>
        <p:spPr>
          <a:xfrm>
            <a:off x="344285" y="727669"/>
            <a:ext cx="10515600" cy="83007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solidFill>
                  <a:schemeClr val="accent1"/>
                </a:solidFill>
                <a:latin typeface="华文仿宋" panose="02010600040101010101" pitchFamily="2" charset="-122"/>
                <a:ea typeface="华文仿宋" panose="02010600040101010101" pitchFamily="2" charset="-122"/>
              </a:rPr>
              <a:t>实验总结</a:t>
            </a:r>
            <a:r>
              <a:rPr lang="zh-CN" altLang="en-US" dirty="0">
                <a:solidFill>
                  <a:schemeClr val="accent1"/>
                </a:solidFill>
                <a:latin typeface="微软雅黑" panose="020B0503020204020204" pitchFamily="34" charset="-122"/>
                <a:ea typeface="微软雅黑" panose="020B0503020204020204" pitchFamily="34" charset="-122"/>
              </a:rPr>
              <a:t>：</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610"/>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610"/>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EMPLATE_THUMBS_INDEX" val="1、4、7、9、12、17、20、21、22、23、26、29、31、33、35、36、37"/>
  <p:tag name="KSO_WM_TEMPLATE_SUBCATEGORY" val="0"/>
  <p:tag name="KSO_WM_TEMPLATE_COLOR_TYPE" val="1"/>
  <p:tag name="KSO_WM_TEMPLATE_MASTER_THUMB_INDEX" val="12"/>
  <p:tag name="KSO_WM_TAG_VERSION" val="1.0"/>
  <p:tag name="KSO_WM_BEAUTIFY_FLAG" val="#wm#"/>
  <p:tag name="KSO_WM_TEMPLATE_CATEGORY" val="custom"/>
  <p:tag name="KSO_WM_TEMPLATE_INDEX" val="20204610"/>
  <p:tag name="KSO_WM_TEMPLATE_MASTER_TYPE" val="1"/>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2"/>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 name="KSO_WM_SLIDE_BACKGROUND_TYPE" val="leftRight"/>
  <p:tag name="KSO_WM_SLIDE_BK_DARK_LIGHT" val="2"/>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 name="KSO_WM_SLIDE_BACKGROUND_TYPE" val="topBottom"/>
  <p:tag name="KSO_WM_SLIDE_BK_DARK_LIGHT" val="2"/>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 name="KSO_WM_SLIDE_BACKGROUND_TYPE" val="bottomTop"/>
  <p:tag name="KSO_WM_SLIDE_BK_DARK_LIGHT" val="2"/>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 name="KSO_WM_SLIDE_BACKGROUND_TYPE" val="navigation"/>
  <p:tag name="KSO_WM_SLIDE_BK_DARK_LIGHT" val="2"/>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 name="KSO_WM_SLIDE_BACKGROUND_TYPE" val="belt"/>
  <p:tag name="KSO_WM_SLIDE_BK_DARK_LIGHT" val="2"/>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4444_4*i*1"/>
  <p:tag name="KSO_WM_TEMPLATE_CATEGORY" val="custom"/>
  <p:tag name="KSO_WM_TEMPLATE_INDEX" val="20204444"/>
  <p:tag name="KSO_WM_UNIT_LAYERLEVEL" val="1"/>
  <p:tag name="KSO_WM_TAG_VERSION" val="1.0"/>
  <p:tag name="KSO_WM_BEAUTIFY_FLAG" val="#wm#"/>
  <p:tag name="KSO_WM_UNIT_LINE_FORE_SCHEMECOLOR_INDEX" val="14"/>
  <p:tag name="KSO_WM_UNIT_LINE_FILL_TYPE" val="2"/>
  <p:tag name="KSO_WM_UNIT_USESOURCEFORMAT_APPLY" val="1"/>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custom20204444_4*l_h_i*1_1_1"/>
  <p:tag name="KSO_WM_TEMPLATE_CATEGORY" val="custom"/>
  <p:tag name="KSO_WM_TEMPLATE_INDEX" val="20204444"/>
  <p:tag name="KSO_WM_UNIT_LAYERLEVEL" val="1_1_1"/>
  <p:tag name="KSO_WM_TAG_VERSION" val="1.0"/>
  <p:tag name="KSO_WM_BEAUTIFY_FLAG" val="#wm#"/>
  <p:tag name="KSO_WM_UNIT_TEXT_FILL_FORE_SCHEMECOLOR_INDEX" val="5"/>
  <p:tag name="KSO_WM_UNIT_TEXT_FILL_TYPE" val="1"/>
  <p:tag name="KSO_WM_UNIT_USESOURCEFORMAT_APPLY" val="1"/>
</p:tagLst>
</file>

<file path=ppt/tags/tag141.xml><?xml version="1.0" encoding="utf-8"?>
<p:tagLst xmlns:a="http://schemas.openxmlformats.org/drawingml/2006/main" xmlns:r="http://schemas.openxmlformats.org/officeDocument/2006/relationships" xmlns:p="http://schemas.openxmlformats.org/presentationml/2006/main">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4444_4*l_h_f*1_1_1"/>
  <p:tag name="KSO_WM_TEMPLATE_CATEGORY" val="custom"/>
  <p:tag name="KSO_WM_TEMPLATE_INDEX" val="20204444"/>
  <p:tag name="KSO_WM_UNIT_LAYERLEVEL" val="1_1_1"/>
  <p:tag name="KSO_WM_TAG_VERSION" val="1.0"/>
  <p:tag name="KSO_WM_BEAUTIFY_FLAG" val="#wm#"/>
  <p:tag name="KSO_WM_UNIT_PRESET_TEXT" val="单击此处添加文本内容"/>
  <p:tag name="KSO_WM_UNIT_SUBTYPE" val="a"/>
  <p:tag name="KSO_WM_UNIT_TEXT_FILL_FORE_SCHEMECOLOR_INDEX" val="13"/>
  <p:tag name="KSO_WM_UNIT_TEXT_FILL_TYPE" val="1"/>
  <p:tag name="KSO_WM_UNIT_USESOURCEFORMAT_APPLY" val="1"/>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custom20204444_4*l_h_i*1_2_1"/>
  <p:tag name="KSO_WM_TEMPLATE_CATEGORY" val="custom"/>
  <p:tag name="KSO_WM_TEMPLATE_INDEX" val="20204444"/>
  <p:tag name="KSO_WM_UNIT_LAYERLEVEL" val="1_1_1"/>
  <p:tag name="KSO_WM_TAG_VERSION" val="1.0"/>
  <p:tag name="KSO_WM_BEAUTIFY_FLAG" val="#wm#"/>
  <p:tag name="KSO_WM_UNIT_TEXT_FILL_FORE_SCHEMECOLOR_INDEX" val="5"/>
  <p:tag name="KSO_WM_UNIT_TEXT_FILL_TYPE" val="1"/>
  <p:tag name="KSO_WM_UNIT_USESOURCEFORMAT_APPLY" val="1"/>
</p:tagLst>
</file>

<file path=ppt/tags/tag143.xml><?xml version="1.0" encoding="utf-8"?>
<p:tagLst xmlns:a="http://schemas.openxmlformats.org/drawingml/2006/main" xmlns:r="http://schemas.openxmlformats.org/officeDocument/2006/relationships" xmlns:p="http://schemas.openxmlformats.org/presentationml/2006/main">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4444_4*l_h_f*1_2_1"/>
  <p:tag name="KSO_WM_TEMPLATE_CATEGORY" val="custom"/>
  <p:tag name="KSO_WM_TEMPLATE_INDEX" val="20204444"/>
  <p:tag name="KSO_WM_UNIT_LAYERLEVEL" val="1_1_1"/>
  <p:tag name="KSO_WM_TAG_VERSION" val="1.0"/>
  <p:tag name="KSO_WM_BEAUTIFY_FLAG" val="#wm#"/>
  <p:tag name="KSO_WM_UNIT_PRESET_TEXT" val="单击此处添加文本内容"/>
  <p:tag name="KSO_WM_UNIT_SUBTYPE" val="a"/>
  <p:tag name="KSO_WM_UNIT_TEXT_FILL_FORE_SCHEMECOLOR_INDEX" val="13"/>
  <p:tag name="KSO_WM_UNIT_TEXT_FILL_TYPE" val="1"/>
  <p:tag name="KSO_WM_UNIT_USESOURCEFORMAT_APPLY" val="1"/>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custom20204444_4*l_h_i*1_3_1"/>
  <p:tag name="KSO_WM_TEMPLATE_CATEGORY" val="custom"/>
  <p:tag name="KSO_WM_TEMPLATE_INDEX" val="20204444"/>
  <p:tag name="KSO_WM_UNIT_LAYERLEVEL" val="1_1_1"/>
  <p:tag name="KSO_WM_TAG_VERSION" val="1.0"/>
  <p:tag name="KSO_WM_BEAUTIFY_FLAG" val="#wm#"/>
  <p:tag name="KSO_WM_UNIT_TEXT_FILL_FORE_SCHEMECOLOR_INDEX" val="5"/>
  <p:tag name="KSO_WM_UNIT_TEXT_FILL_TYPE" val="1"/>
  <p:tag name="KSO_WM_UNIT_USESOURCEFORMAT_APPLY" val="1"/>
</p:tagLst>
</file>

<file path=ppt/tags/tag145.xml><?xml version="1.0" encoding="utf-8"?>
<p:tagLst xmlns:a="http://schemas.openxmlformats.org/drawingml/2006/main" xmlns:r="http://schemas.openxmlformats.org/officeDocument/2006/relationships" xmlns:p="http://schemas.openxmlformats.org/presentationml/2006/main">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4444_4*l_h_f*1_3_1"/>
  <p:tag name="KSO_WM_TEMPLATE_CATEGORY" val="custom"/>
  <p:tag name="KSO_WM_TEMPLATE_INDEX" val="20204444"/>
  <p:tag name="KSO_WM_UNIT_LAYERLEVEL" val="1_1_1"/>
  <p:tag name="KSO_WM_TAG_VERSION" val="1.0"/>
  <p:tag name="KSO_WM_BEAUTIFY_FLAG" val="#wm#"/>
  <p:tag name="KSO_WM_UNIT_PRESET_TEXT" val="单击此处添加文本内容"/>
  <p:tag name="KSO_WM_UNIT_SUBTYPE" val="a"/>
  <p:tag name="KSO_WM_UNIT_TEXT_FILL_FORE_SCHEMECOLOR_INDEX" val="13"/>
  <p:tag name="KSO_WM_UNIT_TEXT_FILL_TYPE" val="1"/>
  <p:tag name="KSO_WM_UNIT_USESOURCEFORMAT_APPLY" val="1"/>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custom20204444_4*l_h_i*1_4_1"/>
  <p:tag name="KSO_WM_TEMPLATE_CATEGORY" val="custom"/>
  <p:tag name="KSO_WM_TEMPLATE_INDEX" val="20204444"/>
  <p:tag name="KSO_WM_UNIT_LAYERLEVEL" val="1_1_1"/>
  <p:tag name="KSO_WM_TAG_VERSION" val="1.0"/>
  <p:tag name="KSO_WM_BEAUTIFY_FLAG" val="#wm#"/>
  <p:tag name="KSO_WM_UNIT_TEXT_FILL_FORE_SCHEMECOLOR_INDEX" val="5"/>
  <p:tag name="KSO_WM_UNIT_TEXT_FILL_TYPE" val="1"/>
  <p:tag name="KSO_WM_UNIT_USESOURCEFORMAT_APPLY" val="1"/>
</p:tagLst>
</file>

<file path=ppt/tags/tag147.xml><?xml version="1.0" encoding="utf-8"?>
<p:tagLst xmlns:a="http://schemas.openxmlformats.org/drawingml/2006/main" xmlns:r="http://schemas.openxmlformats.org/officeDocument/2006/relationships" xmlns:p="http://schemas.openxmlformats.org/presentationml/2006/main">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4444_4*l_h_f*1_4_1"/>
  <p:tag name="KSO_WM_TEMPLATE_CATEGORY" val="custom"/>
  <p:tag name="KSO_WM_TEMPLATE_INDEX" val="20204444"/>
  <p:tag name="KSO_WM_UNIT_LAYERLEVEL" val="1_1_1"/>
  <p:tag name="KSO_WM_TAG_VERSION" val="1.0"/>
  <p:tag name="KSO_WM_BEAUTIFY_FLAG" val="#wm#"/>
  <p:tag name="KSO_WM_UNIT_PRESET_TEXT" val="单击此处添加文本内容"/>
  <p:tag name="KSO_WM_UNIT_SUBTYPE" val="a"/>
  <p:tag name="KSO_WM_UNIT_TEXT_FILL_FORE_SCHEMECOLOR_INDEX" val="13"/>
  <p:tag name="KSO_WM_UNIT_TEXT_FILL_TYPE" val="1"/>
  <p:tag name="KSO_WM_UNIT_USESOURCEFORMAT_APPLY" val="1"/>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custom20204444_4*l_h_i*1_4_1"/>
  <p:tag name="KSO_WM_TEMPLATE_CATEGORY" val="custom"/>
  <p:tag name="KSO_WM_TEMPLATE_INDEX" val="20204444"/>
  <p:tag name="KSO_WM_UNIT_LAYERLEVEL" val="1_1_1"/>
  <p:tag name="KSO_WM_TAG_VERSION" val="1.0"/>
  <p:tag name="KSO_WM_BEAUTIFY_FLAG" val="#wm#"/>
  <p:tag name="KSO_WM_UNIT_TEXT_FILL_FORE_SCHEMECOLOR_INDEX" val="5"/>
  <p:tag name="KSO_WM_UNIT_TEXT_FILL_TYPE" val="1"/>
  <p:tag name="KSO_WM_UNIT_USESOURCEFORMAT_APPLY" val="1"/>
</p:tagLst>
</file>

<file path=ppt/tags/tag149.xml><?xml version="1.0" encoding="utf-8"?>
<p:tagLst xmlns:a="http://schemas.openxmlformats.org/drawingml/2006/main" xmlns:r="http://schemas.openxmlformats.org/officeDocument/2006/relationships" xmlns:p="http://schemas.openxmlformats.org/presentationml/2006/main">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4444_4*l_h_f*1_4_1"/>
  <p:tag name="KSO_WM_TEMPLATE_CATEGORY" val="custom"/>
  <p:tag name="KSO_WM_TEMPLATE_INDEX" val="20204444"/>
  <p:tag name="KSO_WM_UNIT_LAYERLEVEL" val="1_1_1"/>
  <p:tag name="KSO_WM_TAG_VERSION" val="1.0"/>
  <p:tag name="KSO_WM_BEAUTIFY_FLAG" val="#wm#"/>
  <p:tag name="KSO_WM_UNIT_PRESET_TEXT" val="单击此处添加文本内容"/>
  <p:tag name="KSO_WM_UNIT_SUBTYPE" val="a"/>
  <p:tag name="KSO_WM_UNIT_TEXT_FILL_FORE_SCHEMECOLOR_INDEX" val="13"/>
  <p:tag name="KSO_WM_UNIT_TEXT_FILL_TYPE" val="1"/>
  <p:tag name="KSO_WM_UNIT_USESOURCEFORMAT_APPLY" val="1"/>
</p:tagLst>
</file>

<file path=ppt/tags/tag150.xml><?xml version="1.0" encoding="utf-8"?>
<p:tagLst xmlns:a="http://schemas.openxmlformats.org/drawingml/2006/main" xmlns:r="http://schemas.openxmlformats.org/officeDocument/2006/relationships" xmlns:p="http://schemas.openxmlformats.org/presentationml/2006/main">
  <p:tag name="KSO_WM_SLIDE_ID" val="custom20204610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BEAUTIFY_FLAG" val="#wm#"/>
  <p:tag name="KSO_WM_TEMPLATE_CATEGORY" val="custom"/>
  <p:tag name="KSO_WM_TEMPLATE_INDEX" val="20204610"/>
  <p:tag name="KSO_WM_SLIDE_LAYOUT" val="a_b_e"/>
  <p:tag name="KSO_WM_SLIDE_LAYOUT_CNT" val="1_1_1"/>
</p:tagLst>
</file>

<file path=ppt/tags/tag151.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custom20204610_7*a*1"/>
  <p:tag name="KSO_WM_TEMPLATE_CATEGORY" val="custom"/>
  <p:tag name="KSO_WM_TEMPLATE_INDEX" val="20204610"/>
  <p:tag name="KSO_WM_UNIT_LAYERLEVEL" val="1"/>
  <p:tag name="KSO_WM_TAG_VERSION" val="1.0"/>
  <p:tag name="KSO_WM_BEAUTIFY_FLAG" val="#wm#"/>
  <p:tag name="KSO_WM_UNIT_PRESET_TEXT" val="单击此处添加大标题"/>
</p:tagLst>
</file>

<file path=ppt/tags/tag152.xml><?xml version="1.0" encoding="utf-8"?>
<p:tagLst xmlns:a="http://schemas.openxmlformats.org/drawingml/2006/main" xmlns:r="http://schemas.openxmlformats.org/officeDocument/2006/relationships" xmlns:p="http://schemas.openxmlformats.org/presentationml/2006/main">
  <p:tag name="KSO_WM_UNIT_NOCLEAR" val="0"/>
  <p:tag name="KSO_WM_UNIT_VALUE" val="1"/>
  <p:tag name="KSO_WM_UNIT_HIGHLIGHT" val="0"/>
  <p:tag name="KSO_WM_UNIT_COMPATIBLE" val="1"/>
  <p:tag name="KSO_WM_UNIT_DIAGRAM_ISNUMVISUAL" val="0"/>
  <p:tag name="KSO_WM_UNIT_DIAGRAM_ISREFERUNIT" val="0"/>
  <p:tag name="KSO_WM_UNIT_TYPE" val="e"/>
  <p:tag name="KSO_WM_UNIT_INDEX" val="1"/>
  <p:tag name="KSO_WM_UNIT_ID" val="custom20204610_7*e*1"/>
  <p:tag name="KSO_WM_TEMPLATE_CATEGORY" val="custom"/>
  <p:tag name="KSO_WM_TEMPLATE_INDEX" val="20204610"/>
  <p:tag name="KSO_WM_UNIT_LAYERLEVEL" val="1"/>
  <p:tag name="KSO_WM_TAG_VERSION" val="1.0"/>
  <p:tag name="KSO_WM_BEAUTIFY_FLAG" val="#wm#"/>
  <p:tag name="KSO_WM_UNIT_PRESET_TEXT" val="01"/>
</p:tagLst>
</file>

<file path=ppt/tags/tag1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4610_7*i*1"/>
  <p:tag name="KSO_WM_TEMPLATE_CATEGORY" val="custom"/>
  <p:tag name="KSO_WM_TEMPLATE_INDEX" val="20204610"/>
  <p:tag name="KSO_WM_UNIT_LAYERLEVEL" val="1"/>
  <p:tag name="KSO_WM_TAG_VERSION" val="1.0"/>
  <p:tag name="KSO_WM_BEAUTIFY_FLAG" val="#wm#"/>
</p:tagLst>
</file>

<file path=ppt/tags/tag154.xml><?xml version="1.0" encoding="utf-8"?>
<p:tagLst xmlns:a="http://schemas.openxmlformats.org/drawingml/2006/main" xmlns:r="http://schemas.openxmlformats.org/officeDocument/2006/relationships" xmlns:p="http://schemas.openxmlformats.org/presentationml/2006/main">
  <p:tag name="KSO_WM_SLIDE_ID" val="custom20204610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BEAUTIFY_FLAG" val="#wm#"/>
  <p:tag name="KSO_WM_TEMPLATE_CATEGORY" val="custom"/>
  <p:tag name="KSO_WM_TEMPLATE_INDEX" val="20204610"/>
  <p:tag name="KSO_WM_SLIDE_LAYOUT" val="a_b_e"/>
  <p:tag name="KSO_WM_SLIDE_LAYOUT_CNT" val="1_1_1"/>
</p:tagLst>
</file>

<file path=ppt/tags/tag155.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custom20204610_7*a*1"/>
  <p:tag name="KSO_WM_TEMPLATE_CATEGORY" val="custom"/>
  <p:tag name="KSO_WM_TEMPLATE_INDEX" val="20204610"/>
  <p:tag name="KSO_WM_UNIT_LAYERLEVEL" val="1"/>
  <p:tag name="KSO_WM_TAG_VERSION" val="1.0"/>
  <p:tag name="KSO_WM_BEAUTIFY_FLAG" val="#wm#"/>
  <p:tag name="KSO_WM_UNIT_PRESET_TEXT" val="单击此处添加大标题"/>
</p:tagLst>
</file>

<file path=ppt/tags/tag156.xml><?xml version="1.0" encoding="utf-8"?>
<p:tagLst xmlns:a="http://schemas.openxmlformats.org/drawingml/2006/main" xmlns:r="http://schemas.openxmlformats.org/officeDocument/2006/relationships" xmlns:p="http://schemas.openxmlformats.org/presentationml/2006/main">
  <p:tag name="KSO_WM_UNIT_NOCLEAR" val="0"/>
  <p:tag name="KSO_WM_UNIT_VALUE" val="1"/>
  <p:tag name="KSO_WM_UNIT_HIGHLIGHT" val="0"/>
  <p:tag name="KSO_WM_UNIT_COMPATIBLE" val="1"/>
  <p:tag name="KSO_WM_UNIT_DIAGRAM_ISNUMVISUAL" val="0"/>
  <p:tag name="KSO_WM_UNIT_DIAGRAM_ISREFERUNIT" val="0"/>
  <p:tag name="KSO_WM_UNIT_TYPE" val="e"/>
  <p:tag name="KSO_WM_UNIT_INDEX" val="1"/>
  <p:tag name="KSO_WM_UNIT_ID" val="custom20204610_7*e*1"/>
  <p:tag name="KSO_WM_TEMPLATE_CATEGORY" val="custom"/>
  <p:tag name="KSO_WM_TEMPLATE_INDEX" val="20204610"/>
  <p:tag name="KSO_WM_UNIT_LAYERLEVEL" val="1"/>
  <p:tag name="KSO_WM_TAG_VERSION" val="1.0"/>
  <p:tag name="KSO_WM_BEAUTIFY_FLAG" val="#wm#"/>
  <p:tag name="KSO_WM_UNIT_PRESET_TEXT" val="01"/>
</p:tagLst>
</file>

<file path=ppt/tags/tag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4610_7*i*1"/>
  <p:tag name="KSO_WM_TEMPLATE_CATEGORY" val="custom"/>
  <p:tag name="KSO_WM_TEMPLATE_INDEX" val="20204610"/>
  <p:tag name="KSO_WM_UNIT_LAYERLEVEL" val="1"/>
  <p:tag name="KSO_WM_TAG_VERSION" val="1.0"/>
  <p:tag name="KSO_WM_BEAUTIFY_FLAG" val="#wm#"/>
</p:tagLst>
</file>

<file path=ppt/tags/tag158.xml><?xml version="1.0" encoding="utf-8"?>
<p:tagLst xmlns:a="http://schemas.openxmlformats.org/drawingml/2006/main" xmlns:r="http://schemas.openxmlformats.org/officeDocument/2006/relationships" xmlns:p="http://schemas.openxmlformats.org/presentationml/2006/main">
  <p:tag name="KSO_WM_SLIDE_ID" val="custom20204610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BEAUTIFY_FLAG" val="#wm#"/>
  <p:tag name="KSO_WM_TEMPLATE_CATEGORY" val="custom"/>
  <p:tag name="KSO_WM_TEMPLATE_INDEX" val="20204610"/>
  <p:tag name="KSO_WM_SLIDE_LAYOUT" val="a_b_e"/>
  <p:tag name="KSO_WM_SLIDE_LAYOUT_CNT" val="1_1_1"/>
</p:tagLst>
</file>

<file path=ppt/tags/tag159.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custom20204610_7*a*1"/>
  <p:tag name="KSO_WM_TEMPLATE_CATEGORY" val="custom"/>
  <p:tag name="KSO_WM_TEMPLATE_INDEX" val="20204610"/>
  <p:tag name="KSO_WM_UNIT_LAYERLEVEL" val="1"/>
  <p:tag name="KSO_WM_TAG_VERSION" val="1.0"/>
  <p:tag name="KSO_WM_BEAUTIFY_FLAG" val="#wm#"/>
  <p:tag name="KSO_WM_UNIT_PRESET_TEXT" val="单击此处添加大标题"/>
</p:tagLst>
</file>

<file path=ppt/tags/tag160.xml><?xml version="1.0" encoding="utf-8"?>
<p:tagLst xmlns:a="http://schemas.openxmlformats.org/drawingml/2006/main" xmlns:r="http://schemas.openxmlformats.org/officeDocument/2006/relationships" xmlns:p="http://schemas.openxmlformats.org/presentationml/2006/main">
  <p:tag name="KSO_WM_UNIT_NOCLEAR" val="0"/>
  <p:tag name="KSO_WM_UNIT_VALUE" val="1"/>
  <p:tag name="KSO_WM_UNIT_HIGHLIGHT" val="0"/>
  <p:tag name="KSO_WM_UNIT_COMPATIBLE" val="1"/>
  <p:tag name="KSO_WM_UNIT_DIAGRAM_ISNUMVISUAL" val="0"/>
  <p:tag name="KSO_WM_UNIT_DIAGRAM_ISREFERUNIT" val="0"/>
  <p:tag name="KSO_WM_UNIT_TYPE" val="e"/>
  <p:tag name="KSO_WM_UNIT_INDEX" val="1"/>
  <p:tag name="KSO_WM_UNIT_ID" val="custom20204610_7*e*1"/>
  <p:tag name="KSO_WM_TEMPLATE_CATEGORY" val="custom"/>
  <p:tag name="KSO_WM_TEMPLATE_INDEX" val="20204610"/>
  <p:tag name="KSO_WM_UNIT_LAYERLEVEL" val="1"/>
  <p:tag name="KSO_WM_TAG_VERSION" val="1.0"/>
  <p:tag name="KSO_WM_BEAUTIFY_FLAG" val="#wm#"/>
  <p:tag name="KSO_WM_UNIT_PRESET_TEXT" val="01"/>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4610_7*i*1"/>
  <p:tag name="KSO_WM_TEMPLATE_CATEGORY" val="custom"/>
  <p:tag name="KSO_WM_TEMPLATE_INDEX" val="20204610"/>
  <p:tag name="KSO_WM_UNIT_LAYERLEVEL" val="1"/>
  <p:tag name="KSO_WM_TAG_VERSION" val="1.0"/>
  <p:tag name="KSO_WM_BEAUTIFY_FLAG" val="#wm#"/>
</p:tagLst>
</file>

<file path=ppt/tags/tag162.xml><?xml version="1.0" encoding="utf-8"?>
<p:tagLst xmlns:a="http://schemas.openxmlformats.org/drawingml/2006/main" xmlns:r="http://schemas.openxmlformats.org/officeDocument/2006/relationships" xmlns:p="http://schemas.openxmlformats.org/presentationml/2006/main">
  <p:tag name="KSO_WM_SLIDE_ID" val="custom20204610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BEAUTIFY_FLAG" val="#wm#"/>
  <p:tag name="KSO_WM_TEMPLATE_CATEGORY" val="custom"/>
  <p:tag name="KSO_WM_TEMPLATE_INDEX" val="20204610"/>
  <p:tag name="KSO_WM_SLIDE_LAYOUT" val="a_b_e"/>
  <p:tag name="KSO_WM_SLIDE_LAYOUT_CNT" val="1_1_1"/>
</p:tagLst>
</file>

<file path=ppt/tags/tag163.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custom20204610_7*a*1"/>
  <p:tag name="KSO_WM_TEMPLATE_CATEGORY" val="custom"/>
  <p:tag name="KSO_WM_TEMPLATE_INDEX" val="20204610"/>
  <p:tag name="KSO_WM_UNIT_LAYERLEVEL" val="1"/>
  <p:tag name="KSO_WM_TAG_VERSION" val="1.0"/>
  <p:tag name="KSO_WM_BEAUTIFY_FLAG" val="#wm#"/>
  <p:tag name="KSO_WM_UNIT_PRESET_TEXT" val="单击此处添加大标题"/>
</p:tagLst>
</file>

<file path=ppt/tags/tag164.xml><?xml version="1.0" encoding="utf-8"?>
<p:tagLst xmlns:a="http://schemas.openxmlformats.org/drawingml/2006/main" xmlns:r="http://schemas.openxmlformats.org/officeDocument/2006/relationships" xmlns:p="http://schemas.openxmlformats.org/presentationml/2006/main">
  <p:tag name="KSO_WM_UNIT_NOCLEAR" val="0"/>
  <p:tag name="KSO_WM_UNIT_VALUE" val="1"/>
  <p:tag name="KSO_WM_UNIT_HIGHLIGHT" val="0"/>
  <p:tag name="KSO_WM_UNIT_COMPATIBLE" val="1"/>
  <p:tag name="KSO_WM_UNIT_DIAGRAM_ISNUMVISUAL" val="0"/>
  <p:tag name="KSO_WM_UNIT_DIAGRAM_ISREFERUNIT" val="0"/>
  <p:tag name="KSO_WM_UNIT_TYPE" val="e"/>
  <p:tag name="KSO_WM_UNIT_INDEX" val="1"/>
  <p:tag name="KSO_WM_UNIT_ID" val="custom20204610_7*e*1"/>
  <p:tag name="KSO_WM_TEMPLATE_CATEGORY" val="custom"/>
  <p:tag name="KSO_WM_TEMPLATE_INDEX" val="20204610"/>
  <p:tag name="KSO_WM_UNIT_LAYERLEVEL" val="1"/>
  <p:tag name="KSO_WM_TAG_VERSION" val="1.0"/>
  <p:tag name="KSO_WM_BEAUTIFY_FLAG" val="#wm#"/>
  <p:tag name="KSO_WM_UNIT_PRESET_TEXT" val="01"/>
</p:tagLst>
</file>

<file path=ppt/tags/tag1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4610_7*i*1"/>
  <p:tag name="KSO_WM_TEMPLATE_CATEGORY" val="custom"/>
  <p:tag name="KSO_WM_TEMPLATE_INDEX" val="20204610"/>
  <p:tag name="KSO_WM_UNIT_LAYERLEVEL" val="1"/>
  <p:tag name="KSO_WM_TAG_VERSION" val="1.0"/>
  <p:tag name="KSO_WM_BEAUTIFY_FLAG" val="#wm#"/>
</p:tagLst>
</file>

<file path=ppt/tags/tag166.xml><?xml version="1.0" encoding="utf-8"?>
<p:tagLst xmlns:a="http://schemas.openxmlformats.org/drawingml/2006/main" xmlns:r="http://schemas.openxmlformats.org/officeDocument/2006/relationships" xmlns:p="http://schemas.openxmlformats.org/presentationml/2006/main">
  <p:tag name="KSO_WM_SLIDE_ID" val="custom20204610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BEAUTIFY_FLAG" val="#wm#"/>
  <p:tag name="KSO_WM_TEMPLATE_CATEGORY" val="custom"/>
  <p:tag name="KSO_WM_TEMPLATE_INDEX" val="20204610"/>
  <p:tag name="KSO_WM_SLIDE_LAYOUT" val="a_b_e"/>
  <p:tag name="KSO_WM_SLIDE_LAYOUT_CNT" val="1_1_1"/>
</p:tagLst>
</file>

<file path=ppt/tags/tag167.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custom20204610_7*a*1"/>
  <p:tag name="KSO_WM_TEMPLATE_CATEGORY" val="custom"/>
  <p:tag name="KSO_WM_TEMPLATE_INDEX" val="20204610"/>
  <p:tag name="KSO_WM_UNIT_LAYERLEVEL" val="1"/>
  <p:tag name="KSO_WM_TAG_VERSION" val="1.0"/>
  <p:tag name="KSO_WM_BEAUTIFY_FLAG" val="#wm#"/>
  <p:tag name="KSO_WM_UNIT_PRESET_TEXT" val="单击此处添加大标题"/>
</p:tagLst>
</file>

<file path=ppt/tags/tag168.xml><?xml version="1.0" encoding="utf-8"?>
<p:tagLst xmlns:a="http://schemas.openxmlformats.org/drawingml/2006/main" xmlns:r="http://schemas.openxmlformats.org/officeDocument/2006/relationships" xmlns:p="http://schemas.openxmlformats.org/presentationml/2006/main">
  <p:tag name="KSO_WM_UNIT_NOCLEAR" val="0"/>
  <p:tag name="KSO_WM_UNIT_VALUE" val="1"/>
  <p:tag name="KSO_WM_UNIT_HIGHLIGHT" val="0"/>
  <p:tag name="KSO_WM_UNIT_COMPATIBLE" val="1"/>
  <p:tag name="KSO_WM_UNIT_DIAGRAM_ISNUMVISUAL" val="0"/>
  <p:tag name="KSO_WM_UNIT_DIAGRAM_ISREFERUNIT" val="0"/>
  <p:tag name="KSO_WM_UNIT_TYPE" val="e"/>
  <p:tag name="KSO_WM_UNIT_INDEX" val="1"/>
  <p:tag name="KSO_WM_UNIT_ID" val="custom20204610_7*e*1"/>
  <p:tag name="KSO_WM_TEMPLATE_CATEGORY" val="custom"/>
  <p:tag name="KSO_WM_TEMPLATE_INDEX" val="20204610"/>
  <p:tag name="KSO_WM_UNIT_LAYERLEVEL" val="1"/>
  <p:tag name="KSO_WM_TAG_VERSION" val="1.0"/>
  <p:tag name="KSO_WM_BEAUTIFY_FLAG" val="#wm#"/>
  <p:tag name="KSO_WM_UNIT_PRESET_TEXT" val="01"/>
</p:tagLst>
</file>

<file path=ppt/tags/tag1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4610_7*i*1"/>
  <p:tag name="KSO_WM_TEMPLATE_CATEGORY" val="custom"/>
  <p:tag name="KSO_WM_TEMPLATE_INDEX" val="20204610"/>
  <p:tag name="KSO_WM_UNIT_LAYERLEVEL" val="1"/>
  <p:tag name="KSO_WM_TAG_VERSION" val="1.0"/>
  <p:tag name="KSO_WM_BEAUTIFY_FLAG" val="#wm#"/>
</p:tagLst>
</file>

<file path=ppt/tags/tag170.xml><?xml version="1.0" encoding="utf-8"?>
<p:tagLst xmlns:a="http://schemas.openxmlformats.org/drawingml/2006/main" xmlns:r="http://schemas.openxmlformats.org/officeDocument/2006/relationships" xmlns:p="http://schemas.openxmlformats.org/presentationml/2006/main">
  <p:tag name="KSO_WM_SLIDE_ID" val="custom20204610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BEAUTIFY_FLAG" val="#wm#"/>
  <p:tag name="KSO_WM_TEMPLATE_CATEGORY" val="custom"/>
  <p:tag name="KSO_WM_TEMPLATE_INDEX" val="20204610"/>
  <p:tag name="KSO_WM_SLIDE_LAYOUT" val="a_b_e"/>
  <p:tag name="KSO_WM_SLIDE_LAYOUT_CNT" val="1_1_1"/>
</p:tagLst>
</file>

<file path=ppt/tags/tag171.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custom20204610_7*a*1"/>
  <p:tag name="KSO_WM_TEMPLATE_CATEGORY" val="custom"/>
  <p:tag name="KSO_WM_TEMPLATE_INDEX" val="20204610"/>
  <p:tag name="KSO_WM_UNIT_LAYERLEVEL" val="1"/>
  <p:tag name="KSO_WM_TAG_VERSION" val="1.0"/>
  <p:tag name="KSO_WM_BEAUTIFY_FLAG" val="#wm#"/>
  <p:tag name="KSO_WM_UNIT_PRESET_TEXT" val="单击此处添加大标题"/>
</p:tagLst>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28575">
          <a:solidFill>
            <a:srgbClr val="FF0000"/>
          </a:solidFill>
          <a:tailEnd type="oval"/>
        </a:ln>
      </a:spPr>
      <a:bodyPr rtlCol="0" anchor="ctr"/>
      <a:lstStyle>
        <a:defPPr marL="0" marR="0" indent="0" algn="ctr" defTabSz="457200" rtl="0" eaLnBrk="1" fontAlgn="auto" latinLnBrk="0" hangingPunct="1">
          <a:lnSpc>
            <a:spcPct val="100000"/>
          </a:lnSpc>
          <a:spcBef>
            <a:spcPts val="0"/>
          </a:spcBef>
          <a:spcAft>
            <a:spcPts val="0"/>
          </a:spcAft>
          <a:buClrTx/>
          <a:buSzTx/>
          <a:buFontTx/>
          <a:buNone/>
          <a:defRPr kumimoji="0"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1416">
      <a:dk1>
        <a:sysClr val="windowText" lastClr="000000"/>
      </a:dk1>
      <a:lt1>
        <a:sysClr val="window" lastClr="FFFFFF"/>
      </a:lt1>
      <a:dk2>
        <a:srgbClr val="E2EDFD"/>
      </a:dk2>
      <a:lt2>
        <a:srgbClr val="FFFFFF"/>
      </a:lt2>
      <a:accent1>
        <a:srgbClr val="1B57B5"/>
      </a:accent1>
      <a:accent2>
        <a:srgbClr val="1D85C9"/>
      </a:accent2>
      <a:accent3>
        <a:srgbClr val="1FB3DE"/>
      </a:accent3>
      <a:accent4>
        <a:srgbClr val="23BCC6"/>
      </a:accent4>
      <a:accent5>
        <a:srgbClr val="2AA083"/>
      </a:accent5>
      <a:accent6>
        <a:srgbClr val="318440"/>
      </a:accent6>
      <a:hlink>
        <a:srgbClr val="658BD5"/>
      </a:hlink>
      <a:folHlink>
        <a:srgbClr val="A16AA5"/>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1202</Words>
  <Application>Microsoft Office PowerPoint</Application>
  <PresentationFormat>宽屏</PresentationFormat>
  <Paragraphs>136</Paragraphs>
  <Slides>32</Slides>
  <Notes>6</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32</vt:i4>
      </vt:variant>
    </vt:vector>
  </HeadingPairs>
  <TitlesOfParts>
    <vt:vector size="46" baseType="lpstr">
      <vt:lpstr>等线</vt:lpstr>
      <vt:lpstr>等线 Light</vt:lpstr>
      <vt:lpstr>汉仪旗黑-85S</vt:lpstr>
      <vt:lpstr>黑体</vt:lpstr>
      <vt:lpstr>华文仿宋</vt:lpstr>
      <vt:lpstr>宋体</vt:lpstr>
      <vt:lpstr>微软雅黑</vt:lpstr>
      <vt:lpstr>Arial</vt:lpstr>
      <vt:lpstr>Calibri</vt:lpstr>
      <vt:lpstr>Calibri Light</vt:lpstr>
      <vt:lpstr>Times New Roman</vt:lpstr>
      <vt:lpstr>Wingdings</vt:lpstr>
      <vt:lpstr>1_Office Theme</vt:lpstr>
      <vt:lpstr>1_Office 主题​​</vt:lpstr>
      <vt:lpstr>PowerPoint 演示文稿</vt:lpstr>
      <vt:lpstr>PowerPoint 演示文稿</vt:lpstr>
      <vt:lpstr>WiFi控制机器人运动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超声波跟随 </vt:lpstr>
      <vt:lpstr>PowerPoint 演示文稿</vt:lpstr>
      <vt:lpstr>PowerPoint 演示文稿</vt:lpstr>
      <vt:lpstr>PowerPoint 演示文稿</vt:lpstr>
      <vt:lpstr>矩形运动 </vt:lpstr>
      <vt:lpstr>PowerPoint 演示文稿</vt:lpstr>
      <vt:lpstr>PowerPoint 演示文稿</vt:lpstr>
      <vt:lpstr>PowerPoint 演示文稿</vt:lpstr>
      <vt:lpstr>PowerPoint 演示文稿</vt:lpstr>
      <vt:lpstr>防跌落 </vt:lpstr>
      <vt:lpstr>PowerPoint 演示文稿</vt:lpstr>
      <vt:lpstr>PowerPoint 演示文稿</vt:lpstr>
      <vt:lpstr>PowerPoint 演示文稿</vt:lpstr>
      <vt:lpstr>上位机查看串口数据 </vt:lpstr>
      <vt:lpstr>PowerPoint 演示文稿</vt:lpstr>
      <vt:lpstr>PowerPoint 演示文稿</vt:lpstr>
      <vt:lpstr>PowerPoint 演示文稿</vt:lpstr>
      <vt:lpstr>PowerPoint 演示文稿</vt:lpstr>
      <vt:lpstr>PowerPoint 演示文稿</vt:lpstr>
      <vt:lpstr>总结 </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hang zhong</dc:creator>
  <cp:lastModifiedBy>高 佳林</cp:lastModifiedBy>
  <cp:revision>64</cp:revision>
  <dcterms:created xsi:type="dcterms:W3CDTF">2020-01-10T01:40:00Z</dcterms:created>
  <dcterms:modified xsi:type="dcterms:W3CDTF">2020-09-18T00:49:45Z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2052-11.1.0.9912</vt:lpwstr>
  </property>
</Properties>
</file>