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15"/>
  </p:notesMasterIdLst>
  <p:sldIdLst>
    <p:sldId id="256" r:id="rId4"/>
    <p:sldId id="262" r:id="rId5"/>
    <p:sldId id="263" r:id="rId6"/>
    <p:sldId id="268" r:id="rId7"/>
    <p:sldId id="264" r:id="rId8"/>
    <p:sldId id="266" r:id="rId9"/>
    <p:sldId id="269" r:id="rId10"/>
    <p:sldId id="265" r:id="rId11"/>
    <p:sldId id="267" r:id="rId12"/>
    <p:sldId id="270" r:id="rId13"/>
    <p:sldId id="27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1BCCC"/>
    <a:srgbClr val="001E5E"/>
    <a:srgbClr val="022162"/>
    <a:srgbClr val="0356A1"/>
    <a:srgbClr val="CDCECD"/>
    <a:srgbClr val="0148A0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汇报题目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汇报题目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汇报题目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汇报题目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汇报题目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汇报题目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汇报题目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5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47237" b="6267"/>
          <a:stretch>
            <a:fillRect/>
          </a:stretch>
        </p:blipFill>
        <p:spPr>
          <a:xfrm>
            <a:off x="0" y="3239770"/>
            <a:ext cx="12192000" cy="3184525"/>
          </a:xfrm>
          <a:prstGeom prst="rect">
            <a:avLst/>
          </a:prstGeom>
        </p:spPr>
      </p:pic>
      <p:sp>
        <p:nvSpPr>
          <p:cNvPr id="19" name="textbox 6"/>
          <p:cNvSpPr/>
          <p:nvPr/>
        </p:nvSpPr>
        <p:spPr>
          <a:xfrm>
            <a:off x="3192585" y="3798786"/>
            <a:ext cx="4744085" cy="419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9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</a:t>
            </a:r>
            <a:r>
              <a:rPr sz="2800" kern="0" spc="9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日期：</a:t>
            </a:r>
            <a:r>
              <a:rPr sz="2800" kern="0" spc="-44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kern="0" spc="9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2026年</a:t>
            </a:r>
            <a:r>
              <a:rPr lang="en-US" sz="2800" kern="0" spc="9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sz="2800" kern="0" spc="9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r>
              <a:rPr lang="en-US" sz="2800" kern="0" spc="9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sz="2800" kern="0" spc="9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10"/>
          <p:cNvSpPr/>
          <p:nvPr/>
        </p:nvSpPr>
        <p:spPr>
          <a:xfrm>
            <a:off x="3224232" y="3219843"/>
            <a:ext cx="3620770" cy="41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800" kern="0" spc="3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指导教师：</a:t>
            </a:r>
            <a:r>
              <a:rPr sz="2800" kern="0" spc="-62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box 12"/>
          <p:cNvSpPr/>
          <p:nvPr/>
        </p:nvSpPr>
        <p:spPr>
          <a:xfrm>
            <a:off x="717528" y="3773585"/>
            <a:ext cx="3090545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r>
              <a:rPr sz="2800" kern="0" spc="-27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</a:t>
            </a:r>
            <a:r>
              <a:rPr sz="2800" kern="0" spc="108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kern="0" spc="-26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业：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14"/>
          <p:cNvSpPr/>
          <p:nvPr/>
        </p:nvSpPr>
        <p:spPr>
          <a:xfrm>
            <a:off x="723040" y="3219768"/>
            <a:ext cx="2731770" cy="41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lang="zh-CN" sz="2800" kern="0" spc="2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</a:t>
            </a:r>
            <a:r>
              <a:rPr sz="2800" kern="0" spc="20" dirty="0">
                <a:solidFill>
                  <a:srgbClr val="203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人：</a:t>
            </a:r>
            <a:endParaRPr sz="2800" kern="0" spc="20" dirty="0">
              <a:solidFill>
                <a:srgbClr val="20305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198370" y="1220470"/>
            <a:ext cx="7806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6000" kern="0" spc="2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</a:t>
            </a:r>
            <a:r>
              <a:rPr lang="en-US" sz="6000" kern="0" spc="2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6000" kern="0" spc="2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题</a:t>
            </a:r>
            <a:endParaRPr lang="zh-CN" altLang="en-US" sz="6000" kern="0" spc="20" dirty="0">
              <a:solidFill>
                <a:schemeClr val="bg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rcRect l="45698" b="52121"/>
          <a:stretch>
            <a:fillRect/>
          </a:stretch>
        </p:blipFill>
        <p:spPr>
          <a:xfrm>
            <a:off x="635" y="0"/>
            <a:ext cx="12232640" cy="269557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532505" y="1220470"/>
            <a:ext cx="51695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6000" kern="0" spc="2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</a:t>
            </a:r>
            <a:r>
              <a:rPr lang="en-US" sz="6000" kern="0" spc="2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6000" kern="0" spc="2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题</a:t>
            </a:r>
            <a:endParaRPr sz="6000" kern="0" spc="20" dirty="0">
              <a:solidFill>
                <a:schemeClr val="bg1">
                  <a:alpha val="10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0" name="图片 39" descr="ai_picture_ai_change_1784201566847"/>
          <p:cNvPicPr>
            <a:picLocks noChangeAspect="1"/>
          </p:cNvPicPr>
          <p:nvPr/>
        </p:nvPicPr>
        <p:blipFill>
          <a:blip r:embed="rId3">
            <a:clrChange>
              <a:clrFrom>
                <a:srgbClr val="044497">
                  <a:alpha val="100000"/>
                </a:srgbClr>
              </a:clrFrom>
              <a:clrTo>
                <a:srgbClr val="044497">
                  <a:alpha val="100000"/>
                  <a:alpha val="0"/>
                </a:srgbClr>
              </a:clrTo>
            </a:clrChange>
          </a:blip>
          <a:srcRect l="19403" t="32152" r="19217" b="32152"/>
          <a:stretch>
            <a:fillRect/>
          </a:stretch>
        </p:blipFill>
        <p:spPr>
          <a:xfrm>
            <a:off x="4246880" y="-121285"/>
            <a:ext cx="3740150" cy="15925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pic>
        <p:nvPicPr>
          <p:cNvPr id="21889992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0"/>
            <a:ext cx="2870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目录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93640" y="1745615"/>
            <a:ext cx="6274435" cy="914400"/>
          </a:xfrm>
          <a:prstGeom prst="rect">
            <a:avLst/>
          </a:prstGeom>
          <a:solidFill>
            <a:srgbClr val="001E5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一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93640" y="3006090"/>
            <a:ext cx="6274435" cy="914400"/>
          </a:xfrm>
          <a:prstGeom prst="rect">
            <a:avLst/>
          </a:prstGeom>
          <a:solidFill>
            <a:srgbClr val="B1BC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二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993640" y="4266565"/>
            <a:ext cx="6274435" cy="914400"/>
          </a:xfrm>
          <a:prstGeom prst="rect">
            <a:avLst/>
          </a:prstGeom>
          <a:solidFill>
            <a:srgbClr val="B1BC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三</a:t>
            </a: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172585" y="1888490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72585" y="3148965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72585" y="4409440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95" y="2660015"/>
            <a:ext cx="3258185" cy="1612265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325" y="152400"/>
            <a:ext cx="665480" cy="66738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470515" y="893445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3" name="页脚占位符 3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120650"/>
            <a:ext cx="2870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标题一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43555" y="2831465"/>
            <a:ext cx="5248910" cy="119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内</a:t>
            </a:r>
            <a:r>
              <a:rPr lang="en-US" altLang="zh-CN" sz="6000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容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610" y="14668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8773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120650"/>
            <a:ext cx="2870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标题一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43555" y="2831465"/>
            <a:ext cx="5248910" cy="119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内</a:t>
            </a:r>
            <a:r>
              <a:rPr lang="en-US" altLang="zh-CN" sz="6000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容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0"/>
            <a:ext cx="2870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目录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93640" y="2168525"/>
            <a:ext cx="6274435" cy="914400"/>
          </a:xfrm>
          <a:prstGeom prst="rect">
            <a:avLst/>
          </a:prstGeom>
          <a:solidFill>
            <a:srgbClr val="B1BC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一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93640" y="3429000"/>
            <a:ext cx="6274435" cy="914400"/>
          </a:xfrm>
          <a:prstGeom prst="rect">
            <a:avLst/>
          </a:prstGeom>
          <a:solidFill>
            <a:srgbClr val="001E5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二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993640" y="4689475"/>
            <a:ext cx="6274435" cy="914400"/>
          </a:xfrm>
          <a:prstGeom prst="rect">
            <a:avLst/>
          </a:prstGeom>
          <a:solidFill>
            <a:srgbClr val="B1BC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三</a:t>
            </a: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172585" y="2311400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72585" y="3571875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72585" y="4832350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95" y="3082925"/>
            <a:ext cx="3258185" cy="1612265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120650"/>
            <a:ext cx="2870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标题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43555" y="2831465"/>
            <a:ext cx="5248910" cy="119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内</a:t>
            </a:r>
            <a:r>
              <a:rPr lang="en-US" altLang="zh-CN" sz="6000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容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120650"/>
            <a:ext cx="2870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标题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43555" y="2831465"/>
            <a:ext cx="5248910" cy="119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内</a:t>
            </a:r>
            <a:r>
              <a:rPr lang="en-US" altLang="zh-CN" sz="6000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容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0"/>
            <a:ext cx="2870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目录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93640" y="2168525"/>
            <a:ext cx="6274435" cy="914400"/>
          </a:xfrm>
          <a:prstGeom prst="rect">
            <a:avLst/>
          </a:prstGeom>
          <a:solidFill>
            <a:srgbClr val="B1BC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一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93640" y="3429000"/>
            <a:ext cx="6274435" cy="914400"/>
          </a:xfrm>
          <a:prstGeom prst="rect">
            <a:avLst/>
          </a:prstGeom>
          <a:solidFill>
            <a:srgbClr val="B1BCC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二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993640" y="4689475"/>
            <a:ext cx="6274435" cy="914400"/>
          </a:xfrm>
          <a:prstGeom prst="rect">
            <a:avLst/>
          </a:prstGeom>
          <a:solidFill>
            <a:srgbClr val="001E5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标题</a:t>
            </a:r>
            <a:r>
              <a:rPr lang="zh-CN" altLang="en-US"/>
              <a:t>三</a:t>
            </a:r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172585" y="2311400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172585" y="3571875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2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72585" y="4832350"/>
            <a:ext cx="628650" cy="628650"/>
          </a:xfrm>
          <a:prstGeom prst="ellipse">
            <a:avLst/>
          </a:prstGeom>
          <a:solidFill>
            <a:srgbClr val="02216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95" y="3082925"/>
            <a:ext cx="3258185" cy="1612265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120650"/>
            <a:ext cx="2870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标题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三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43555" y="2831465"/>
            <a:ext cx="5248910" cy="119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内</a:t>
            </a:r>
            <a:r>
              <a:rPr lang="en-US" altLang="zh-CN" sz="6000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容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01675" y="120650"/>
            <a:ext cx="28702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标题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三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043555" y="2831465"/>
            <a:ext cx="5248910" cy="119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内</a:t>
            </a:r>
            <a:r>
              <a:rPr lang="en-US" altLang="zh-CN" sz="6000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容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889992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9750" y="635000"/>
            <a:ext cx="5702300" cy="2413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29920" y="802640"/>
            <a:ext cx="94570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39750" y="6220460"/>
            <a:ext cx="10904855" cy="8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71545" y="2831465"/>
            <a:ext cx="5248910" cy="119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感谢</a:t>
            </a:r>
            <a:r>
              <a:rPr lang="zh-CN" altLang="en-US" sz="6000">
                <a:latin typeface="黑体" panose="02010609060101010101" charset="-122"/>
                <a:ea typeface="黑体" panose="02010609060101010101" charset="-122"/>
              </a:rPr>
              <a:t>聆听</a:t>
            </a:r>
            <a:endParaRPr lang="zh-CN" altLang="en-US" sz="6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汇报题目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610" y="135255"/>
            <a:ext cx="665480" cy="6673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464800" y="876300"/>
            <a:ext cx="1435735" cy="201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仿宋" panose="02010609060101010101" charset="-122"/>
                <a:ea typeface="仿宋" panose="02010609060101010101" charset="-122"/>
              </a:rPr>
              <a:t>湖南科技大学</a:t>
            </a:r>
            <a:endParaRPr lang="zh-CN" altLang="en-US" sz="1200"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874770" y="1145540"/>
            <a:ext cx="4234180" cy="4573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WPS 演示</Application>
  <PresentationFormat>宽屏</PresentationFormat>
  <Paragraphs>160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Arial</vt:lpstr>
      <vt:lpstr>黑体</vt:lpstr>
      <vt:lpstr>微软雅黑</vt:lpstr>
      <vt:lpstr>仿宋</vt:lpstr>
      <vt:lpstr>Arial Unicode MS</vt:lpstr>
      <vt:lpstr>Calibri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WPS_1779984719</cp:lastModifiedBy>
  <cp:revision>158</cp:revision>
  <dcterms:created xsi:type="dcterms:W3CDTF">2019-06-19T02:08:00Z</dcterms:created>
  <dcterms:modified xsi:type="dcterms:W3CDTF">2026-07-16T11:40:36Z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7F5D2ED4BA404B2996C4E74B1245B3CA_11</vt:lpwstr>
  </property>
</Properties>
</file>